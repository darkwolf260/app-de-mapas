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66" r:id="rId4"/>
    <p:sldId id="267" r:id="rId5"/>
    <p:sldId id="264" r:id="rId6"/>
  </p:sldIdLst>
  <p:sldSz cx="18288000" cy="10287000"/>
  <p:notesSz cx="6858000" cy="9144000"/>
  <p:embeddedFontLst>
    <p:embeddedFont>
      <p:font typeface="Helvetica World Bold" panose="020B0604020202020204" charset="-128"/>
      <p:bold r:id="rId8"/>
    </p:embeddedFont>
    <p:embeddedFont>
      <p:font typeface="Anton" pitchFamily="2" charset="0"/>
      <p:regular r:id="rId9"/>
    </p:embeddedFont>
    <p:embeddedFont>
      <p:font typeface="Hortensia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22" autoAdjust="0"/>
  </p:normalViewPr>
  <p:slideViewPr>
    <p:cSldViewPr>
      <p:cViewPr>
        <p:scale>
          <a:sx n="40" d="100"/>
          <a:sy n="40" d="100"/>
        </p:scale>
        <p:origin x="12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2D956-F596-427C-BABA-D9342483B478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0EF10-8EDB-4E91-9D02-6974C85491A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324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0EF10-8EDB-4E91-9D02-6974C85491A6}" type="slidenum">
              <a:rPr lang="es-VE" smtClean="0"/>
              <a:t>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9522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0EF10-8EDB-4E91-9D02-6974C85491A6}" type="slidenum">
              <a:rPr lang="es-VE" smtClean="0"/>
              <a:t>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7996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3488" y="3580830"/>
            <a:ext cx="2863682" cy="2863682"/>
          </a:xfrm>
          <a:custGeom>
            <a:avLst/>
            <a:gdLst/>
            <a:ahLst/>
            <a:cxnLst/>
            <a:rect l="l" t="t" r="r" b="b"/>
            <a:pathLst>
              <a:path w="2863682" h="2863682">
                <a:moveTo>
                  <a:pt x="0" y="0"/>
                </a:moveTo>
                <a:lnTo>
                  <a:pt x="2863682" y="0"/>
                </a:lnTo>
                <a:lnTo>
                  <a:pt x="2863682" y="2863681"/>
                </a:lnTo>
                <a:lnTo>
                  <a:pt x="0" y="2863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3787" y="5114738"/>
            <a:ext cx="5449701" cy="5172262"/>
          </a:xfrm>
          <a:custGeom>
            <a:avLst/>
            <a:gdLst/>
            <a:ahLst/>
            <a:cxnLst/>
            <a:rect l="l" t="t" r="r" b="b"/>
            <a:pathLst>
              <a:path w="5449701" h="5172262">
                <a:moveTo>
                  <a:pt x="0" y="0"/>
                </a:moveTo>
                <a:lnTo>
                  <a:pt x="5449701" y="0"/>
                </a:lnTo>
                <a:lnTo>
                  <a:pt x="5449701" y="5172262"/>
                </a:lnTo>
                <a:lnTo>
                  <a:pt x="0" y="5172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2759566" y="3041706"/>
            <a:ext cx="10370476" cy="4336744"/>
          </a:xfrm>
          <a:custGeom>
            <a:avLst/>
            <a:gdLst/>
            <a:ahLst/>
            <a:cxnLst/>
            <a:rect l="l" t="t" r="r" b="b"/>
            <a:pathLst>
              <a:path w="10370476" h="4336744">
                <a:moveTo>
                  <a:pt x="0" y="0"/>
                </a:moveTo>
                <a:lnTo>
                  <a:pt x="10370476" y="0"/>
                </a:lnTo>
                <a:lnTo>
                  <a:pt x="10370476" y="4336744"/>
                </a:lnTo>
                <a:lnTo>
                  <a:pt x="0" y="4336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56076" y="5276863"/>
            <a:ext cx="1412133" cy="242053"/>
            <a:chOff x="0" y="0"/>
            <a:chExt cx="604202" cy="1035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4202" cy="103566"/>
            </a:xfrm>
            <a:custGeom>
              <a:avLst/>
              <a:gdLst/>
              <a:ahLst/>
              <a:cxnLst/>
              <a:rect l="l" t="t" r="r" b="b"/>
              <a:pathLst>
                <a:path w="604202" h="103566">
                  <a:moveTo>
                    <a:pt x="0" y="0"/>
                  </a:moveTo>
                  <a:lnTo>
                    <a:pt x="604202" y="0"/>
                  </a:lnTo>
                  <a:lnTo>
                    <a:pt x="604202" y="103566"/>
                  </a:lnTo>
                  <a:lnTo>
                    <a:pt x="0" y="1035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604202" cy="132141"/>
            </a:xfrm>
            <a:prstGeom prst="rect">
              <a:avLst/>
            </a:prstGeom>
          </p:spPr>
          <p:txBody>
            <a:bodyPr lIns="31270" tIns="31270" rIns="31270" bIns="31270" rtlCol="0" anchor="ctr"/>
            <a:lstStyle/>
            <a:p>
              <a:pPr algn="ctr">
                <a:lnSpc>
                  <a:spcPts val="198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-95308" y="1865457"/>
            <a:ext cx="18288000" cy="4105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0"/>
              </a:lnSpc>
            </a:pPr>
            <a:r>
              <a:rPr lang="en-US" sz="10215" dirty="0">
                <a:solidFill>
                  <a:srgbClr val="FAF7F6">
                    <a:alpha val="77647"/>
                  </a:srgbClr>
                </a:solidFill>
                <a:latin typeface="Hortensia" panose="03020502040605060504"/>
                <a:ea typeface="Hortensia" panose="03020502040605060504"/>
                <a:cs typeface="Hortensia" panose="03020502040605060504"/>
                <a:sym typeface="Hortensia" panose="03020502040605060504"/>
              </a:rPr>
              <a:t> </a:t>
            </a:r>
          </a:p>
          <a:p>
            <a:pPr algn="ctr">
              <a:lnSpc>
                <a:spcPts val="13680"/>
              </a:lnSpc>
            </a:pPr>
            <a:r>
              <a:rPr lang="en-US" sz="10825" dirty="0">
                <a:solidFill>
                  <a:srgbClr val="FAF7F6">
                    <a:alpha val="77647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RESCATES, RECUPERACIÓN,</a:t>
            </a:r>
          </a:p>
          <a:p>
            <a:pPr algn="ctr">
              <a:lnSpc>
                <a:spcPts val="13680"/>
              </a:lnSpc>
            </a:pPr>
            <a:r>
              <a:rPr lang="en-US" sz="10825" dirty="0">
                <a:solidFill>
                  <a:srgbClr val="FAF7F6">
                    <a:alpha val="77647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ATENCIÓN Y EDAN 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9036" y="-72049"/>
            <a:ext cx="5971419" cy="5667420"/>
          </a:xfrm>
          <a:custGeom>
            <a:avLst/>
            <a:gdLst/>
            <a:ahLst/>
            <a:cxnLst/>
            <a:rect l="l" t="t" r="r" b="b"/>
            <a:pathLst>
              <a:path w="5971419" h="5667420">
                <a:moveTo>
                  <a:pt x="0" y="0"/>
                </a:moveTo>
                <a:lnTo>
                  <a:pt x="5971419" y="0"/>
                </a:lnTo>
                <a:lnTo>
                  <a:pt x="5971419" y="5667420"/>
                </a:lnTo>
                <a:lnTo>
                  <a:pt x="0" y="566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1849556"/>
            <a:ext cx="18251663" cy="52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3270" b="1" spc="490" dirty="0">
                <a:solidFill>
                  <a:srgbClr val="FEFEFE"/>
                </a:solidFill>
                <a:latin typeface="Times New Roman" panose="02020603050405020304" pitchFamily="18" charset="0"/>
                <a:ea typeface="Montserrat Classic Bold" panose="00000800000000000000"/>
                <a:cs typeface="Times New Roman" panose="02020603050405020304" pitchFamily="18" charset="0"/>
                <a:sym typeface="Montserrat Classic Bold" panose="00000800000000000000"/>
              </a:rPr>
              <a:t>DOBLE SISMO 24 DE JUNIO 2026</a:t>
            </a:r>
          </a:p>
        </p:txBody>
      </p:sp>
      <p:sp>
        <p:nvSpPr>
          <p:cNvPr id="19" name="Freeform 19"/>
          <p:cNvSpPr/>
          <p:nvPr/>
        </p:nvSpPr>
        <p:spPr>
          <a:xfrm rot="3895863">
            <a:off x="10515829" y="546207"/>
            <a:ext cx="5449701" cy="5172262"/>
          </a:xfrm>
          <a:custGeom>
            <a:avLst/>
            <a:gdLst/>
            <a:ahLst/>
            <a:cxnLst/>
            <a:rect l="l" t="t" r="r" b="b"/>
            <a:pathLst>
              <a:path w="5449701" h="5172262">
                <a:moveTo>
                  <a:pt x="0" y="0"/>
                </a:moveTo>
                <a:lnTo>
                  <a:pt x="5449701" y="0"/>
                </a:lnTo>
                <a:lnTo>
                  <a:pt x="5449701" y="5172261"/>
                </a:lnTo>
                <a:lnTo>
                  <a:pt x="0" y="5172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410512" y="3063809"/>
            <a:ext cx="3545309" cy="3545309"/>
          </a:xfrm>
          <a:custGeom>
            <a:avLst/>
            <a:gdLst/>
            <a:ahLst/>
            <a:cxnLst/>
            <a:rect l="l" t="t" r="r" b="b"/>
            <a:pathLst>
              <a:path w="3545309" h="3545309">
                <a:moveTo>
                  <a:pt x="0" y="0"/>
                </a:moveTo>
                <a:lnTo>
                  <a:pt x="3545309" y="0"/>
                </a:lnTo>
                <a:lnTo>
                  <a:pt x="3545309" y="3545309"/>
                </a:lnTo>
                <a:lnTo>
                  <a:pt x="0" y="3545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28700" y="8928231"/>
            <a:ext cx="3489361" cy="1914787"/>
          </a:xfrm>
          <a:custGeom>
            <a:avLst/>
            <a:gdLst/>
            <a:ahLst/>
            <a:cxnLst/>
            <a:rect l="l" t="t" r="r" b="b"/>
            <a:pathLst>
              <a:path w="3489361" h="1914787">
                <a:moveTo>
                  <a:pt x="0" y="0"/>
                </a:moveTo>
                <a:lnTo>
                  <a:pt x="3489361" y="0"/>
                </a:lnTo>
                <a:lnTo>
                  <a:pt x="3489361" y="1914787"/>
                </a:lnTo>
                <a:lnTo>
                  <a:pt x="0" y="1914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 rot="5400000">
            <a:off x="1726180" y="7397854"/>
            <a:ext cx="1013852" cy="2866012"/>
          </a:xfrm>
          <a:custGeom>
            <a:avLst/>
            <a:gdLst/>
            <a:ahLst/>
            <a:cxnLst/>
            <a:rect l="l" t="t" r="r" b="b"/>
            <a:pathLst>
              <a:path w="1013852" h="2866012">
                <a:moveTo>
                  <a:pt x="0" y="0"/>
                </a:moveTo>
                <a:lnTo>
                  <a:pt x="1013852" y="0"/>
                </a:lnTo>
                <a:lnTo>
                  <a:pt x="1013852" y="2866012"/>
                </a:lnTo>
                <a:lnTo>
                  <a:pt x="0" y="2866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5400000">
            <a:off x="9683987" y="-125980"/>
            <a:ext cx="1013852" cy="2866012"/>
          </a:xfrm>
          <a:custGeom>
            <a:avLst/>
            <a:gdLst/>
            <a:ahLst/>
            <a:cxnLst/>
            <a:rect l="l" t="t" r="r" b="b"/>
            <a:pathLst>
              <a:path w="1013852" h="2866012">
                <a:moveTo>
                  <a:pt x="0" y="0"/>
                </a:moveTo>
                <a:lnTo>
                  <a:pt x="1013852" y="0"/>
                </a:lnTo>
                <a:lnTo>
                  <a:pt x="1013852" y="2866012"/>
                </a:lnTo>
                <a:lnTo>
                  <a:pt x="0" y="2866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18F77282-79E0-48A6-B194-6038CD782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00" y="5882186"/>
            <a:ext cx="4109040" cy="4117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7">
            <a:extLst>
              <a:ext uri="{FF2B5EF4-FFF2-40B4-BE49-F238E27FC236}">
                <a16:creationId xmlns:a16="http://schemas.microsoft.com/office/drawing/2014/main" id="{D088021E-9252-48D0-A645-57A760C9F952}"/>
              </a:ext>
            </a:extLst>
          </p:cNvPr>
          <p:cNvSpPr txBox="1"/>
          <p:nvPr/>
        </p:nvSpPr>
        <p:spPr>
          <a:xfrm>
            <a:off x="505893" y="293595"/>
            <a:ext cx="18288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292C7B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DIRECCIÓN NACIONAL DE PROTECCIÓN CIVIL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292C7B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Y ADMINISTRACIÓN DE DESASTRES</a:t>
            </a:r>
          </a:p>
        </p:txBody>
      </p:sp>
      <p:grpSp>
        <p:nvGrpSpPr>
          <p:cNvPr id="33" name="Group 20">
            <a:extLst>
              <a:ext uri="{FF2B5EF4-FFF2-40B4-BE49-F238E27FC236}">
                <a16:creationId xmlns:a16="http://schemas.microsoft.com/office/drawing/2014/main" id="{D5FD1336-D918-4317-A13C-5D15C7ABBDBA}"/>
              </a:ext>
            </a:extLst>
          </p:cNvPr>
          <p:cNvGrpSpPr/>
          <p:nvPr/>
        </p:nvGrpSpPr>
        <p:grpSpPr>
          <a:xfrm rot="5400000">
            <a:off x="8443692" y="512477"/>
            <a:ext cx="1326902" cy="18214286"/>
            <a:chOff x="0" y="0"/>
            <a:chExt cx="469430" cy="6388841"/>
          </a:xfrm>
        </p:grpSpPr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6532D6C0-8A87-464C-AE1D-BC1BED1E0EBD}"/>
                </a:ext>
              </a:extLst>
            </p:cNvPr>
            <p:cNvSpPr/>
            <p:nvPr/>
          </p:nvSpPr>
          <p:spPr>
            <a:xfrm>
              <a:off x="0" y="0"/>
              <a:ext cx="469430" cy="6388841"/>
            </a:xfrm>
            <a:custGeom>
              <a:avLst/>
              <a:gdLst/>
              <a:ahLst/>
              <a:cxnLst/>
              <a:rect l="l" t="t" r="r" b="b"/>
              <a:pathLst>
                <a:path w="469430" h="6388841">
                  <a:moveTo>
                    <a:pt x="0" y="0"/>
                  </a:moveTo>
                  <a:lnTo>
                    <a:pt x="469430" y="0"/>
                  </a:lnTo>
                  <a:lnTo>
                    <a:pt x="469430" y="6388841"/>
                  </a:lnTo>
                  <a:lnTo>
                    <a:pt x="0" y="6388841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59456492-19B1-43C2-83F3-FA1DE1E0F751}"/>
                </a:ext>
              </a:extLst>
            </p:cNvPr>
            <p:cNvSpPr txBox="1"/>
            <p:nvPr/>
          </p:nvSpPr>
          <p:spPr>
            <a:xfrm>
              <a:off x="0" y="-38100"/>
              <a:ext cx="469430" cy="642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6" name="Freeform 32">
            <a:extLst>
              <a:ext uri="{FF2B5EF4-FFF2-40B4-BE49-F238E27FC236}">
                <a16:creationId xmlns:a16="http://schemas.microsoft.com/office/drawing/2014/main" id="{50F8C573-D9C9-4748-BFD6-23D43DA29D43}"/>
              </a:ext>
            </a:extLst>
          </p:cNvPr>
          <p:cNvSpPr/>
          <p:nvPr/>
        </p:nvSpPr>
        <p:spPr>
          <a:xfrm rot="5400000">
            <a:off x="15434468" y="6549232"/>
            <a:ext cx="1130542" cy="3195878"/>
          </a:xfrm>
          <a:custGeom>
            <a:avLst/>
            <a:gdLst/>
            <a:ahLst/>
            <a:cxnLst/>
            <a:rect l="l" t="t" r="r" b="b"/>
            <a:pathLst>
              <a:path w="1130542" h="3195878">
                <a:moveTo>
                  <a:pt x="0" y="0"/>
                </a:moveTo>
                <a:lnTo>
                  <a:pt x="1130541" y="0"/>
                </a:lnTo>
                <a:lnTo>
                  <a:pt x="1130541" y="3195877"/>
                </a:lnTo>
                <a:lnTo>
                  <a:pt x="0" y="3195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VE" dirty="0"/>
          </a:p>
        </p:txBody>
      </p:sp>
      <p:sp>
        <p:nvSpPr>
          <p:cNvPr id="37" name="Freeform 33">
            <a:extLst>
              <a:ext uri="{FF2B5EF4-FFF2-40B4-BE49-F238E27FC236}">
                <a16:creationId xmlns:a16="http://schemas.microsoft.com/office/drawing/2014/main" id="{11483B86-0ADE-465C-818F-19FF038C3165}"/>
              </a:ext>
            </a:extLst>
          </p:cNvPr>
          <p:cNvSpPr/>
          <p:nvPr/>
        </p:nvSpPr>
        <p:spPr>
          <a:xfrm>
            <a:off x="15181329" y="7502172"/>
            <a:ext cx="3032957" cy="1664335"/>
          </a:xfrm>
          <a:custGeom>
            <a:avLst/>
            <a:gdLst/>
            <a:ahLst/>
            <a:cxnLst/>
            <a:rect l="l" t="t" r="r" b="b"/>
            <a:pathLst>
              <a:path w="3032957" h="1664335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4">
            <a:extLst>
              <a:ext uri="{FF2B5EF4-FFF2-40B4-BE49-F238E27FC236}">
                <a16:creationId xmlns:a16="http://schemas.microsoft.com/office/drawing/2014/main" id="{569043A1-2DD3-4733-B2BD-7D70A4AAD170}"/>
              </a:ext>
            </a:extLst>
          </p:cNvPr>
          <p:cNvGrpSpPr/>
          <p:nvPr/>
        </p:nvGrpSpPr>
        <p:grpSpPr>
          <a:xfrm>
            <a:off x="18081" y="1617942"/>
            <a:ext cx="12619123" cy="337406"/>
            <a:chOff x="0" y="0"/>
            <a:chExt cx="3323555" cy="88864"/>
          </a:xfrm>
        </p:grpSpPr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12CE7935-2DBF-4CCD-A7A1-D2ADFA40E263}"/>
                </a:ext>
              </a:extLst>
            </p:cNvPr>
            <p:cNvSpPr/>
            <p:nvPr/>
          </p:nvSpPr>
          <p:spPr>
            <a:xfrm>
              <a:off x="0" y="0"/>
              <a:ext cx="3323555" cy="88864"/>
            </a:xfrm>
            <a:custGeom>
              <a:avLst/>
              <a:gdLst/>
              <a:ahLst/>
              <a:cxnLst/>
              <a:rect l="l" t="t" r="r" b="b"/>
              <a:pathLst>
                <a:path w="3323555" h="88864">
                  <a:moveTo>
                    <a:pt x="0" y="0"/>
                  </a:moveTo>
                  <a:lnTo>
                    <a:pt x="3323555" y="0"/>
                  </a:lnTo>
                  <a:lnTo>
                    <a:pt x="3323555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C1A82B58-A623-407E-BA17-1C679C453125}"/>
                </a:ext>
              </a:extLst>
            </p:cNvPr>
            <p:cNvSpPr txBox="1"/>
            <p:nvPr/>
          </p:nvSpPr>
          <p:spPr>
            <a:xfrm>
              <a:off x="0" y="-38100"/>
              <a:ext cx="3323555" cy="126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1" name="Imagen 40">
            <a:extLst>
              <a:ext uri="{FF2B5EF4-FFF2-40B4-BE49-F238E27FC236}">
                <a16:creationId xmlns:a16="http://schemas.microsoft.com/office/drawing/2014/main" id="{4CB97054-940A-447D-92B1-B7B72AAE11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510" y="105589"/>
            <a:ext cx="2024597" cy="2028654"/>
          </a:xfrm>
          <a:prstGeom prst="rect">
            <a:avLst/>
          </a:prstGeom>
        </p:spPr>
      </p:pic>
      <p:sp>
        <p:nvSpPr>
          <p:cNvPr id="42" name="Freeform 74">
            <a:extLst>
              <a:ext uri="{FF2B5EF4-FFF2-40B4-BE49-F238E27FC236}">
                <a16:creationId xmlns:a16="http://schemas.microsoft.com/office/drawing/2014/main" id="{A5566BA6-A972-4CA0-B69F-1DF90E9835C8}"/>
              </a:ext>
            </a:extLst>
          </p:cNvPr>
          <p:cNvSpPr>
            <a:spLocks noChangeAspect="1"/>
          </p:cNvSpPr>
          <p:nvPr/>
        </p:nvSpPr>
        <p:spPr bwMode="auto">
          <a:xfrm>
            <a:off x="379885" y="7755173"/>
            <a:ext cx="7352973" cy="1982462"/>
          </a:xfrm>
          <a:custGeom>
            <a:avLst/>
            <a:gdLst>
              <a:gd name="T0" fmla="*/ 5622 w 5832"/>
              <a:gd name="T1" fmla="*/ 135 h 1293"/>
              <a:gd name="T2" fmla="*/ 5701 w 5832"/>
              <a:gd name="T3" fmla="*/ 561 h 1293"/>
              <a:gd name="T4" fmla="*/ 4985 w 5832"/>
              <a:gd name="T5" fmla="*/ 523 h 1293"/>
              <a:gd name="T6" fmla="*/ 4152 w 5832"/>
              <a:gd name="T7" fmla="*/ 483 h 1293"/>
              <a:gd name="T8" fmla="*/ 3209 w 5832"/>
              <a:gd name="T9" fmla="*/ 481 h 1293"/>
              <a:gd name="T10" fmla="*/ 2389 w 5832"/>
              <a:gd name="T11" fmla="*/ 443 h 1293"/>
              <a:gd name="T12" fmla="*/ 1874 w 5832"/>
              <a:gd name="T13" fmla="*/ 743 h 1293"/>
              <a:gd name="T14" fmla="*/ 1887 w 5832"/>
              <a:gd name="T15" fmla="*/ 811 h 1293"/>
              <a:gd name="T16" fmla="*/ 1762 w 5832"/>
              <a:gd name="T17" fmla="*/ 906 h 1293"/>
              <a:gd name="T18" fmla="*/ 1575 w 5832"/>
              <a:gd name="T19" fmla="*/ 917 h 1293"/>
              <a:gd name="T20" fmla="*/ 779 w 5832"/>
              <a:gd name="T21" fmla="*/ 1107 h 1293"/>
              <a:gd name="T22" fmla="*/ 210 w 5832"/>
              <a:gd name="T23" fmla="*/ 966 h 1293"/>
              <a:gd name="T24" fmla="*/ 0 w 5832"/>
              <a:gd name="T25" fmla="*/ 636 h 1293"/>
              <a:gd name="T26" fmla="*/ 445 w 5832"/>
              <a:gd name="T27" fmla="*/ 478 h 1293"/>
              <a:gd name="T28" fmla="*/ 1023 w 5832"/>
              <a:gd name="T29" fmla="*/ 430 h 1293"/>
              <a:gd name="T30" fmla="*/ 1512 w 5832"/>
              <a:gd name="T31" fmla="*/ 329 h 1293"/>
              <a:gd name="T32" fmla="*/ 1708 w 5832"/>
              <a:gd name="T33" fmla="*/ 269 h 1293"/>
              <a:gd name="T34" fmla="*/ 1754 w 5832"/>
              <a:gd name="T35" fmla="*/ 227 h 1293"/>
              <a:gd name="T36" fmla="*/ 1786 w 5832"/>
              <a:gd name="T37" fmla="*/ 229 h 1293"/>
              <a:gd name="T38" fmla="*/ 1868 w 5832"/>
              <a:gd name="T39" fmla="*/ 214 h 1293"/>
              <a:gd name="T40" fmla="*/ 1922 w 5832"/>
              <a:gd name="T41" fmla="*/ 192 h 1293"/>
              <a:gd name="T42" fmla="*/ 1973 w 5832"/>
              <a:gd name="T43" fmla="*/ 147 h 1293"/>
              <a:gd name="T44" fmla="*/ 2018 w 5832"/>
              <a:gd name="T45" fmla="*/ 117 h 1293"/>
              <a:gd name="T46" fmla="*/ 2075 w 5832"/>
              <a:gd name="T47" fmla="*/ 97 h 1293"/>
              <a:gd name="T48" fmla="*/ 2103 w 5832"/>
              <a:gd name="T49" fmla="*/ 92 h 1293"/>
              <a:gd name="T50" fmla="*/ 2126 w 5832"/>
              <a:gd name="T51" fmla="*/ 99 h 1293"/>
              <a:gd name="T52" fmla="*/ 2159 w 5832"/>
              <a:gd name="T53" fmla="*/ 105 h 1293"/>
              <a:gd name="T54" fmla="*/ 2175 w 5832"/>
              <a:gd name="T55" fmla="*/ 105 h 1293"/>
              <a:gd name="T56" fmla="*/ 2184 w 5832"/>
              <a:gd name="T57" fmla="*/ 103 h 1293"/>
              <a:gd name="T58" fmla="*/ 2230 w 5832"/>
              <a:gd name="T59" fmla="*/ 104 h 1293"/>
              <a:gd name="T60" fmla="*/ 2264 w 5832"/>
              <a:gd name="T61" fmla="*/ 118 h 1293"/>
              <a:gd name="T62" fmla="*/ 2279 w 5832"/>
              <a:gd name="T63" fmla="*/ 126 h 1293"/>
              <a:gd name="T64" fmla="*/ 2341 w 5832"/>
              <a:gd name="T65" fmla="*/ 135 h 1293"/>
              <a:gd name="T66" fmla="*/ 2408 w 5832"/>
              <a:gd name="T67" fmla="*/ 169 h 1293"/>
              <a:gd name="T68" fmla="*/ 2467 w 5832"/>
              <a:gd name="T69" fmla="*/ 165 h 1293"/>
              <a:gd name="T70" fmla="*/ 2460 w 5832"/>
              <a:gd name="T71" fmla="*/ 131 h 1293"/>
              <a:gd name="T72" fmla="*/ 2527 w 5832"/>
              <a:gd name="T73" fmla="*/ 154 h 1293"/>
              <a:gd name="T74" fmla="*/ 2593 w 5832"/>
              <a:gd name="T75" fmla="*/ 147 h 1293"/>
              <a:gd name="T76" fmla="*/ 2677 w 5832"/>
              <a:gd name="T77" fmla="*/ 151 h 1293"/>
              <a:gd name="T78" fmla="*/ 2736 w 5832"/>
              <a:gd name="T79" fmla="*/ 132 h 1293"/>
              <a:gd name="T80" fmla="*/ 2790 w 5832"/>
              <a:gd name="T81" fmla="*/ 105 h 1293"/>
              <a:gd name="T82" fmla="*/ 2843 w 5832"/>
              <a:gd name="T83" fmla="*/ 110 h 1293"/>
              <a:gd name="T84" fmla="*/ 2891 w 5832"/>
              <a:gd name="T85" fmla="*/ 105 h 1293"/>
              <a:gd name="T86" fmla="*/ 2935 w 5832"/>
              <a:gd name="T87" fmla="*/ 73 h 1293"/>
              <a:gd name="T88" fmla="*/ 2981 w 5832"/>
              <a:gd name="T89" fmla="*/ 67 h 1293"/>
              <a:gd name="T90" fmla="*/ 3021 w 5832"/>
              <a:gd name="T91" fmla="*/ 79 h 1293"/>
              <a:gd name="T92" fmla="*/ 3020 w 5832"/>
              <a:gd name="T93" fmla="*/ 58 h 1293"/>
              <a:gd name="T94" fmla="*/ 3079 w 5832"/>
              <a:gd name="T95" fmla="*/ 99 h 1293"/>
              <a:gd name="T96" fmla="*/ 3144 w 5832"/>
              <a:gd name="T97" fmla="*/ 107 h 1293"/>
              <a:gd name="T98" fmla="*/ 3210 w 5832"/>
              <a:gd name="T99" fmla="*/ 118 h 1293"/>
              <a:gd name="T100" fmla="*/ 3287 w 5832"/>
              <a:gd name="T101" fmla="*/ 110 h 1293"/>
              <a:gd name="T102" fmla="*/ 3367 w 5832"/>
              <a:gd name="T103" fmla="*/ 98 h 1293"/>
              <a:gd name="T104" fmla="*/ 3422 w 5832"/>
              <a:gd name="T105" fmla="*/ 84 h 1293"/>
              <a:gd name="T106" fmla="*/ 3504 w 5832"/>
              <a:gd name="T107" fmla="*/ 87 h 1293"/>
              <a:gd name="T108" fmla="*/ 3532 w 5832"/>
              <a:gd name="T109" fmla="*/ 58 h 1293"/>
              <a:gd name="T110" fmla="*/ 3534 w 5832"/>
              <a:gd name="T111" fmla="*/ 52 h 1293"/>
              <a:gd name="T112" fmla="*/ 3581 w 5832"/>
              <a:gd name="T113" fmla="*/ 43 h 1293"/>
              <a:gd name="T114" fmla="*/ 3609 w 5832"/>
              <a:gd name="T115" fmla="*/ 63 h 1293"/>
              <a:gd name="T116" fmla="*/ 3669 w 5832"/>
              <a:gd name="T117" fmla="*/ 57 h 1293"/>
              <a:gd name="T118" fmla="*/ 3700 w 5832"/>
              <a:gd name="T119" fmla="*/ 45 h 1293"/>
              <a:gd name="T120" fmla="*/ 3759 w 5832"/>
              <a:gd name="T121" fmla="*/ 56 h 1293"/>
              <a:gd name="T122" fmla="*/ 4127 w 5832"/>
              <a:gd name="T123" fmla="*/ 36 h 1293"/>
              <a:gd name="T124" fmla="*/ 4645 w 5832"/>
              <a:gd name="T125" fmla="*/ 16 h 1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832" h="1293">
                <a:moveTo>
                  <a:pt x="4878" y="5"/>
                </a:moveTo>
                <a:lnTo>
                  <a:pt x="4885" y="7"/>
                </a:lnTo>
                <a:lnTo>
                  <a:pt x="4893" y="11"/>
                </a:lnTo>
                <a:lnTo>
                  <a:pt x="4896" y="9"/>
                </a:lnTo>
                <a:lnTo>
                  <a:pt x="4905" y="6"/>
                </a:lnTo>
                <a:lnTo>
                  <a:pt x="4910" y="11"/>
                </a:lnTo>
                <a:lnTo>
                  <a:pt x="4917" y="12"/>
                </a:lnTo>
                <a:lnTo>
                  <a:pt x="4925" y="13"/>
                </a:lnTo>
                <a:lnTo>
                  <a:pt x="4935" y="18"/>
                </a:lnTo>
                <a:lnTo>
                  <a:pt x="4945" y="18"/>
                </a:lnTo>
                <a:lnTo>
                  <a:pt x="4953" y="16"/>
                </a:lnTo>
                <a:lnTo>
                  <a:pt x="4966" y="12"/>
                </a:lnTo>
                <a:lnTo>
                  <a:pt x="4975" y="5"/>
                </a:lnTo>
                <a:lnTo>
                  <a:pt x="4979" y="4"/>
                </a:lnTo>
                <a:lnTo>
                  <a:pt x="4981" y="6"/>
                </a:lnTo>
                <a:lnTo>
                  <a:pt x="4986" y="3"/>
                </a:lnTo>
                <a:lnTo>
                  <a:pt x="4990" y="6"/>
                </a:lnTo>
                <a:lnTo>
                  <a:pt x="4994" y="8"/>
                </a:lnTo>
                <a:lnTo>
                  <a:pt x="5001" y="10"/>
                </a:lnTo>
                <a:lnTo>
                  <a:pt x="5011" y="12"/>
                </a:lnTo>
                <a:lnTo>
                  <a:pt x="5020" y="15"/>
                </a:lnTo>
                <a:lnTo>
                  <a:pt x="5032" y="19"/>
                </a:lnTo>
                <a:lnTo>
                  <a:pt x="5038" y="20"/>
                </a:lnTo>
                <a:lnTo>
                  <a:pt x="5048" y="20"/>
                </a:lnTo>
                <a:lnTo>
                  <a:pt x="5055" y="15"/>
                </a:lnTo>
                <a:lnTo>
                  <a:pt x="5061" y="10"/>
                </a:lnTo>
                <a:lnTo>
                  <a:pt x="5067" y="10"/>
                </a:lnTo>
                <a:lnTo>
                  <a:pt x="5074" y="12"/>
                </a:lnTo>
                <a:lnTo>
                  <a:pt x="5082" y="12"/>
                </a:lnTo>
                <a:lnTo>
                  <a:pt x="5091" y="13"/>
                </a:lnTo>
                <a:lnTo>
                  <a:pt x="5103" y="21"/>
                </a:lnTo>
                <a:lnTo>
                  <a:pt x="5113" y="25"/>
                </a:lnTo>
                <a:lnTo>
                  <a:pt x="5123" y="29"/>
                </a:lnTo>
                <a:lnTo>
                  <a:pt x="5135" y="31"/>
                </a:lnTo>
                <a:lnTo>
                  <a:pt x="5146" y="34"/>
                </a:lnTo>
                <a:lnTo>
                  <a:pt x="5161" y="32"/>
                </a:lnTo>
                <a:lnTo>
                  <a:pt x="5165" y="30"/>
                </a:lnTo>
                <a:lnTo>
                  <a:pt x="5167" y="25"/>
                </a:lnTo>
                <a:lnTo>
                  <a:pt x="5170" y="21"/>
                </a:lnTo>
                <a:lnTo>
                  <a:pt x="5174" y="20"/>
                </a:lnTo>
                <a:lnTo>
                  <a:pt x="5179" y="20"/>
                </a:lnTo>
                <a:lnTo>
                  <a:pt x="5185" y="20"/>
                </a:lnTo>
                <a:lnTo>
                  <a:pt x="5191" y="17"/>
                </a:lnTo>
                <a:lnTo>
                  <a:pt x="5206" y="21"/>
                </a:lnTo>
                <a:lnTo>
                  <a:pt x="5220" y="22"/>
                </a:lnTo>
                <a:lnTo>
                  <a:pt x="5234" y="23"/>
                </a:lnTo>
                <a:lnTo>
                  <a:pt x="5245" y="21"/>
                </a:lnTo>
                <a:lnTo>
                  <a:pt x="5253" y="17"/>
                </a:lnTo>
                <a:lnTo>
                  <a:pt x="5260" y="16"/>
                </a:lnTo>
                <a:lnTo>
                  <a:pt x="5263" y="12"/>
                </a:lnTo>
                <a:lnTo>
                  <a:pt x="5266" y="6"/>
                </a:lnTo>
                <a:lnTo>
                  <a:pt x="5275" y="6"/>
                </a:lnTo>
                <a:lnTo>
                  <a:pt x="5286" y="10"/>
                </a:lnTo>
                <a:lnTo>
                  <a:pt x="5293" y="9"/>
                </a:lnTo>
                <a:lnTo>
                  <a:pt x="5302" y="11"/>
                </a:lnTo>
                <a:lnTo>
                  <a:pt x="5309" y="14"/>
                </a:lnTo>
                <a:lnTo>
                  <a:pt x="5317" y="16"/>
                </a:lnTo>
                <a:lnTo>
                  <a:pt x="5331" y="26"/>
                </a:lnTo>
                <a:lnTo>
                  <a:pt x="5340" y="29"/>
                </a:lnTo>
                <a:lnTo>
                  <a:pt x="5352" y="38"/>
                </a:lnTo>
                <a:lnTo>
                  <a:pt x="5371" y="41"/>
                </a:lnTo>
                <a:lnTo>
                  <a:pt x="5397" y="53"/>
                </a:lnTo>
                <a:lnTo>
                  <a:pt x="5411" y="56"/>
                </a:lnTo>
                <a:lnTo>
                  <a:pt x="5417" y="57"/>
                </a:lnTo>
                <a:lnTo>
                  <a:pt x="5426" y="57"/>
                </a:lnTo>
                <a:lnTo>
                  <a:pt x="5434" y="59"/>
                </a:lnTo>
                <a:lnTo>
                  <a:pt x="5438" y="55"/>
                </a:lnTo>
                <a:lnTo>
                  <a:pt x="5449" y="62"/>
                </a:lnTo>
                <a:lnTo>
                  <a:pt x="5457" y="70"/>
                </a:lnTo>
                <a:lnTo>
                  <a:pt x="5460" y="74"/>
                </a:lnTo>
                <a:lnTo>
                  <a:pt x="5474" y="80"/>
                </a:lnTo>
                <a:lnTo>
                  <a:pt x="5482" y="85"/>
                </a:lnTo>
                <a:lnTo>
                  <a:pt x="5495" y="95"/>
                </a:lnTo>
                <a:lnTo>
                  <a:pt x="5504" y="99"/>
                </a:lnTo>
                <a:lnTo>
                  <a:pt x="5510" y="101"/>
                </a:lnTo>
                <a:lnTo>
                  <a:pt x="5522" y="111"/>
                </a:lnTo>
                <a:lnTo>
                  <a:pt x="5531" y="115"/>
                </a:lnTo>
                <a:lnTo>
                  <a:pt x="5545" y="118"/>
                </a:lnTo>
                <a:lnTo>
                  <a:pt x="5553" y="120"/>
                </a:lnTo>
                <a:lnTo>
                  <a:pt x="5562" y="121"/>
                </a:lnTo>
                <a:lnTo>
                  <a:pt x="5573" y="125"/>
                </a:lnTo>
                <a:lnTo>
                  <a:pt x="5579" y="127"/>
                </a:lnTo>
                <a:lnTo>
                  <a:pt x="5585" y="125"/>
                </a:lnTo>
                <a:lnTo>
                  <a:pt x="5591" y="126"/>
                </a:lnTo>
                <a:lnTo>
                  <a:pt x="5601" y="127"/>
                </a:lnTo>
                <a:lnTo>
                  <a:pt x="5614" y="133"/>
                </a:lnTo>
                <a:lnTo>
                  <a:pt x="5622" y="135"/>
                </a:lnTo>
                <a:lnTo>
                  <a:pt x="5629" y="133"/>
                </a:lnTo>
                <a:lnTo>
                  <a:pt x="5633" y="131"/>
                </a:lnTo>
                <a:lnTo>
                  <a:pt x="5637" y="127"/>
                </a:lnTo>
                <a:lnTo>
                  <a:pt x="5642" y="125"/>
                </a:lnTo>
                <a:lnTo>
                  <a:pt x="5647" y="124"/>
                </a:lnTo>
                <a:lnTo>
                  <a:pt x="5651" y="124"/>
                </a:lnTo>
                <a:lnTo>
                  <a:pt x="5657" y="123"/>
                </a:lnTo>
                <a:lnTo>
                  <a:pt x="5661" y="120"/>
                </a:lnTo>
                <a:lnTo>
                  <a:pt x="5666" y="116"/>
                </a:lnTo>
                <a:lnTo>
                  <a:pt x="5672" y="115"/>
                </a:lnTo>
                <a:lnTo>
                  <a:pt x="5676" y="115"/>
                </a:lnTo>
                <a:lnTo>
                  <a:pt x="5686" y="116"/>
                </a:lnTo>
                <a:lnTo>
                  <a:pt x="5691" y="109"/>
                </a:lnTo>
                <a:lnTo>
                  <a:pt x="5698" y="109"/>
                </a:lnTo>
                <a:lnTo>
                  <a:pt x="5705" y="109"/>
                </a:lnTo>
                <a:lnTo>
                  <a:pt x="5711" y="108"/>
                </a:lnTo>
                <a:lnTo>
                  <a:pt x="5718" y="104"/>
                </a:lnTo>
                <a:lnTo>
                  <a:pt x="5723" y="99"/>
                </a:lnTo>
                <a:lnTo>
                  <a:pt x="5726" y="99"/>
                </a:lnTo>
                <a:lnTo>
                  <a:pt x="5732" y="96"/>
                </a:lnTo>
                <a:lnTo>
                  <a:pt x="5739" y="90"/>
                </a:lnTo>
                <a:lnTo>
                  <a:pt x="5746" y="90"/>
                </a:lnTo>
                <a:lnTo>
                  <a:pt x="5753" y="89"/>
                </a:lnTo>
                <a:lnTo>
                  <a:pt x="5779" y="86"/>
                </a:lnTo>
                <a:lnTo>
                  <a:pt x="5787" y="84"/>
                </a:lnTo>
                <a:lnTo>
                  <a:pt x="5794" y="82"/>
                </a:lnTo>
                <a:lnTo>
                  <a:pt x="5799" y="81"/>
                </a:lnTo>
                <a:lnTo>
                  <a:pt x="5801" y="77"/>
                </a:lnTo>
                <a:lnTo>
                  <a:pt x="5805" y="74"/>
                </a:lnTo>
                <a:lnTo>
                  <a:pt x="5811" y="70"/>
                </a:lnTo>
                <a:lnTo>
                  <a:pt x="5811" y="70"/>
                </a:lnTo>
                <a:lnTo>
                  <a:pt x="5820" y="79"/>
                </a:lnTo>
                <a:lnTo>
                  <a:pt x="5830" y="90"/>
                </a:lnTo>
                <a:lnTo>
                  <a:pt x="5828" y="111"/>
                </a:lnTo>
                <a:lnTo>
                  <a:pt x="5824" y="122"/>
                </a:lnTo>
                <a:lnTo>
                  <a:pt x="5825" y="127"/>
                </a:lnTo>
                <a:lnTo>
                  <a:pt x="5825" y="136"/>
                </a:lnTo>
                <a:lnTo>
                  <a:pt x="5821" y="146"/>
                </a:lnTo>
                <a:lnTo>
                  <a:pt x="5817" y="151"/>
                </a:lnTo>
                <a:lnTo>
                  <a:pt x="5821" y="157"/>
                </a:lnTo>
                <a:lnTo>
                  <a:pt x="5817" y="180"/>
                </a:lnTo>
                <a:lnTo>
                  <a:pt x="5822" y="181"/>
                </a:lnTo>
                <a:lnTo>
                  <a:pt x="5826" y="187"/>
                </a:lnTo>
                <a:lnTo>
                  <a:pt x="5819" y="207"/>
                </a:lnTo>
                <a:lnTo>
                  <a:pt x="5815" y="212"/>
                </a:lnTo>
                <a:lnTo>
                  <a:pt x="5828" y="227"/>
                </a:lnTo>
                <a:lnTo>
                  <a:pt x="5832" y="230"/>
                </a:lnTo>
                <a:lnTo>
                  <a:pt x="5832" y="236"/>
                </a:lnTo>
                <a:lnTo>
                  <a:pt x="5831" y="255"/>
                </a:lnTo>
                <a:lnTo>
                  <a:pt x="5827" y="262"/>
                </a:lnTo>
                <a:lnTo>
                  <a:pt x="5821" y="270"/>
                </a:lnTo>
                <a:lnTo>
                  <a:pt x="5816" y="285"/>
                </a:lnTo>
                <a:lnTo>
                  <a:pt x="5813" y="300"/>
                </a:lnTo>
                <a:lnTo>
                  <a:pt x="5814" y="312"/>
                </a:lnTo>
                <a:lnTo>
                  <a:pt x="5809" y="322"/>
                </a:lnTo>
                <a:lnTo>
                  <a:pt x="5804" y="330"/>
                </a:lnTo>
                <a:lnTo>
                  <a:pt x="5803" y="340"/>
                </a:lnTo>
                <a:lnTo>
                  <a:pt x="5795" y="345"/>
                </a:lnTo>
                <a:lnTo>
                  <a:pt x="5787" y="348"/>
                </a:lnTo>
                <a:lnTo>
                  <a:pt x="5782" y="358"/>
                </a:lnTo>
                <a:lnTo>
                  <a:pt x="5777" y="362"/>
                </a:lnTo>
                <a:lnTo>
                  <a:pt x="5780" y="370"/>
                </a:lnTo>
                <a:lnTo>
                  <a:pt x="5780" y="380"/>
                </a:lnTo>
                <a:lnTo>
                  <a:pt x="5776" y="387"/>
                </a:lnTo>
                <a:lnTo>
                  <a:pt x="5771" y="413"/>
                </a:lnTo>
                <a:lnTo>
                  <a:pt x="5767" y="443"/>
                </a:lnTo>
                <a:lnTo>
                  <a:pt x="5783" y="466"/>
                </a:lnTo>
                <a:lnTo>
                  <a:pt x="5789" y="467"/>
                </a:lnTo>
                <a:lnTo>
                  <a:pt x="5797" y="475"/>
                </a:lnTo>
                <a:lnTo>
                  <a:pt x="5799" y="485"/>
                </a:lnTo>
                <a:lnTo>
                  <a:pt x="5803" y="495"/>
                </a:lnTo>
                <a:lnTo>
                  <a:pt x="5805" y="503"/>
                </a:lnTo>
                <a:lnTo>
                  <a:pt x="5809" y="530"/>
                </a:lnTo>
                <a:lnTo>
                  <a:pt x="5801" y="537"/>
                </a:lnTo>
                <a:lnTo>
                  <a:pt x="5799" y="542"/>
                </a:lnTo>
                <a:lnTo>
                  <a:pt x="5791" y="544"/>
                </a:lnTo>
                <a:lnTo>
                  <a:pt x="5781" y="549"/>
                </a:lnTo>
                <a:lnTo>
                  <a:pt x="5769" y="555"/>
                </a:lnTo>
                <a:lnTo>
                  <a:pt x="5757" y="561"/>
                </a:lnTo>
                <a:lnTo>
                  <a:pt x="5745" y="563"/>
                </a:lnTo>
                <a:lnTo>
                  <a:pt x="5735" y="568"/>
                </a:lnTo>
                <a:lnTo>
                  <a:pt x="5726" y="572"/>
                </a:lnTo>
                <a:lnTo>
                  <a:pt x="5722" y="577"/>
                </a:lnTo>
                <a:lnTo>
                  <a:pt x="5717" y="572"/>
                </a:lnTo>
                <a:lnTo>
                  <a:pt x="5714" y="568"/>
                </a:lnTo>
                <a:lnTo>
                  <a:pt x="5707" y="563"/>
                </a:lnTo>
                <a:lnTo>
                  <a:pt x="5701" y="561"/>
                </a:lnTo>
                <a:lnTo>
                  <a:pt x="5696" y="560"/>
                </a:lnTo>
                <a:lnTo>
                  <a:pt x="5685" y="562"/>
                </a:lnTo>
                <a:lnTo>
                  <a:pt x="5676" y="562"/>
                </a:lnTo>
                <a:lnTo>
                  <a:pt x="5666" y="563"/>
                </a:lnTo>
                <a:lnTo>
                  <a:pt x="5651" y="562"/>
                </a:lnTo>
                <a:lnTo>
                  <a:pt x="5634" y="563"/>
                </a:lnTo>
                <a:lnTo>
                  <a:pt x="5634" y="559"/>
                </a:lnTo>
                <a:lnTo>
                  <a:pt x="5631" y="555"/>
                </a:lnTo>
                <a:lnTo>
                  <a:pt x="5628" y="544"/>
                </a:lnTo>
                <a:lnTo>
                  <a:pt x="5628" y="539"/>
                </a:lnTo>
                <a:lnTo>
                  <a:pt x="5625" y="535"/>
                </a:lnTo>
                <a:lnTo>
                  <a:pt x="5623" y="529"/>
                </a:lnTo>
                <a:lnTo>
                  <a:pt x="5619" y="522"/>
                </a:lnTo>
                <a:lnTo>
                  <a:pt x="5615" y="515"/>
                </a:lnTo>
                <a:lnTo>
                  <a:pt x="5609" y="507"/>
                </a:lnTo>
                <a:lnTo>
                  <a:pt x="5603" y="501"/>
                </a:lnTo>
                <a:lnTo>
                  <a:pt x="5591" y="495"/>
                </a:lnTo>
                <a:lnTo>
                  <a:pt x="5579" y="487"/>
                </a:lnTo>
                <a:lnTo>
                  <a:pt x="5564" y="484"/>
                </a:lnTo>
                <a:lnTo>
                  <a:pt x="5548" y="486"/>
                </a:lnTo>
                <a:lnTo>
                  <a:pt x="5535" y="491"/>
                </a:lnTo>
                <a:lnTo>
                  <a:pt x="5525" y="495"/>
                </a:lnTo>
                <a:lnTo>
                  <a:pt x="5511" y="500"/>
                </a:lnTo>
                <a:lnTo>
                  <a:pt x="5502" y="498"/>
                </a:lnTo>
                <a:lnTo>
                  <a:pt x="5491" y="497"/>
                </a:lnTo>
                <a:lnTo>
                  <a:pt x="5483" y="496"/>
                </a:lnTo>
                <a:lnTo>
                  <a:pt x="5467" y="494"/>
                </a:lnTo>
                <a:lnTo>
                  <a:pt x="5456" y="499"/>
                </a:lnTo>
                <a:lnTo>
                  <a:pt x="5450" y="500"/>
                </a:lnTo>
                <a:lnTo>
                  <a:pt x="5437" y="504"/>
                </a:lnTo>
                <a:lnTo>
                  <a:pt x="5427" y="505"/>
                </a:lnTo>
                <a:lnTo>
                  <a:pt x="5413" y="509"/>
                </a:lnTo>
                <a:lnTo>
                  <a:pt x="5401" y="513"/>
                </a:lnTo>
                <a:lnTo>
                  <a:pt x="5389" y="512"/>
                </a:lnTo>
                <a:lnTo>
                  <a:pt x="5377" y="512"/>
                </a:lnTo>
                <a:lnTo>
                  <a:pt x="5368" y="510"/>
                </a:lnTo>
                <a:lnTo>
                  <a:pt x="5360" y="505"/>
                </a:lnTo>
                <a:lnTo>
                  <a:pt x="5355" y="502"/>
                </a:lnTo>
                <a:lnTo>
                  <a:pt x="5348" y="505"/>
                </a:lnTo>
                <a:lnTo>
                  <a:pt x="5340" y="508"/>
                </a:lnTo>
                <a:lnTo>
                  <a:pt x="5334" y="506"/>
                </a:lnTo>
                <a:lnTo>
                  <a:pt x="5324" y="502"/>
                </a:lnTo>
                <a:lnTo>
                  <a:pt x="5313" y="495"/>
                </a:lnTo>
                <a:lnTo>
                  <a:pt x="5300" y="489"/>
                </a:lnTo>
                <a:lnTo>
                  <a:pt x="5294" y="486"/>
                </a:lnTo>
                <a:lnTo>
                  <a:pt x="5289" y="480"/>
                </a:lnTo>
                <a:lnTo>
                  <a:pt x="5282" y="475"/>
                </a:lnTo>
                <a:lnTo>
                  <a:pt x="5275" y="472"/>
                </a:lnTo>
                <a:lnTo>
                  <a:pt x="5266" y="472"/>
                </a:lnTo>
                <a:lnTo>
                  <a:pt x="5260" y="473"/>
                </a:lnTo>
                <a:lnTo>
                  <a:pt x="5254" y="473"/>
                </a:lnTo>
                <a:lnTo>
                  <a:pt x="5243" y="473"/>
                </a:lnTo>
                <a:lnTo>
                  <a:pt x="5230" y="477"/>
                </a:lnTo>
                <a:lnTo>
                  <a:pt x="5215" y="482"/>
                </a:lnTo>
                <a:lnTo>
                  <a:pt x="5211" y="486"/>
                </a:lnTo>
                <a:lnTo>
                  <a:pt x="5207" y="494"/>
                </a:lnTo>
                <a:lnTo>
                  <a:pt x="5199" y="509"/>
                </a:lnTo>
                <a:lnTo>
                  <a:pt x="5192" y="516"/>
                </a:lnTo>
                <a:lnTo>
                  <a:pt x="5182" y="519"/>
                </a:lnTo>
                <a:lnTo>
                  <a:pt x="5172" y="521"/>
                </a:lnTo>
                <a:lnTo>
                  <a:pt x="5140" y="525"/>
                </a:lnTo>
                <a:lnTo>
                  <a:pt x="5133" y="528"/>
                </a:lnTo>
                <a:lnTo>
                  <a:pt x="5124" y="535"/>
                </a:lnTo>
                <a:lnTo>
                  <a:pt x="5119" y="539"/>
                </a:lnTo>
                <a:lnTo>
                  <a:pt x="5114" y="540"/>
                </a:lnTo>
                <a:lnTo>
                  <a:pt x="5109" y="538"/>
                </a:lnTo>
                <a:lnTo>
                  <a:pt x="5106" y="535"/>
                </a:lnTo>
                <a:lnTo>
                  <a:pt x="5103" y="531"/>
                </a:lnTo>
                <a:lnTo>
                  <a:pt x="5099" y="527"/>
                </a:lnTo>
                <a:lnTo>
                  <a:pt x="5096" y="521"/>
                </a:lnTo>
                <a:lnTo>
                  <a:pt x="5094" y="515"/>
                </a:lnTo>
                <a:lnTo>
                  <a:pt x="5092" y="509"/>
                </a:lnTo>
                <a:lnTo>
                  <a:pt x="5087" y="504"/>
                </a:lnTo>
                <a:lnTo>
                  <a:pt x="5081" y="500"/>
                </a:lnTo>
                <a:lnTo>
                  <a:pt x="5074" y="493"/>
                </a:lnTo>
                <a:lnTo>
                  <a:pt x="5065" y="486"/>
                </a:lnTo>
                <a:lnTo>
                  <a:pt x="5058" y="483"/>
                </a:lnTo>
                <a:lnTo>
                  <a:pt x="5050" y="484"/>
                </a:lnTo>
                <a:lnTo>
                  <a:pt x="5044" y="489"/>
                </a:lnTo>
                <a:lnTo>
                  <a:pt x="5036" y="498"/>
                </a:lnTo>
                <a:lnTo>
                  <a:pt x="5026" y="508"/>
                </a:lnTo>
                <a:lnTo>
                  <a:pt x="5019" y="508"/>
                </a:lnTo>
                <a:lnTo>
                  <a:pt x="5011" y="508"/>
                </a:lnTo>
                <a:lnTo>
                  <a:pt x="5003" y="509"/>
                </a:lnTo>
                <a:lnTo>
                  <a:pt x="4995" y="510"/>
                </a:lnTo>
                <a:lnTo>
                  <a:pt x="4992" y="515"/>
                </a:lnTo>
                <a:lnTo>
                  <a:pt x="4985" y="523"/>
                </a:lnTo>
                <a:lnTo>
                  <a:pt x="4979" y="530"/>
                </a:lnTo>
                <a:lnTo>
                  <a:pt x="4978" y="530"/>
                </a:lnTo>
                <a:lnTo>
                  <a:pt x="4972" y="530"/>
                </a:lnTo>
                <a:lnTo>
                  <a:pt x="4966" y="526"/>
                </a:lnTo>
                <a:lnTo>
                  <a:pt x="4960" y="521"/>
                </a:lnTo>
                <a:lnTo>
                  <a:pt x="4955" y="517"/>
                </a:lnTo>
                <a:lnTo>
                  <a:pt x="4946" y="512"/>
                </a:lnTo>
                <a:lnTo>
                  <a:pt x="4930" y="508"/>
                </a:lnTo>
                <a:lnTo>
                  <a:pt x="4914" y="505"/>
                </a:lnTo>
                <a:lnTo>
                  <a:pt x="4900" y="502"/>
                </a:lnTo>
                <a:lnTo>
                  <a:pt x="4887" y="501"/>
                </a:lnTo>
                <a:lnTo>
                  <a:pt x="4869" y="500"/>
                </a:lnTo>
                <a:lnTo>
                  <a:pt x="4858" y="497"/>
                </a:lnTo>
                <a:lnTo>
                  <a:pt x="4846" y="494"/>
                </a:lnTo>
                <a:lnTo>
                  <a:pt x="4841" y="484"/>
                </a:lnTo>
                <a:lnTo>
                  <a:pt x="4839" y="477"/>
                </a:lnTo>
                <a:lnTo>
                  <a:pt x="4836" y="471"/>
                </a:lnTo>
                <a:lnTo>
                  <a:pt x="4831" y="465"/>
                </a:lnTo>
                <a:lnTo>
                  <a:pt x="4823" y="460"/>
                </a:lnTo>
                <a:lnTo>
                  <a:pt x="4815" y="459"/>
                </a:lnTo>
                <a:lnTo>
                  <a:pt x="4809" y="450"/>
                </a:lnTo>
                <a:lnTo>
                  <a:pt x="4802" y="447"/>
                </a:lnTo>
                <a:lnTo>
                  <a:pt x="4798" y="448"/>
                </a:lnTo>
                <a:lnTo>
                  <a:pt x="4792" y="443"/>
                </a:lnTo>
                <a:lnTo>
                  <a:pt x="4785" y="443"/>
                </a:lnTo>
                <a:lnTo>
                  <a:pt x="4777" y="445"/>
                </a:lnTo>
                <a:lnTo>
                  <a:pt x="4766" y="445"/>
                </a:lnTo>
                <a:lnTo>
                  <a:pt x="4756" y="443"/>
                </a:lnTo>
                <a:lnTo>
                  <a:pt x="4746" y="436"/>
                </a:lnTo>
                <a:lnTo>
                  <a:pt x="4739" y="431"/>
                </a:lnTo>
                <a:lnTo>
                  <a:pt x="4731" y="430"/>
                </a:lnTo>
                <a:lnTo>
                  <a:pt x="4722" y="431"/>
                </a:lnTo>
                <a:lnTo>
                  <a:pt x="4714" y="432"/>
                </a:lnTo>
                <a:lnTo>
                  <a:pt x="4706" y="432"/>
                </a:lnTo>
                <a:lnTo>
                  <a:pt x="4693" y="431"/>
                </a:lnTo>
                <a:lnTo>
                  <a:pt x="4683" y="426"/>
                </a:lnTo>
                <a:lnTo>
                  <a:pt x="4674" y="419"/>
                </a:lnTo>
                <a:lnTo>
                  <a:pt x="4661" y="417"/>
                </a:lnTo>
                <a:lnTo>
                  <a:pt x="4650" y="415"/>
                </a:lnTo>
                <a:lnTo>
                  <a:pt x="4642" y="416"/>
                </a:lnTo>
                <a:lnTo>
                  <a:pt x="4634" y="419"/>
                </a:lnTo>
                <a:lnTo>
                  <a:pt x="4631" y="420"/>
                </a:lnTo>
                <a:lnTo>
                  <a:pt x="4623" y="426"/>
                </a:lnTo>
                <a:lnTo>
                  <a:pt x="4617" y="434"/>
                </a:lnTo>
                <a:lnTo>
                  <a:pt x="4614" y="442"/>
                </a:lnTo>
                <a:lnTo>
                  <a:pt x="4611" y="448"/>
                </a:lnTo>
                <a:lnTo>
                  <a:pt x="4595" y="451"/>
                </a:lnTo>
                <a:lnTo>
                  <a:pt x="4586" y="451"/>
                </a:lnTo>
                <a:lnTo>
                  <a:pt x="4576" y="448"/>
                </a:lnTo>
                <a:lnTo>
                  <a:pt x="4565" y="449"/>
                </a:lnTo>
                <a:lnTo>
                  <a:pt x="4554" y="451"/>
                </a:lnTo>
                <a:lnTo>
                  <a:pt x="4541" y="450"/>
                </a:lnTo>
                <a:lnTo>
                  <a:pt x="4534" y="444"/>
                </a:lnTo>
                <a:lnTo>
                  <a:pt x="4521" y="441"/>
                </a:lnTo>
                <a:lnTo>
                  <a:pt x="4488" y="439"/>
                </a:lnTo>
                <a:lnTo>
                  <a:pt x="4473" y="437"/>
                </a:lnTo>
                <a:lnTo>
                  <a:pt x="4455" y="432"/>
                </a:lnTo>
                <a:lnTo>
                  <a:pt x="4438" y="421"/>
                </a:lnTo>
                <a:lnTo>
                  <a:pt x="4424" y="416"/>
                </a:lnTo>
                <a:lnTo>
                  <a:pt x="4405" y="410"/>
                </a:lnTo>
                <a:lnTo>
                  <a:pt x="4393" y="404"/>
                </a:lnTo>
                <a:lnTo>
                  <a:pt x="4386" y="398"/>
                </a:lnTo>
                <a:lnTo>
                  <a:pt x="4369" y="403"/>
                </a:lnTo>
                <a:lnTo>
                  <a:pt x="4359" y="410"/>
                </a:lnTo>
                <a:lnTo>
                  <a:pt x="4350" y="412"/>
                </a:lnTo>
                <a:lnTo>
                  <a:pt x="4340" y="414"/>
                </a:lnTo>
                <a:lnTo>
                  <a:pt x="4332" y="419"/>
                </a:lnTo>
                <a:lnTo>
                  <a:pt x="4329" y="428"/>
                </a:lnTo>
                <a:lnTo>
                  <a:pt x="4321" y="434"/>
                </a:lnTo>
                <a:lnTo>
                  <a:pt x="4313" y="439"/>
                </a:lnTo>
                <a:lnTo>
                  <a:pt x="4304" y="444"/>
                </a:lnTo>
                <a:lnTo>
                  <a:pt x="4295" y="449"/>
                </a:lnTo>
                <a:lnTo>
                  <a:pt x="4289" y="457"/>
                </a:lnTo>
                <a:lnTo>
                  <a:pt x="4284" y="464"/>
                </a:lnTo>
                <a:lnTo>
                  <a:pt x="4283" y="477"/>
                </a:lnTo>
                <a:lnTo>
                  <a:pt x="4282" y="489"/>
                </a:lnTo>
                <a:lnTo>
                  <a:pt x="4276" y="494"/>
                </a:lnTo>
                <a:lnTo>
                  <a:pt x="4264" y="496"/>
                </a:lnTo>
                <a:lnTo>
                  <a:pt x="4253" y="495"/>
                </a:lnTo>
                <a:lnTo>
                  <a:pt x="4242" y="488"/>
                </a:lnTo>
                <a:lnTo>
                  <a:pt x="4227" y="483"/>
                </a:lnTo>
                <a:lnTo>
                  <a:pt x="4214" y="481"/>
                </a:lnTo>
                <a:lnTo>
                  <a:pt x="4203" y="482"/>
                </a:lnTo>
                <a:lnTo>
                  <a:pt x="4191" y="482"/>
                </a:lnTo>
                <a:lnTo>
                  <a:pt x="4177" y="483"/>
                </a:lnTo>
                <a:lnTo>
                  <a:pt x="4165" y="485"/>
                </a:lnTo>
                <a:lnTo>
                  <a:pt x="4152" y="483"/>
                </a:lnTo>
                <a:lnTo>
                  <a:pt x="4134" y="478"/>
                </a:lnTo>
                <a:lnTo>
                  <a:pt x="4123" y="477"/>
                </a:lnTo>
                <a:lnTo>
                  <a:pt x="4109" y="480"/>
                </a:lnTo>
                <a:lnTo>
                  <a:pt x="4095" y="482"/>
                </a:lnTo>
                <a:lnTo>
                  <a:pt x="4086" y="486"/>
                </a:lnTo>
                <a:lnTo>
                  <a:pt x="4081" y="491"/>
                </a:lnTo>
                <a:lnTo>
                  <a:pt x="4075" y="494"/>
                </a:lnTo>
                <a:lnTo>
                  <a:pt x="4068" y="495"/>
                </a:lnTo>
                <a:lnTo>
                  <a:pt x="4057" y="494"/>
                </a:lnTo>
                <a:lnTo>
                  <a:pt x="4048" y="491"/>
                </a:lnTo>
                <a:lnTo>
                  <a:pt x="4036" y="485"/>
                </a:lnTo>
                <a:lnTo>
                  <a:pt x="4025" y="478"/>
                </a:lnTo>
                <a:lnTo>
                  <a:pt x="4017" y="476"/>
                </a:lnTo>
                <a:lnTo>
                  <a:pt x="4009" y="475"/>
                </a:lnTo>
                <a:lnTo>
                  <a:pt x="3999" y="476"/>
                </a:lnTo>
                <a:lnTo>
                  <a:pt x="3983" y="472"/>
                </a:lnTo>
                <a:lnTo>
                  <a:pt x="3967" y="471"/>
                </a:lnTo>
                <a:lnTo>
                  <a:pt x="3961" y="470"/>
                </a:lnTo>
                <a:lnTo>
                  <a:pt x="3945" y="470"/>
                </a:lnTo>
                <a:lnTo>
                  <a:pt x="3932" y="470"/>
                </a:lnTo>
                <a:lnTo>
                  <a:pt x="3920" y="470"/>
                </a:lnTo>
                <a:lnTo>
                  <a:pt x="3907" y="471"/>
                </a:lnTo>
                <a:lnTo>
                  <a:pt x="3896" y="464"/>
                </a:lnTo>
                <a:lnTo>
                  <a:pt x="3889" y="459"/>
                </a:lnTo>
                <a:lnTo>
                  <a:pt x="3881" y="458"/>
                </a:lnTo>
                <a:lnTo>
                  <a:pt x="3866" y="459"/>
                </a:lnTo>
                <a:lnTo>
                  <a:pt x="3849" y="460"/>
                </a:lnTo>
                <a:lnTo>
                  <a:pt x="3834" y="461"/>
                </a:lnTo>
                <a:lnTo>
                  <a:pt x="3824" y="462"/>
                </a:lnTo>
                <a:lnTo>
                  <a:pt x="3811" y="465"/>
                </a:lnTo>
                <a:lnTo>
                  <a:pt x="3791" y="470"/>
                </a:lnTo>
                <a:lnTo>
                  <a:pt x="3775" y="470"/>
                </a:lnTo>
                <a:lnTo>
                  <a:pt x="3768" y="471"/>
                </a:lnTo>
                <a:lnTo>
                  <a:pt x="3745" y="477"/>
                </a:lnTo>
                <a:lnTo>
                  <a:pt x="3727" y="483"/>
                </a:lnTo>
                <a:lnTo>
                  <a:pt x="3714" y="484"/>
                </a:lnTo>
                <a:lnTo>
                  <a:pt x="3700" y="482"/>
                </a:lnTo>
                <a:lnTo>
                  <a:pt x="3685" y="481"/>
                </a:lnTo>
                <a:lnTo>
                  <a:pt x="3674" y="470"/>
                </a:lnTo>
                <a:lnTo>
                  <a:pt x="3665" y="461"/>
                </a:lnTo>
                <a:lnTo>
                  <a:pt x="3655" y="451"/>
                </a:lnTo>
                <a:lnTo>
                  <a:pt x="3646" y="450"/>
                </a:lnTo>
                <a:lnTo>
                  <a:pt x="3629" y="451"/>
                </a:lnTo>
                <a:lnTo>
                  <a:pt x="3622" y="446"/>
                </a:lnTo>
                <a:lnTo>
                  <a:pt x="3602" y="447"/>
                </a:lnTo>
                <a:lnTo>
                  <a:pt x="3595" y="451"/>
                </a:lnTo>
                <a:lnTo>
                  <a:pt x="3586" y="455"/>
                </a:lnTo>
                <a:lnTo>
                  <a:pt x="3573" y="454"/>
                </a:lnTo>
                <a:lnTo>
                  <a:pt x="3564" y="453"/>
                </a:lnTo>
                <a:lnTo>
                  <a:pt x="3554" y="453"/>
                </a:lnTo>
                <a:lnTo>
                  <a:pt x="3550" y="453"/>
                </a:lnTo>
                <a:lnTo>
                  <a:pt x="3533" y="467"/>
                </a:lnTo>
                <a:lnTo>
                  <a:pt x="3519" y="473"/>
                </a:lnTo>
                <a:lnTo>
                  <a:pt x="3513" y="479"/>
                </a:lnTo>
                <a:lnTo>
                  <a:pt x="3498" y="481"/>
                </a:lnTo>
                <a:lnTo>
                  <a:pt x="3485" y="473"/>
                </a:lnTo>
                <a:lnTo>
                  <a:pt x="3475" y="469"/>
                </a:lnTo>
                <a:lnTo>
                  <a:pt x="3463" y="461"/>
                </a:lnTo>
                <a:lnTo>
                  <a:pt x="3451" y="461"/>
                </a:lnTo>
                <a:lnTo>
                  <a:pt x="3439" y="458"/>
                </a:lnTo>
                <a:lnTo>
                  <a:pt x="3420" y="449"/>
                </a:lnTo>
                <a:lnTo>
                  <a:pt x="3412" y="450"/>
                </a:lnTo>
                <a:lnTo>
                  <a:pt x="3401" y="450"/>
                </a:lnTo>
                <a:lnTo>
                  <a:pt x="3396" y="450"/>
                </a:lnTo>
                <a:lnTo>
                  <a:pt x="3379" y="452"/>
                </a:lnTo>
                <a:lnTo>
                  <a:pt x="3372" y="453"/>
                </a:lnTo>
                <a:lnTo>
                  <a:pt x="3361" y="452"/>
                </a:lnTo>
                <a:lnTo>
                  <a:pt x="3356" y="451"/>
                </a:lnTo>
                <a:lnTo>
                  <a:pt x="3350" y="450"/>
                </a:lnTo>
                <a:lnTo>
                  <a:pt x="3345" y="452"/>
                </a:lnTo>
                <a:lnTo>
                  <a:pt x="3336" y="464"/>
                </a:lnTo>
                <a:lnTo>
                  <a:pt x="3329" y="467"/>
                </a:lnTo>
                <a:lnTo>
                  <a:pt x="3327" y="467"/>
                </a:lnTo>
                <a:lnTo>
                  <a:pt x="3320" y="468"/>
                </a:lnTo>
                <a:lnTo>
                  <a:pt x="3303" y="470"/>
                </a:lnTo>
                <a:lnTo>
                  <a:pt x="3292" y="474"/>
                </a:lnTo>
                <a:lnTo>
                  <a:pt x="3287" y="479"/>
                </a:lnTo>
                <a:lnTo>
                  <a:pt x="3278" y="486"/>
                </a:lnTo>
                <a:lnTo>
                  <a:pt x="3269" y="483"/>
                </a:lnTo>
                <a:lnTo>
                  <a:pt x="3261" y="483"/>
                </a:lnTo>
                <a:lnTo>
                  <a:pt x="3250" y="482"/>
                </a:lnTo>
                <a:lnTo>
                  <a:pt x="3243" y="485"/>
                </a:lnTo>
                <a:lnTo>
                  <a:pt x="3236" y="485"/>
                </a:lnTo>
                <a:lnTo>
                  <a:pt x="3233" y="486"/>
                </a:lnTo>
                <a:lnTo>
                  <a:pt x="3226" y="482"/>
                </a:lnTo>
                <a:lnTo>
                  <a:pt x="3217" y="480"/>
                </a:lnTo>
                <a:lnTo>
                  <a:pt x="3209" y="481"/>
                </a:lnTo>
                <a:lnTo>
                  <a:pt x="3196" y="480"/>
                </a:lnTo>
                <a:lnTo>
                  <a:pt x="3188" y="469"/>
                </a:lnTo>
                <a:lnTo>
                  <a:pt x="3182" y="464"/>
                </a:lnTo>
                <a:lnTo>
                  <a:pt x="3175" y="456"/>
                </a:lnTo>
                <a:lnTo>
                  <a:pt x="3168" y="449"/>
                </a:lnTo>
                <a:lnTo>
                  <a:pt x="3156" y="443"/>
                </a:lnTo>
                <a:lnTo>
                  <a:pt x="3143" y="442"/>
                </a:lnTo>
                <a:lnTo>
                  <a:pt x="3131" y="442"/>
                </a:lnTo>
                <a:lnTo>
                  <a:pt x="3119" y="442"/>
                </a:lnTo>
                <a:lnTo>
                  <a:pt x="3110" y="443"/>
                </a:lnTo>
                <a:lnTo>
                  <a:pt x="3100" y="446"/>
                </a:lnTo>
                <a:lnTo>
                  <a:pt x="3085" y="450"/>
                </a:lnTo>
                <a:lnTo>
                  <a:pt x="3075" y="454"/>
                </a:lnTo>
                <a:lnTo>
                  <a:pt x="3062" y="458"/>
                </a:lnTo>
                <a:lnTo>
                  <a:pt x="3052" y="462"/>
                </a:lnTo>
                <a:lnTo>
                  <a:pt x="3044" y="468"/>
                </a:lnTo>
                <a:lnTo>
                  <a:pt x="3035" y="476"/>
                </a:lnTo>
                <a:lnTo>
                  <a:pt x="3032" y="486"/>
                </a:lnTo>
                <a:lnTo>
                  <a:pt x="3028" y="492"/>
                </a:lnTo>
                <a:lnTo>
                  <a:pt x="3021" y="495"/>
                </a:lnTo>
                <a:lnTo>
                  <a:pt x="3012" y="495"/>
                </a:lnTo>
                <a:lnTo>
                  <a:pt x="3001" y="496"/>
                </a:lnTo>
                <a:lnTo>
                  <a:pt x="2995" y="497"/>
                </a:lnTo>
                <a:lnTo>
                  <a:pt x="2990" y="498"/>
                </a:lnTo>
                <a:lnTo>
                  <a:pt x="2980" y="497"/>
                </a:lnTo>
                <a:lnTo>
                  <a:pt x="2968" y="492"/>
                </a:lnTo>
                <a:lnTo>
                  <a:pt x="2958" y="481"/>
                </a:lnTo>
                <a:lnTo>
                  <a:pt x="2949" y="475"/>
                </a:lnTo>
                <a:lnTo>
                  <a:pt x="2936" y="468"/>
                </a:lnTo>
                <a:lnTo>
                  <a:pt x="2923" y="452"/>
                </a:lnTo>
                <a:lnTo>
                  <a:pt x="2910" y="440"/>
                </a:lnTo>
                <a:lnTo>
                  <a:pt x="2897" y="434"/>
                </a:lnTo>
                <a:lnTo>
                  <a:pt x="2889" y="430"/>
                </a:lnTo>
                <a:lnTo>
                  <a:pt x="2887" y="431"/>
                </a:lnTo>
                <a:lnTo>
                  <a:pt x="2876" y="435"/>
                </a:lnTo>
                <a:lnTo>
                  <a:pt x="2865" y="444"/>
                </a:lnTo>
                <a:lnTo>
                  <a:pt x="2857" y="451"/>
                </a:lnTo>
                <a:lnTo>
                  <a:pt x="2855" y="455"/>
                </a:lnTo>
                <a:lnTo>
                  <a:pt x="2849" y="462"/>
                </a:lnTo>
                <a:lnTo>
                  <a:pt x="2843" y="467"/>
                </a:lnTo>
                <a:lnTo>
                  <a:pt x="2839" y="471"/>
                </a:lnTo>
                <a:lnTo>
                  <a:pt x="2832" y="475"/>
                </a:lnTo>
                <a:lnTo>
                  <a:pt x="2827" y="477"/>
                </a:lnTo>
                <a:lnTo>
                  <a:pt x="2817" y="479"/>
                </a:lnTo>
                <a:lnTo>
                  <a:pt x="2809" y="479"/>
                </a:lnTo>
                <a:lnTo>
                  <a:pt x="2799" y="477"/>
                </a:lnTo>
                <a:lnTo>
                  <a:pt x="2783" y="471"/>
                </a:lnTo>
                <a:lnTo>
                  <a:pt x="2777" y="467"/>
                </a:lnTo>
                <a:lnTo>
                  <a:pt x="2770" y="463"/>
                </a:lnTo>
                <a:lnTo>
                  <a:pt x="2762" y="458"/>
                </a:lnTo>
                <a:lnTo>
                  <a:pt x="2751" y="447"/>
                </a:lnTo>
                <a:lnTo>
                  <a:pt x="2743" y="444"/>
                </a:lnTo>
                <a:lnTo>
                  <a:pt x="2730" y="441"/>
                </a:lnTo>
                <a:lnTo>
                  <a:pt x="2718" y="438"/>
                </a:lnTo>
                <a:lnTo>
                  <a:pt x="2704" y="432"/>
                </a:lnTo>
                <a:lnTo>
                  <a:pt x="2698" y="430"/>
                </a:lnTo>
                <a:lnTo>
                  <a:pt x="2694" y="427"/>
                </a:lnTo>
                <a:lnTo>
                  <a:pt x="2679" y="427"/>
                </a:lnTo>
                <a:lnTo>
                  <a:pt x="2674" y="426"/>
                </a:lnTo>
                <a:lnTo>
                  <a:pt x="2666" y="425"/>
                </a:lnTo>
                <a:lnTo>
                  <a:pt x="2644" y="424"/>
                </a:lnTo>
                <a:lnTo>
                  <a:pt x="2641" y="424"/>
                </a:lnTo>
                <a:lnTo>
                  <a:pt x="2634" y="423"/>
                </a:lnTo>
                <a:lnTo>
                  <a:pt x="2626" y="420"/>
                </a:lnTo>
                <a:lnTo>
                  <a:pt x="2619" y="420"/>
                </a:lnTo>
                <a:lnTo>
                  <a:pt x="2603" y="424"/>
                </a:lnTo>
                <a:lnTo>
                  <a:pt x="2592" y="426"/>
                </a:lnTo>
                <a:lnTo>
                  <a:pt x="2582" y="430"/>
                </a:lnTo>
                <a:lnTo>
                  <a:pt x="2559" y="435"/>
                </a:lnTo>
                <a:lnTo>
                  <a:pt x="2558" y="435"/>
                </a:lnTo>
                <a:lnTo>
                  <a:pt x="2548" y="437"/>
                </a:lnTo>
                <a:lnTo>
                  <a:pt x="2540" y="438"/>
                </a:lnTo>
                <a:lnTo>
                  <a:pt x="2535" y="438"/>
                </a:lnTo>
                <a:lnTo>
                  <a:pt x="2529" y="439"/>
                </a:lnTo>
                <a:lnTo>
                  <a:pt x="2522" y="444"/>
                </a:lnTo>
                <a:lnTo>
                  <a:pt x="2511" y="453"/>
                </a:lnTo>
                <a:lnTo>
                  <a:pt x="2495" y="462"/>
                </a:lnTo>
                <a:lnTo>
                  <a:pt x="2486" y="467"/>
                </a:lnTo>
                <a:lnTo>
                  <a:pt x="2478" y="471"/>
                </a:lnTo>
                <a:lnTo>
                  <a:pt x="2469" y="470"/>
                </a:lnTo>
                <a:lnTo>
                  <a:pt x="2461" y="470"/>
                </a:lnTo>
                <a:lnTo>
                  <a:pt x="2453" y="471"/>
                </a:lnTo>
                <a:lnTo>
                  <a:pt x="2436" y="469"/>
                </a:lnTo>
                <a:lnTo>
                  <a:pt x="2427" y="467"/>
                </a:lnTo>
                <a:lnTo>
                  <a:pt x="2421" y="462"/>
                </a:lnTo>
                <a:lnTo>
                  <a:pt x="2412" y="453"/>
                </a:lnTo>
                <a:lnTo>
                  <a:pt x="2389" y="443"/>
                </a:lnTo>
                <a:lnTo>
                  <a:pt x="2379" y="440"/>
                </a:lnTo>
                <a:lnTo>
                  <a:pt x="2366" y="437"/>
                </a:lnTo>
                <a:lnTo>
                  <a:pt x="2360" y="434"/>
                </a:lnTo>
                <a:lnTo>
                  <a:pt x="2356" y="431"/>
                </a:lnTo>
                <a:lnTo>
                  <a:pt x="2349" y="424"/>
                </a:lnTo>
                <a:lnTo>
                  <a:pt x="2328" y="414"/>
                </a:lnTo>
                <a:lnTo>
                  <a:pt x="2302" y="402"/>
                </a:lnTo>
                <a:lnTo>
                  <a:pt x="2266" y="386"/>
                </a:lnTo>
                <a:lnTo>
                  <a:pt x="2228" y="377"/>
                </a:lnTo>
                <a:lnTo>
                  <a:pt x="2201" y="372"/>
                </a:lnTo>
                <a:lnTo>
                  <a:pt x="2171" y="369"/>
                </a:lnTo>
                <a:lnTo>
                  <a:pt x="2149" y="369"/>
                </a:lnTo>
                <a:lnTo>
                  <a:pt x="2136" y="369"/>
                </a:lnTo>
                <a:lnTo>
                  <a:pt x="2134" y="371"/>
                </a:lnTo>
                <a:lnTo>
                  <a:pt x="2131" y="375"/>
                </a:lnTo>
                <a:lnTo>
                  <a:pt x="2122" y="368"/>
                </a:lnTo>
                <a:lnTo>
                  <a:pt x="2107" y="368"/>
                </a:lnTo>
                <a:lnTo>
                  <a:pt x="2090" y="378"/>
                </a:lnTo>
                <a:lnTo>
                  <a:pt x="2079" y="388"/>
                </a:lnTo>
                <a:lnTo>
                  <a:pt x="2061" y="415"/>
                </a:lnTo>
                <a:lnTo>
                  <a:pt x="2046" y="424"/>
                </a:lnTo>
                <a:lnTo>
                  <a:pt x="2033" y="430"/>
                </a:lnTo>
                <a:lnTo>
                  <a:pt x="2027" y="430"/>
                </a:lnTo>
                <a:lnTo>
                  <a:pt x="2023" y="433"/>
                </a:lnTo>
                <a:lnTo>
                  <a:pt x="2019" y="436"/>
                </a:lnTo>
                <a:lnTo>
                  <a:pt x="2036" y="526"/>
                </a:lnTo>
                <a:lnTo>
                  <a:pt x="2030" y="526"/>
                </a:lnTo>
                <a:lnTo>
                  <a:pt x="2023" y="526"/>
                </a:lnTo>
                <a:lnTo>
                  <a:pt x="2017" y="523"/>
                </a:lnTo>
                <a:lnTo>
                  <a:pt x="2011" y="524"/>
                </a:lnTo>
                <a:lnTo>
                  <a:pt x="2005" y="524"/>
                </a:lnTo>
                <a:lnTo>
                  <a:pt x="1996" y="526"/>
                </a:lnTo>
                <a:lnTo>
                  <a:pt x="1982" y="532"/>
                </a:lnTo>
                <a:lnTo>
                  <a:pt x="1974" y="532"/>
                </a:lnTo>
                <a:lnTo>
                  <a:pt x="1966" y="536"/>
                </a:lnTo>
                <a:lnTo>
                  <a:pt x="1958" y="543"/>
                </a:lnTo>
                <a:lnTo>
                  <a:pt x="1946" y="550"/>
                </a:lnTo>
                <a:lnTo>
                  <a:pt x="1936" y="555"/>
                </a:lnTo>
                <a:lnTo>
                  <a:pt x="1933" y="555"/>
                </a:lnTo>
                <a:lnTo>
                  <a:pt x="1928" y="553"/>
                </a:lnTo>
                <a:lnTo>
                  <a:pt x="1926" y="552"/>
                </a:lnTo>
                <a:lnTo>
                  <a:pt x="1923" y="550"/>
                </a:lnTo>
                <a:lnTo>
                  <a:pt x="1920" y="552"/>
                </a:lnTo>
                <a:lnTo>
                  <a:pt x="1915" y="558"/>
                </a:lnTo>
                <a:lnTo>
                  <a:pt x="1915" y="571"/>
                </a:lnTo>
                <a:lnTo>
                  <a:pt x="1916" y="586"/>
                </a:lnTo>
                <a:lnTo>
                  <a:pt x="1913" y="588"/>
                </a:lnTo>
                <a:lnTo>
                  <a:pt x="1908" y="588"/>
                </a:lnTo>
                <a:lnTo>
                  <a:pt x="1905" y="590"/>
                </a:lnTo>
                <a:lnTo>
                  <a:pt x="1904" y="598"/>
                </a:lnTo>
                <a:lnTo>
                  <a:pt x="1902" y="604"/>
                </a:lnTo>
                <a:lnTo>
                  <a:pt x="1897" y="604"/>
                </a:lnTo>
                <a:lnTo>
                  <a:pt x="1876" y="600"/>
                </a:lnTo>
                <a:lnTo>
                  <a:pt x="1855" y="596"/>
                </a:lnTo>
                <a:lnTo>
                  <a:pt x="1843" y="596"/>
                </a:lnTo>
                <a:lnTo>
                  <a:pt x="1836" y="602"/>
                </a:lnTo>
                <a:lnTo>
                  <a:pt x="1829" y="613"/>
                </a:lnTo>
                <a:lnTo>
                  <a:pt x="1827" y="619"/>
                </a:lnTo>
                <a:lnTo>
                  <a:pt x="1827" y="625"/>
                </a:lnTo>
                <a:lnTo>
                  <a:pt x="1834" y="636"/>
                </a:lnTo>
                <a:lnTo>
                  <a:pt x="1844" y="644"/>
                </a:lnTo>
                <a:lnTo>
                  <a:pt x="1852" y="654"/>
                </a:lnTo>
                <a:lnTo>
                  <a:pt x="1859" y="659"/>
                </a:lnTo>
                <a:lnTo>
                  <a:pt x="1872" y="670"/>
                </a:lnTo>
                <a:lnTo>
                  <a:pt x="1880" y="679"/>
                </a:lnTo>
                <a:lnTo>
                  <a:pt x="1886" y="686"/>
                </a:lnTo>
                <a:lnTo>
                  <a:pt x="1885" y="688"/>
                </a:lnTo>
                <a:lnTo>
                  <a:pt x="1888" y="691"/>
                </a:lnTo>
                <a:lnTo>
                  <a:pt x="1885" y="698"/>
                </a:lnTo>
                <a:lnTo>
                  <a:pt x="1882" y="703"/>
                </a:lnTo>
                <a:lnTo>
                  <a:pt x="1876" y="718"/>
                </a:lnTo>
                <a:lnTo>
                  <a:pt x="1876" y="728"/>
                </a:lnTo>
                <a:lnTo>
                  <a:pt x="1877" y="733"/>
                </a:lnTo>
                <a:lnTo>
                  <a:pt x="1877" y="734"/>
                </a:lnTo>
                <a:lnTo>
                  <a:pt x="1877" y="734"/>
                </a:lnTo>
                <a:lnTo>
                  <a:pt x="1877" y="735"/>
                </a:lnTo>
                <a:lnTo>
                  <a:pt x="1877" y="736"/>
                </a:lnTo>
                <a:lnTo>
                  <a:pt x="1877" y="737"/>
                </a:lnTo>
                <a:lnTo>
                  <a:pt x="1876" y="737"/>
                </a:lnTo>
                <a:lnTo>
                  <a:pt x="1876" y="738"/>
                </a:lnTo>
                <a:lnTo>
                  <a:pt x="1876" y="739"/>
                </a:lnTo>
                <a:lnTo>
                  <a:pt x="1876" y="740"/>
                </a:lnTo>
                <a:lnTo>
                  <a:pt x="1876" y="741"/>
                </a:lnTo>
                <a:lnTo>
                  <a:pt x="1876" y="742"/>
                </a:lnTo>
                <a:lnTo>
                  <a:pt x="1875" y="742"/>
                </a:lnTo>
                <a:lnTo>
                  <a:pt x="1875" y="743"/>
                </a:lnTo>
                <a:lnTo>
                  <a:pt x="1874" y="743"/>
                </a:lnTo>
                <a:lnTo>
                  <a:pt x="1873" y="744"/>
                </a:lnTo>
                <a:lnTo>
                  <a:pt x="1873" y="745"/>
                </a:lnTo>
                <a:lnTo>
                  <a:pt x="1872" y="745"/>
                </a:lnTo>
                <a:lnTo>
                  <a:pt x="1872" y="746"/>
                </a:lnTo>
                <a:lnTo>
                  <a:pt x="1871" y="747"/>
                </a:lnTo>
                <a:lnTo>
                  <a:pt x="1871" y="748"/>
                </a:lnTo>
                <a:lnTo>
                  <a:pt x="1871" y="749"/>
                </a:lnTo>
                <a:lnTo>
                  <a:pt x="1870" y="749"/>
                </a:lnTo>
                <a:lnTo>
                  <a:pt x="1871" y="750"/>
                </a:lnTo>
                <a:lnTo>
                  <a:pt x="1871" y="751"/>
                </a:lnTo>
                <a:lnTo>
                  <a:pt x="1870" y="751"/>
                </a:lnTo>
                <a:lnTo>
                  <a:pt x="1870" y="752"/>
                </a:lnTo>
                <a:lnTo>
                  <a:pt x="1870" y="753"/>
                </a:lnTo>
                <a:lnTo>
                  <a:pt x="1871" y="753"/>
                </a:lnTo>
                <a:lnTo>
                  <a:pt x="1871" y="754"/>
                </a:lnTo>
                <a:lnTo>
                  <a:pt x="1871" y="755"/>
                </a:lnTo>
                <a:lnTo>
                  <a:pt x="1872" y="755"/>
                </a:lnTo>
                <a:lnTo>
                  <a:pt x="1872" y="756"/>
                </a:lnTo>
                <a:lnTo>
                  <a:pt x="1871" y="756"/>
                </a:lnTo>
                <a:lnTo>
                  <a:pt x="1871" y="757"/>
                </a:lnTo>
                <a:lnTo>
                  <a:pt x="1871" y="759"/>
                </a:lnTo>
                <a:lnTo>
                  <a:pt x="1871" y="760"/>
                </a:lnTo>
                <a:lnTo>
                  <a:pt x="1871" y="761"/>
                </a:lnTo>
                <a:lnTo>
                  <a:pt x="1871" y="761"/>
                </a:lnTo>
                <a:lnTo>
                  <a:pt x="1871" y="762"/>
                </a:lnTo>
                <a:lnTo>
                  <a:pt x="1870" y="762"/>
                </a:lnTo>
                <a:lnTo>
                  <a:pt x="1870" y="763"/>
                </a:lnTo>
                <a:lnTo>
                  <a:pt x="1870" y="764"/>
                </a:lnTo>
                <a:lnTo>
                  <a:pt x="1870" y="765"/>
                </a:lnTo>
                <a:lnTo>
                  <a:pt x="1869" y="765"/>
                </a:lnTo>
                <a:lnTo>
                  <a:pt x="1869" y="766"/>
                </a:lnTo>
                <a:lnTo>
                  <a:pt x="1869" y="767"/>
                </a:lnTo>
                <a:lnTo>
                  <a:pt x="1868" y="767"/>
                </a:lnTo>
                <a:lnTo>
                  <a:pt x="1868" y="768"/>
                </a:lnTo>
                <a:lnTo>
                  <a:pt x="1868" y="769"/>
                </a:lnTo>
                <a:lnTo>
                  <a:pt x="1867" y="769"/>
                </a:lnTo>
                <a:lnTo>
                  <a:pt x="1867" y="770"/>
                </a:lnTo>
                <a:lnTo>
                  <a:pt x="1866" y="771"/>
                </a:lnTo>
                <a:lnTo>
                  <a:pt x="1866" y="772"/>
                </a:lnTo>
                <a:lnTo>
                  <a:pt x="1866" y="773"/>
                </a:lnTo>
                <a:lnTo>
                  <a:pt x="1866" y="774"/>
                </a:lnTo>
                <a:lnTo>
                  <a:pt x="1867" y="774"/>
                </a:lnTo>
                <a:lnTo>
                  <a:pt x="1867" y="775"/>
                </a:lnTo>
                <a:lnTo>
                  <a:pt x="1867" y="776"/>
                </a:lnTo>
                <a:lnTo>
                  <a:pt x="1867" y="777"/>
                </a:lnTo>
                <a:lnTo>
                  <a:pt x="1867" y="778"/>
                </a:lnTo>
                <a:lnTo>
                  <a:pt x="1867" y="779"/>
                </a:lnTo>
                <a:lnTo>
                  <a:pt x="1866" y="779"/>
                </a:lnTo>
                <a:lnTo>
                  <a:pt x="1866" y="780"/>
                </a:lnTo>
                <a:lnTo>
                  <a:pt x="1866" y="781"/>
                </a:lnTo>
                <a:lnTo>
                  <a:pt x="1866" y="782"/>
                </a:lnTo>
                <a:lnTo>
                  <a:pt x="1865" y="782"/>
                </a:lnTo>
                <a:lnTo>
                  <a:pt x="1865" y="783"/>
                </a:lnTo>
                <a:lnTo>
                  <a:pt x="1866" y="783"/>
                </a:lnTo>
                <a:lnTo>
                  <a:pt x="1866" y="784"/>
                </a:lnTo>
                <a:lnTo>
                  <a:pt x="1866" y="785"/>
                </a:lnTo>
                <a:lnTo>
                  <a:pt x="1866" y="786"/>
                </a:lnTo>
                <a:lnTo>
                  <a:pt x="1867" y="786"/>
                </a:lnTo>
                <a:lnTo>
                  <a:pt x="1868" y="787"/>
                </a:lnTo>
                <a:lnTo>
                  <a:pt x="1869" y="787"/>
                </a:lnTo>
                <a:lnTo>
                  <a:pt x="1870" y="787"/>
                </a:lnTo>
                <a:lnTo>
                  <a:pt x="1871" y="787"/>
                </a:lnTo>
                <a:lnTo>
                  <a:pt x="1872" y="788"/>
                </a:lnTo>
                <a:lnTo>
                  <a:pt x="1873" y="788"/>
                </a:lnTo>
                <a:lnTo>
                  <a:pt x="1873" y="789"/>
                </a:lnTo>
                <a:lnTo>
                  <a:pt x="1874" y="789"/>
                </a:lnTo>
                <a:lnTo>
                  <a:pt x="1875" y="790"/>
                </a:lnTo>
                <a:lnTo>
                  <a:pt x="1875" y="790"/>
                </a:lnTo>
                <a:lnTo>
                  <a:pt x="1876" y="790"/>
                </a:lnTo>
                <a:lnTo>
                  <a:pt x="1877" y="790"/>
                </a:lnTo>
                <a:lnTo>
                  <a:pt x="1877" y="790"/>
                </a:lnTo>
                <a:lnTo>
                  <a:pt x="1878" y="790"/>
                </a:lnTo>
                <a:lnTo>
                  <a:pt x="1879" y="790"/>
                </a:lnTo>
                <a:lnTo>
                  <a:pt x="1880" y="790"/>
                </a:lnTo>
                <a:lnTo>
                  <a:pt x="1882" y="791"/>
                </a:lnTo>
                <a:lnTo>
                  <a:pt x="1883" y="792"/>
                </a:lnTo>
                <a:lnTo>
                  <a:pt x="1884" y="794"/>
                </a:lnTo>
                <a:lnTo>
                  <a:pt x="1884" y="795"/>
                </a:lnTo>
                <a:lnTo>
                  <a:pt x="1884" y="797"/>
                </a:lnTo>
                <a:lnTo>
                  <a:pt x="1885" y="797"/>
                </a:lnTo>
                <a:lnTo>
                  <a:pt x="1886" y="798"/>
                </a:lnTo>
                <a:lnTo>
                  <a:pt x="1888" y="800"/>
                </a:lnTo>
                <a:lnTo>
                  <a:pt x="1888" y="803"/>
                </a:lnTo>
                <a:lnTo>
                  <a:pt x="1888" y="805"/>
                </a:lnTo>
                <a:lnTo>
                  <a:pt x="1888" y="808"/>
                </a:lnTo>
                <a:lnTo>
                  <a:pt x="1888" y="810"/>
                </a:lnTo>
                <a:lnTo>
                  <a:pt x="1887" y="811"/>
                </a:lnTo>
                <a:lnTo>
                  <a:pt x="1886" y="814"/>
                </a:lnTo>
                <a:lnTo>
                  <a:pt x="1885" y="816"/>
                </a:lnTo>
                <a:lnTo>
                  <a:pt x="1884" y="818"/>
                </a:lnTo>
                <a:lnTo>
                  <a:pt x="1884" y="822"/>
                </a:lnTo>
                <a:lnTo>
                  <a:pt x="1883" y="825"/>
                </a:lnTo>
                <a:lnTo>
                  <a:pt x="1882" y="828"/>
                </a:lnTo>
                <a:lnTo>
                  <a:pt x="1882" y="831"/>
                </a:lnTo>
                <a:lnTo>
                  <a:pt x="1882" y="832"/>
                </a:lnTo>
                <a:lnTo>
                  <a:pt x="1883" y="833"/>
                </a:lnTo>
                <a:lnTo>
                  <a:pt x="1884" y="834"/>
                </a:lnTo>
                <a:lnTo>
                  <a:pt x="1884" y="836"/>
                </a:lnTo>
                <a:lnTo>
                  <a:pt x="1884" y="839"/>
                </a:lnTo>
                <a:lnTo>
                  <a:pt x="1884" y="842"/>
                </a:lnTo>
                <a:lnTo>
                  <a:pt x="1882" y="846"/>
                </a:lnTo>
                <a:lnTo>
                  <a:pt x="1880" y="847"/>
                </a:lnTo>
                <a:lnTo>
                  <a:pt x="1879" y="848"/>
                </a:lnTo>
                <a:lnTo>
                  <a:pt x="1879" y="849"/>
                </a:lnTo>
                <a:lnTo>
                  <a:pt x="1878" y="850"/>
                </a:lnTo>
                <a:lnTo>
                  <a:pt x="1877" y="852"/>
                </a:lnTo>
                <a:lnTo>
                  <a:pt x="1874" y="853"/>
                </a:lnTo>
                <a:lnTo>
                  <a:pt x="1873" y="854"/>
                </a:lnTo>
                <a:lnTo>
                  <a:pt x="1873" y="856"/>
                </a:lnTo>
                <a:lnTo>
                  <a:pt x="1873" y="872"/>
                </a:lnTo>
                <a:lnTo>
                  <a:pt x="1872" y="872"/>
                </a:lnTo>
                <a:lnTo>
                  <a:pt x="1871" y="872"/>
                </a:lnTo>
                <a:lnTo>
                  <a:pt x="1870" y="872"/>
                </a:lnTo>
                <a:lnTo>
                  <a:pt x="1869" y="873"/>
                </a:lnTo>
                <a:lnTo>
                  <a:pt x="1867" y="873"/>
                </a:lnTo>
                <a:lnTo>
                  <a:pt x="1865" y="873"/>
                </a:lnTo>
                <a:lnTo>
                  <a:pt x="1864" y="873"/>
                </a:lnTo>
                <a:lnTo>
                  <a:pt x="1863" y="874"/>
                </a:lnTo>
                <a:lnTo>
                  <a:pt x="1862" y="875"/>
                </a:lnTo>
                <a:lnTo>
                  <a:pt x="1861" y="877"/>
                </a:lnTo>
                <a:lnTo>
                  <a:pt x="1859" y="878"/>
                </a:lnTo>
                <a:lnTo>
                  <a:pt x="1858" y="879"/>
                </a:lnTo>
                <a:lnTo>
                  <a:pt x="1856" y="879"/>
                </a:lnTo>
                <a:lnTo>
                  <a:pt x="1855" y="879"/>
                </a:lnTo>
                <a:lnTo>
                  <a:pt x="1851" y="880"/>
                </a:lnTo>
                <a:lnTo>
                  <a:pt x="1851" y="881"/>
                </a:lnTo>
                <a:lnTo>
                  <a:pt x="1849" y="882"/>
                </a:lnTo>
                <a:lnTo>
                  <a:pt x="1847" y="884"/>
                </a:lnTo>
                <a:lnTo>
                  <a:pt x="1847" y="885"/>
                </a:lnTo>
                <a:lnTo>
                  <a:pt x="1846" y="887"/>
                </a:lnTo>
                <a:lnTo>
                  <a:pt x="1845" y="889"/>
                </a:lnTo>
                <a:lnTo>
                  <a:pt x="1844" y="890"/>
                </a:lnTo>
                <a:lnTo>
                  <a:pt x="1843" y="892"/>
                </a:lnTo>
                <a:lnTo>
                  <a:pt x="1840" y="894"/>
                </a:lnTo>
                <a:lnTo>
                  <a:pt x="1837" y="897"/>
                </a:lnTo>
                <a:lnTo>
                  <a:pt x="1835" y="898"/>
                </a:lnTo>
                <a:lnTo>
                  <a:pt x="1833" y="897"/>
                </a:lnTo>
                <a:lnTo>
                  <a:pt x="1830" y="897"/>
                </a:lnTo>
                <a:lnTo>
                  <a:pt x="1827" y="897"/>
                </a:lnTo>
                <a:lnTo>
                  <a:pt x="1825" y="897"/>
                </a:lnTo>
                <a:lnTo>
                  <a:pt x="1824" y="899"/>
                </a:lnTo>
                <a:lnTo>
                  <a:pt x="1824" y="900"/>
                </a:lnTo>
                <a:lnTo>
                  <a:pt x="1822" y="902"/>
                </a:lnTo>
                <a:lnTo>
                  <a:pt x="1821" y="903"/>
                </a:lnTo>
                <a:lnTo>
                  <a:pt x="1821" y="902"/>
                </a:lnTo>
                <a:lnTo>
                  <a:pt x="1820" y="902"/>
                </a:lnTo>
                <a:lnTo>
                  <a:pt x="1819" y="902"/>
                </a:lnTo>
                <a:lnTo>
                  <a:pt x="1818" y="903"/>
                </a:lnTo>
                <a:lnTo>
                  <a:pt x="1816" y="904"/>
                </a:lnTo>
                <a:lnTo>
                  <a:pt x="1813" y="904"/>
                </a:lnTo>
                <a:lnTo>
                  <a:pt x="1810" y="905"/>
                </a:lnTo>
                <a:lnTo>
                  <a:pt x="1805" y="905"/>
                </a:lnTo>
                <a:lnTo>
                  <a:pt x="1803" y="905"/>
                </a:lnTo>
                <a:lnTo>
                  <a:pt x="1801" y="906"/>
                </a:lnTo>
                <a:lnTo>
                  <a:pt x="1798" y="907"/>
                </a:lnTo>
                <a:lnTo>
                  <a:pt x="1796" y="908"/>
                </a:lnTo>
                <a:lnTo>
                  <a:pt x="1795" y="907"/>
                </a:lnTo>
                <a:lnTo>
                  <a:pt x="1793" y="906"/>
                </a:lnTo>
                <a:lnTo>
                  <a:pt x="1790" y="904"/>
                </a:lnTo>
                <a:lnTo>
                  <a:pt x="1788" y="902"/>
                </a:lnTo>
                <a:lnTo>
                  <a:pt x="1787" y="901"/>
                </a:lnTo>
                <a:lnTo>
                  <a:pt x="1785" y="900"/>
                </a:lnTo>
                <a:lnTo>
                  <a:pt x="1784" y="901"/>
                </a:lnTo>
                <a:lnTo>
                  <a:pt x="1782" y="901"/>
                </a:lnTo>
                <a:lnTo>
                  <a:pt x="1777" y="902"/>
                </a:lnTo>
                <a:lnTo>
                  <a:pt x="1772" y="904"/>
                </a:lnTo>
                <a:lnTo>
                  <a:pt x="1768" y="905"/>
                </a:lnTo>
                <a:lnTo>
                  <a:pt x="1766" y="906"/>
                </a:lnTo>
                <a:lnTo>
                  <a:pt x="1765" y="907"/>
                </a:lnTo>
                <a:lnTo>
                  <a:pt x="1764" y="907"/>
                </a:lnTo>
                <a:lnTo>
                  <a:pt x="1764" y="906"/>
                </a:lnTo>
                <a:lnTo>
                  <a:pt x="1764" y="906"/>
                </a:lnTo>
                <a:lnTo>
                  <a:pt x="1763" y="906"/>
                </a:lnTo>
                <a:lnTo>
                  <a:pt x="1762" y="906"/>
                </a:lnTo>
                <a:lnTo>
                  <a:pt x="1761" y="906"/>
                </a:lnTo>
                <a:lnTo>
                  <a:pt x="1760" y="906"/>
                </a:lnTo>
                <a:lnTo>
                  <a:pt x="1759" y="906"/>
                </a:lnTo>
                <a:lnTo>
                  <a:pt x="1758" y="906"/>
                </a:lnTo>
                <a:lnTo>
                  <a:pt x="1757" y="906"/>
                </a:lnTo>
                <a:lnTo>
                  <a:pt x="1756" y="906"/>
                </a:lnTo>
                <a:lnTo>
                  <a:pt x="1755" y="905"/>
                </a:lnTo>
                <a:lnTo>
                  <a:pt x="1754" y="905"/>
                </a:lnTo>
                <a:lnTo>
                  <a:pt x="1753" y="905"/>
                </a:lnTo>
                <a:lnTo>
                  <a:pt x="1753" y="904"/>
                </a:lnTo>
                <a:lnTo>
                  <a:pt x="1752" y="903"/>
                </a:lnTo>
                <a:lnTo>
                  <a:pt x="1749" y="901"/>
                </a:lnTo>
                <a:lnTo>
                  <a:pt x="1748" y="901"/>
                </a:lnTo>
                <a:lnTo>
                  <a:pt x="1747" y="901"/>
                </a:lnTo>
                <a:lnTo>
                  <a:pt x="1746" y="901"/>
                </a:lnTo>
                <a:lnTo>
                  <a:pt x="1744" y="901"/>
                </a:lnTo>
                <a:lnTo>
                  <a:pt x="1743" y="901"/>
                </a:lnTo>
                <a:lnTo>
                  <a:pt x="1743" y="902"/>
                </a:lnTo>
                <a:lnTo>
                  <a:pt x="1742" y="902"/>
                </a:lnTo>
                <a:lnTo>
                  <a:pt x="1742" y="903"/>
                </a:lnTo>
                <a:lnTo>
                  <a:pt x="1743" y="903"/>
                </a:lnTo>
                <a:lnTo>
                  <a:pt x="1743" y="904"/>
                </a:lnTo>
                <a:lnTo>
                  <a:pt x="1742" y="905"/>
                </a:lnTo>
                <a:lnTo>
                  <a:pt x="1740" y="905"/>
                </a:lnTo>
                <a:lnTo>
                  <a:pt x="1739" y="905"/>
                </a:lnTo>
                <a:lnTo>
                  <a:pt x="1738" y="906"/>
                </a:lnTo>
                <a:lnTo>
                  <a:pt x="1737" y="907"/>
                </a:lnTo>
                <a:lnTo>
                  <a:pt x="1736" y="908"/>
                </a:lnTo>
                <a:lnTo>
                  <a:pt x="1736" y="909"/>
                </a:lnTo>
                <a:lnTo>
                  <a:pt x="1735" y="909"/>
                </a:lnTo>
                <a:lnTo>
                  <a:pt x="1735" y="910"/>
                </a:lnTo>
                <a:lnTo>
                  <a:pt x="1734" y="910"/>
                </a:lnTo>
                <a:lnTo>
                  <a:pt x="1733" y="911"/>
                </a:lnTo>
                <a:lnTo>
                  <a:pt x="1732" y="911"/>
                </a:lnTo>
                <a:lnTo>
                  <a:pt x="1731" y="912"/>
                </a:lnTo>
                <a:lnTo>
                  <a:pt x="1730" y="912"/>
                </a:lnTo>
                <a:lnTo>
                  <a:pt x="1729" y="912"/>
                </a:lnTo>
                <a:lnTo>
                  <a:pt x="1728" y="911"/>
                </a:lnTo>
                <a:lnTo>
                  <a:pt x="1726" y="910"/>
                </a:lnTo>
                <a:lnTo>
                  <a:pt x="1723" y="908"/>
                </a:lnTo>
                <a:lnTo>
                  <a:pt x="1722" y="909"/>
                </a:lnTo>
                <a:lnTo>
                  <a:pt x="1722" y="910"/>
                </a:lnTo>
                <a:lnTo>
                  <a:pt x="1722" y="911"/>
                </a:lnTo>
                <a:lnTo>
                  <a:pt x="1722" y="914"/>
                </a:lnTo>
                <a:lnTo>
                  <a:pt x="1721" y="915"/>
                </a:lnTo>
                <a:lnTo>
                  <a:pt x="1719" y="916"/>
                </a:lnTo>
                <a:lnTo>
                  <a:pt x="1716" y="917"/>
                </a:lnTo>
                <a:lnTo>
                  <a:pt x="1715" y="918"/>
                </a:lnTo>
                <a:lnTo>
                  <a:pt x="1715" y="919"/>
                </a:lnTo>
                <a:lnTo>
                  <a:pt x="1698" y="915"/>
                </a:lnTo>
                <a:lnTo>
                  <a:pt x="1691" y="914"/>
                </a:lnTo>
                <a:lnTo>
                  <a:pt x="1689" y="913"/>
                </a:lnTo>
                <a:lnTo>
                  <a:pt x="1687" y="912"/>
                </a:lnTo>
                <a:lnTo>
                  <a:pt x="1683" y="912"/>
                </a:lnTo>
                <a:lnTo>
                  <a:pt x="1679" y="913"/>
                </a:lnTo>
                <a:lnTo>
                  <a:pt x="1679" y="916"/>
                </a:lnTo>
                <a:lnTo>
                  <a:pt x="1679" y="917"/>
                </a:lnTo>
                <a:lnTo>
                  <a:pt x="1678" y="918"/>
                </a:lnTo>
                <a:lnTo>
                  <a:pt x="1676" y="918"/>
                </a:lnTo>
                <a:lnTo>
                  <a:pt x="1676" y="917"/>
                </a:lnTo>
                <a:lnTo>
                  <a:pt x="1675" y="918"/>
                </a:lnTo>
                <a:lnTo>
                  <a:pt x="1674" y="918"/>
                </a:lnTo>
                <a:lnTo>
                  <a:pt x="1673" y="918"/>
                </a:lnTo>
                <a:lnTo>
                  <a:pt x="1672" y="918"/>
                </a:lnTo>
                <a:lnTo>
                  <a:pt x="1671" y="919"/>
                </a:lnTo>
                <a:lnTo>
                  <a:pt x="1670" y="919"/>
                </a:lnTo>
                <a:lnTo>
                  <a:pt x="1669" y="919"/>
                </a:lnTo>
                <a:lnTo>
                  <a:pt x="1668" y="918"/>
                </a:lnTo>
                <a:lnTo>
                  <a:pt x="1667" y="918"/>
                </a:lnTo>
                <a:lnTo>
                  <a:pt x="1666" y="917"/>
                </a:lnTo>
                <a:lnTo>
                  <a:pt x="1665" y="917"/>
                </a:lnTo>
                <a:lnTo>
                  <a:pt x="1664" y="917"/>
                </a:lnTo>
                <a:lnTo>
                  <a:pt x="1663" y="915"/>
                </a:lnTo>
                <a:lnTo>
                  <a:pt x="1662" y="912"/>
                </a:lnTo>
                <a:lnTo>
                  <a:pt x="1656" y="909"/>
                </a:lnTo>
                <a:lnTo>
                  <a:pt x="1653" y="907"/>
                </a:lnTo>
                <a:lnTo>
                  <a:pt x="1651" y="905"/>
                </a:lnTo>
                <a:lnTo>
                  <a:pt x="1648" y="905"/>
                </a:lnTo>
                <a:lnTo>
                  <a:pt x="1645" y="906"/>
                </a:lnTo>
                <a:lnTo>
                  <a:pt x="1641" y="912"/>
                </a:lnTo>
                <a:lnTo>
                  <a:pt x="1632" y="915"/>
                </a:lnTo>
                <a:lnTo>
                  <a:pt x="1625" y="922"/>
                </a:lnTo>
                <a:lnTo>
                  <a:pt x="1621" y="927"/>
                </a:lnTo>
                <a:lnTo>
                  <a:pt x="1609" y="925"/>
                </a:lnTo>
                <a:lnTo>
                  <a:pt x="1593" y="917"/>
                </a:lnTo>
                <a:lnTo>
                  <a:pt x="1584" y="911"/>
                </a:lnTo>
                <a:lnTo>
                  <a:pt x="1575" y="917"/>
                </a:lnTo>
                <a:lnTo>
                  <a:pt x="1567" y="920"/>
                </a:lnTo>
                <a:lnTo>
                  <a:pt x="1557" y="918"/>
                </a:lnTo>
                <a:lnTo>
                  <a:pt x="1549" y="916"/>
                </a:lnTo>
                <a:lnTo>
                  <a:pt x="1536" y="920"/>
                </a:lnTo>
                <a:lnTo>
                  <a:pt x="1526" y="925"/>
                </a:lnTo>
                <a:lnTo>
                  <a:pt x="1488" y="944"/>
                </a:lnTo>
                <a:lnTo>
                  <a:pt x="1477" y="947"/>
                </a:lnTo>
                <a:lnTo>
                  <a:pt x="1454" y="956"/>
                </a:lnTo>
                <a:lnTo>
                  <a:pt x="1434" y="962"/>
                </a:lnTo>
                <a:lnTo>
                  <a:pt x="1422" y="965"/>
                </a:lnTo>
                <a:lnTo>
                  <a:pt x="1413" y="977"/>
                </a:lnTo>
                <a:lnTo>
                  <a:pt x="1402" y="989"/>
                </a:lnTo>
                <a:lnTo>
                  <a:pt x="1386" y="1005"/>
                </a:lnTo>
                <a:lnTo>
                  <a:pt x="1369" y="1011"/>
                </a:lnTo>
                <a:lnTo>
                  <a:pt x="1354" y="1012"/>
                </a:lnTo>
                <a:lnTo>
                  <a:pt x="1340" y="1016"/>
                </a:lnTo>
                <a:lnTo>
                  <a:pt x="1333" y="1019"/>
                </a:lnTo>
                <a:lnTo>
                  <a:pt x="1327" y="1031"/>
                </a:lnTo>
                <a:lnTo>
                  <a:pt x="1322" y="1033"/>
                </a:lnTo>
                <a:lnTo>
                  <a:pt x="1312" y="1036"/>
                </a:lnTo>
                <a:lnTo>
                  <a:pt x="1297" y="1042"/>
                </a:lnTo>
                <a:lnTo>
                  <a:pt x="1289" y="1046"/>
                </a:lnTo>
                <a:lnTo>
                  <a:pt x="1280" y="1049"/>
                </a:lnTo>
                <a:lnTo>
                  <a:pt x="1272" y="1053"/>
                </a:lnTo>
                <a:lnTo>
                  <a:pt x="1257" y="1059"/>
                </a:lnTo>
                <a:lnTo>
                  <a:pt x="1246" y="1060"/>
                </a:lnTo>
                <a:lnTo>
                  <a:pt x="1236" y="1063"/>
                </a:lnTo>
                <a:lnTo>
                  <a:pt x="1226" y="1071"/>
                </a:lnTo>
                <a:lnTo>
                  <a:pt x="1214" y="1076"/>
                </a:lnTo>
                <a:lnTo>
                  <a:pt x="1198" y="1075"/>
                </a:lnTo>
                <a:lnTo>
                  <a:pt x="1185" y="1078"/>
                </a:lnTo>
                <a:lnTo>
                  <a:pt x="1177" y="1088"/>
                </a:lnTo>
                <a:lnTo>
                  <a:pt x="1171" y="1091"/>
                </a:lnTo>
                <a:lnTo>
                  <a:pt x="1165" y="1093"/>
                </a:lnTo>
                <a:lnTo>
                  <a:pt x="1156" y="1095"/>
                </a:lnTo>
                <a:lnTo>
                  <a:pt x="1147" y="1099"/>
                </a:lnTo>
                <a:lnTo>
                  <a:pt x="1133" y="1099"/>
                </a:lnTo>
                <a:lnTo>
                  <a:pt x="1121" y="1099"/>
                </a:lnTo>
                <a:lnTo>
                  <a:pt x="1113" y="1103"/>
                </a:lnTo>
                <a:lnTo>
                  <a:pt x="1107" y="1107"/>
                </a:lnTo>
                <a:lnTo>
                  <a:pt x="1098" y="1113"/>
                </a:lnTo>
                <a:lnTo>
                  <a:pt x="1090" y="1116"/>
                </a:lnTo>
                <a:lnTo>
                  <a:pt x="1083" y="1117"/>
                </a:lnTo>
                <a:lnTo>
                  <a:pt x="1076" y="1111"/>
                </a:lnTo>
                <a:lnTo>
                  <a:pt x="1070" y="1109"/>
                </a:lnTo>
                <a:lnTo>
                  <a:pt x="1067" y="1116"/>
                </a:lnTo>
                <a:lnTo>
                  <a:pt x="1071" y="1127"/>
                </a:lnTo>
                <a:lnTo>
                  <a:pt x="1075" y="1134"/>
                </a:lnTo>
                <a:lnTo>
                  <a:pt x="1075" y="1141"/>
                </a:lnTo>
                <a:lnTo>
                  <a:pt x="1070" y="1148"/>
                </a:lnTo>
                <a:lnTo>
                  <a:pt x="1058" y="1139"/>
                </a:lnTo>
                <a:lnTo>
                  <a:pt x="1049" y="1136"/>
                </a:lnTo>
                <a:lnTo>
                  <a:pt x="1040" y="1136"/>
                </a:lnTo>
                <a:lnTo>
                  <a:pt x="1030" y="1139"/>
                </a:lnTo>
                <a:lnTo>
                  <a:pt x="1023" y="1143"/>
                </a:lnTo>
                <a:lnTo>
                  <a:pt x="1017" y="1152"/>
                </a:lnTo>
                <a:lnTo>
                  <a:pt x="1017" y="1159"/>
                </a:lnTo>
                <a:lnTo>
                  <a:pt x="1018" y="1165"/>
                </a:lnTo>
                <a:lnTo>
                  <a:pt x="1018" y="1166"/>
                </a:lnTo>
                <a:lnTo>
                  <a:pt x="1019" y="1170"/>
                </a:lnTo>
                <a:lnTo>
                  <a:pt x="1018" y="1173"/>
                </a:lnTo>
                <a:lnTo>
                  <a:pt x="1015" y="1172"/>
                </a:lnTo>
                <a:lnTo>
                  <a:pt x="1014" y="1170"/>
                </a:lnTo>
                <a:lnTo>
                  <a:pt x="998" y="1169"/>
                </a:lnTo>
                <a:lnTo>
                  <a:pt x="991" y="1173"/>
                </a:lnTo>
                <a:lnTo>
                  <a:pt x="973" y="1167"/>
                </a:lnTo>
                <a:lnTo>
                  <a:pt x="965" y="1161"/>
                </a:lnTo>
                <a:lnTo>
                  <a:pt x="958" y="1157"/>
                </a:lnTo>
                <a:lnTo>
                  <a:pt x="955" y="1150"/>
                </a:lnTo>
                <a:lnTo>
                  <a:pt x="952" y="1142"/>
                </a:lnTo>
                <a:lnTo>
                  <a:pt x="944" y="1137"/>
                </a:lnTo>
                <a:lnTo>
                  <a:pt x="932" y="1134"/>
                </a:lnTo>
                <a:lnTo>
                  <a:pt x="922" y="1131"/>
                </a:lnTo>
                <a:lnTo>
                  <a:pt x="910" y="1127"/>
                </a:lnTo>
                <a:lnTo>
                  <a:pt x="898" y="1117"/>
                </a:lnTo>
                <a:lnTo>
                  <a:pt x="893" y="1108"/>
                </a:lnTo>
                <a:lnTo>
                  <a:pt x="890" y="1100"/>
                </a:lnTo>
                <a:lnTo>
                  <a:pt x="879" y="1094"/>
                </a:lnTo>
                <a:lnTo>
                  <a:pt x="865" y="1091"/>
                </a:lnTo>
                <a:lnTo>
                  <a:pt x="858" y="1086"/>
                </a:lnTo>
                <a:lnTo>
                  <a:pt x="853" y="1089"/>
                </a:lnTo>
                <a:lnTo>
                  <a:pt x="837" y="1093"/>
                </a:lnTo>
                <a:lnTo>
                  <a:pt x="825" y="1101"/>
                </a:lnTo>
                <a:lnTo>
                  <a:pt x="815" y="1104"/>
                </a:lnTo>
                <a:lnTo>
                  <a:pt x="803" y="1107"/>
                </a:lnTo>
                <a:lnTo>
                  <a:pt x="788" y="1107"/>
                </a:lnTo>
                <a:lnTo>
                  <a:pt x="779" y="1107"/>
                </a:lnTo>
                <a:lnTo>
                  <a:pt x="773" y="1107"/>
                </a:lnTo>
                <a:lnTo>
                  <a:pt x="759" y="1105"/>
                </a:lnTo>
                <a:lnTo>
                  <a:pt x="750" y="1107"/>
                </a:lnTo>
                <a:lnTo>
                  <a:pt x="736" y="1113"/>
                </a:lnTo>
                <a:lnTo>
                  <a:pt x="727" y="1110"/>
                </a:lnTo>
                <a:lnTo>
                  <a:pt x="719" y="1107"/>
                </a:lnTo>
                <a:lnTo>
                  <a:pt x="710" y="1107"/>
                </a:lnTo>
                <a:lnTo>
                  <a:pt x="703" y="1113"/>
                </a:lnTo>
                <a:lnTo>
                  <a:pt x="694" y="1118"/>
                </a:lnTo>
                <a:lnTo>
                  <a:pt x="682" y="1118"/>
                </a:lnTo>
                <a:lnTo>
                  <a:pt x="671" y="1115"/>
                </a:lnTo>
                <a:lnTo>
                  <a:pt x="663" y="1109"/>
                </a:lnTo>
                <a:lnTo>
                  <a:pt x="654" y="1106"/>
                </a:lnTo>
                <a:lnTo>
                  <a:pt x="644" y="1105"/>
                </a:lnTo>
                <a:lnTo>
                  <a:pt x="635" y="1099"/>
                </a:lnTo>
                <a:lnTo>
                  <a:pt x="634" y="1106"/>
                </a:lnTo>
                <a:lnTo>
                  <a:pt x="622" y="1109"/>
                </a:lnTo>
                <a:lnTo>
                  <a:pt x="569" y="1139"/>
                </a:lnTo>
                <a:lnTo>
                  <a:pt x="557" y="1145"/>
                </a:lnTo>
                <a:lnTo>
                  <a:pt x="549" y="1156"/>
                </a:lnTo>
                <a:lnTo>
                  <a:pt x="536" y="1161"/>
                </a:lnTo>
                <a:lnTo>
                  <a:pt x="520" y="1170"/>
                </a:lnTo>
                <a:lnTo>
                  <a:pt x="511" y="1171"/>
                </a:lnTo>
                <a:lnTo>
                  <a:pt x="498" y="1173"/>
                </a:lnTo>
                <a:lnTo>
                  <a:pt x="492" y="1179"/>
                </a:lnTo>
                <a:lnTo>
                  <a:pt x="481" y="1184"/>
                </a:lnTo>
                <a:lnTo>
                  <a:pt x="468" y="1189"/>
                </a:lnTo>
                <a:lnTo>
                  <a:pt x="459" y="1192"/>
                </a:lnTo>
                <a:lnTo>
                  <a:pt x="448" y="1191"/>
                </a:lnTo>
                <a:lnTo>
                  <a:pt x="436" y="1195"/>
                </a:lnTo>
                <a:lnTo>
                  <a:pt x="422" y="1197"/>
                </a:lnTo>
                <a:lnTo>
                  <a:pt x="416" y="1204"/>
                </a:lnTo>
                <a:lnTo>
                  <a:pt x="407" y="1215"/>
                </a:lnTo>
                <a:lnTo>
                  <a:pt x="402" y="1225"/>
                </a:lnTo>
                <a:lnTo>
                  <a:pt x="400" y="1235"/>
                </a:lnTo>
                <a:lnTo>
                  <a:pt x="389" y="1245"/>
                </a:lnTo>
                <a:lnTo>
                  <a:pt x="385" y="1248"/>
                </a:lnTo>
                <a:lnTo>
                  <a:pt x="375" y="1257"/>
                </a:lnTo>
                <a:lnTo>
                  <a:pt x="366" y="1266"/>
                </a:lnTo>
                <a:lnTo>
                  <a:pt x="353" y="1279"/>
                </a:lnTo>
                <a:lnTo>
                  <a:pt x="347" y="1286"/>
                </a:lnTo>
                <a:lnTo>
                  <a:pt x="345" y="1293"/>
                </a:lnTo>
                <a:lnTo>
                  <a:pt x="345" y="1280"/>
                </a:lnTo>
                <a:lnTo>
                  <a:pt x="341" y="1290"/>
                </a:lnTo>
                <a:lnTo>
                  <a:pt x="344" y="1230"/>
                </a:lnTo>
                <a:lnTo>
                  <a:pt x="340" y="1225"/>
                </a:lnTo>
                <a:lnTo>
                  <a:pt x="339" y="1222"/>
                </a:lnTo>
                <a:lnTo>
                  <a:pt x="330" y="1214"/>
                </a:lnTo>
                <a:lnTo>
                  <a:pt x="321" y="1205"/>
                </a:lnTo>
                <a:lnTo>
                  <a:pt x="314" y="1195"/>
                </a:lnTo>
                <a:lnTo>
                  <a:pt x="302" y="1188"/>
                </a:lnTo>
                <a:lnTo>
                  <a:pt x="299" y="1187"/>
                </a:lnTo>
                <a:lnTo>
                  <a:pt x="293" y="1184"/>
                </a:lnTo>
                <a:lnTo>
                  <a:pt x="284" y="1179"/>
                </a:lnTo>
                <a:lnTo>
                  <a:pt x="276" y="1176"/>
                </a:lnTo>
                <a:lnTo>
                  <a:pt x="274" y="1168"/>
                </a:lnTo>
                <a:lnTo>
                  <a:pt x="269" y="1161"/>
                </a:lnTo>
                <a:lnTo>
                  <a:pt x="265" y="1142"/>
                </a:lnTo>
                <a:lnTo>
                  <a:pt x="268" y="1125"/>
                </a:lnTo>
                <a:lnTo>
                  <a:pt x="270" y="1116"/>
                </a:lnTo>
                <a:lnTo>
                  <a:pt x="269" y="1113"/>
                </a:lnTo>
                <a:lnTo>
                  <a:pt x="266" y="1104"/>
                </a:lnTo>
                <a:lnTo>
                  <a:pt x="258" y="1091"/>
                </a:lnTo>
                <a:lnTo>
                  <a:pt x="258" y="1089"/>
                </a:lnTo>
                <a:lnTo>
                  <a:pt x="257" y="1077"/>
                </a:lnTo>
                <a:lnTo>
                  <a:pt x="259" y="1073"/>
                </a:lnTo>
                <a:lnTo>
                  <a:pt x="261" y="1063"/>
                </a:lnTo>
                <a:lnTo>
                  <a:pt x="261" y="1056"/>
                </a:lnTo>
                <a:lnTo>
                  <a:pt x="262" y="1051"/>
                </a:lnTo>
                <a:lnTo>
                  <a:pt x="257" y="1043"/>
                </a:lnTo>
                <a:lnTo>
                  <a:pt x="255" y="1036"/>
                </a:lnTo>
                <a:lnTo>
                  <a:pt x="258" y="1033"/>
                </a:lnTo>
                <a:lnTo>
                  <a:pt x="264" y="1028"/>
                </a:lnTo>
                <a:lnTo>
                  <a:pt x="264" y="1023"/>
                </a:lnTo>
                <a:lnTo>
                  <a:pt x="263" y="1018"/>
                </a:lnTo>
                <a:lnTo>
                  <a:pt x="262" y="1012"/>
                </a:lnTo>
                <a:lnTo>
                  <a:pt x="258" y="999"/>
                </a:lnTo>
                <a:lnTo>
                  <a:pt x="259" y="994"/>
                </a:lnTo>
                <a:lnTo>
                  <a:pt x="256" y="991"/>
                </a:lnTo>
                <a:lnTo>
                  <a:pt x="251" y="989"/>
                </a:lnTo>
                <a:lnTo>
                  <a:pt x="241" y="991"/>
                </a:lnTo>
                <a:lnTo>
                  <a:pt x="230" y="991"/>
                </a:lnTo>
                <a:lnTo>
                  <a:pt x="224" y="989"/>
                </a:lnTo>
                <a:lnTo>
                  <a:pt x="217" y="976"/>
                </a:lnTo>
                <a:lnTo>
                  <a:pt x="214" y="973"/>
                </a:lnTo>
                <a:lnTo>
                  <a:pt x="214" y="972"/>
                </a:lnTo>
                <a:lnTo>
                  <a:pt x="210" y="966"/>
                </a:lnTo>
                <a:lnTo>
                  <a:pt x="208" y="962"/>
                </a:lnTo>
                <a:lnTo>
                  <a:pt x="206" y="955"/>
                </a:lnTo>
                <a:lnTo>
                  <a:pt x="203" y="954"/>
                </a:lnTo>
                <a:lnTo>
                  <a:pt x="197" y="954"/>
                </a:lnTo>
                <a:lnTo>
                  <a:pt x="189" y="953"/>
                </a:lnTo>
                <a:lnTo>
                  <a:pt x="187" y="949"/>
                </a:lnTo>
                <a:lnTo>
                  <a:pt x="184" y="941"/>
                </a:lnTo>
                <a:lnTo>
                  <a:pt x="179" y="929"/>
                </a:lnTo>
                <a:lnTo>
                  <a:pt x="175" y="920"/>
                </a:lnTo>
                <a:lnTo>
                  <a:pt x="173" y="910"/>
                </a:lnTo>
                <a:lnTo>
                  <a:pt x="173" y="901"/>
                </a:lnTo>
                <a:lnTo>
                  <a:pt x="173" y="898"/>
                </a:lnTo>
                <a:lnTo>
                  <a:pt x="170" y="888"/>
                </a:lnTo>
                <a:lnTo>
                  <a:pt x="169" y="887"/>
                </a:lnTo>
                <a:lnTo>
                  <a:pt x="169" y="884"/>
                </a:lnTo>
                <a:lnTo>
                  <a:pt x="169" y="882"/>
                </a:lnTo>
                <a:lnTo>
                  <a:pt x="165" y="868"/>
                </a:lnTo>
                <a:lnTo>
                  <a:pt x="157" y="855"/>
                </a:lnTo>
                <a:lnTo>
                  <a:pt x="156" y="846"/>
                </a:lnTo>
                <a:lnTo>
                  <a:pt x="154" y="838"/>
                </a:lnTo>
                <a:lnTo>
                  <a:pt x="152" y="827"/>
                </a:lnTo>
                <a:lnTo>
                  <a:pt x="153" y="822"/>
                </a:lnTo>
                <a:lnTo>
                  <a:pt x="152" y="816"/>
                </a:lnTo>
                <a:lnTo>
                  <a:pt x="155" y="806"/>
                </a:lnTo>
                <a:lnTo>
                  <a:pt x="155" y="805"/>
                </a:lnTo>
                <a:lnTo>
                  <a:pt x="155" y="797"/>
                </a:lnTo>
                <a:lnTo>
                  <a:pt x="152" y="793"/>
                </a:lnTo>
                <a:lnTo>
                  <a:pt x="150" y="793"/>
                </a:lnTo>
                <a:lnTo>
                  <a:pt x="142" y="790"/>
                </a:lnTo>
                <a:lnTo>
                  <a:pt x="135" y="786"/>
                </a:lnTo>
                <a:lnTo>
                  <a:pt x="129" y="786"/>
                </a:lnTo>
                <a:lnTo>
                  <a:pt x="125" y="788"/>
                </a:lnTo>
                <a:lnTo>
                  <a:pt x="120" y="789"/>
                </a:lnTo>
                <a:lnTo>
                  <a:pt x="117" y="787"/>
                </a:lnTo>
                <a:lnTo>
                  <a:pt x="116" y="787"/>
                </a:lnTo>
                <a:lnTo>
                  <a:pt x="115" y="780"/>
                </a:lnTo>
                <a:lnTo>
                  <a:pt x="114" y="777"/>
                </a:lnTo>
                <a:lnTo>
                  <a:pt x="106" y="776"/>
                </a:lnTo>
                <a:lnTo>
                  <a:pt x="103" y="773"/>
                </a:lnTo>
                <a:lnTo>
                  <a:pt x="106" y="770"/>
                </a:lnTo>
                <a:lnTo>
                  <a:pt x="108" y="765"/>
                </a:lnTo>
                <a:lnTo>
                  <a:pt x="110" y="762"/>
                </a:lnTo>
                <a:lnTo>
                  <a:pt x="112" y="755"/>
                </a:lnTo>
                <a:lnTo>
                  <a:pt x="113" y="750"/>
                </a:lnTo>
                <a:lnTo>
                  <a:pt x="112" y="744"/>
                </a:lnTo>
                <a:lnTo>
                  <a:pt x="113" y="733"/>
                </a:lnTo>
                <a:lnTo>
                  <a:pt x="115" y="730"/>
                </a:lnTo>
                <a:lnTo>
                  <a:pt x="113" y="725"/>
                </a:lnTo>
                <a:lnTo>
                  <a:pt x="111" y="723"/>
                </a:lnTo>
                <a:lnTo>
                  <a:pt x="103" y="718"/>
                </a:lnTo>
                <a:lnTo>
                  <a:pt x="97" y="715"/>
                </a:lnTo>
                <a:lnTo>
                  <a:pt x="85" y="717"/>
                </a:lnTo>
                <a:lnTo>
                  <a:pt x="79" y="715"/>
                </a:lnTo>
                <a:lnTo>
                  <a:pt x="78" y="715"/>
                </a:lnTo>
                <a:lnTo>
                  <a:pt x="74" y="713"/>
                </a:lnTo>
                <a:lnTo>
                  <a:pt x="73" y="711"/>
                </a:lnTo>
                <a:lnTo>
                  <a:pt x="72" y="710"/>
                </a:lnTo>
                <a:lnTo>
                  <a:pt x="70" y="704"/>
                </a:lnTo>
                <a:lnTo>
                  <a:pt x="69" y="702"/>
                </a:lnTo>
                <a:lnTo>
                  <a:pt x="68" y="701"/>
                </a:lnTo>
                <a:lnTo>
                  <a:pt x="66" y="699"/>
                </a:lnTo>
                <a:lnTo>
                  <a:pt x="60" y="697"/>
                </a:lnTo>
                <a:lnTo>
                  <a:pt x="60" y="693"/>
                </a:lnTo>
                <a:lnTo>
                  <a:pt x="58" y="692"/>
                </a:lnTo>
                <a:lnTo>
                  <a:pt x="56" y="692"/>
                </a:lnTo>
                <a:lnTo>
                  <a:pt x="49" y="687"/>
                </a:lnTo>
                <a:lnTo>
                  <a:pt x="42" y="678"/>
                </a:lnTo>
                <a:lnTo>
                  <a:pt x="41" y="676"/>
                </a:lnTo>
                <a:lnTo>
                  <a:pt x="37" y="672"/>
                </a:lnTo>
                <a:lnTo>
                  <a:pt x="33" y="668"/>
                </a:lnTo>
                <a:lnTo>
                  <a:pt x="30" y="667"/>
                </a:lnTo>
                <a:lnTo>
                  <a:pt x="29" y="666"/>
                </a:lnTo>
                <a:lnTo>
                  <a:pt x="26" y="664"/>
                </a:lnTo>
                <a:lnTo>
                  <a:pt x="16" y="665"/>
                </a:lnTo>
                <a:lnTo>
                  <a:pt x="17" y="662"/>
                </a:lnTo>
                <a:lnTo>
                  <a:pt x="16" y="662"/>
                </a:lnTo>
                <a:lnTo>
                  <a:pt x="17" y="656"/>
                </a:lnTo>
                <a:lnTo>
                  <a:pt x="17" y="655"/>
                </a:lnTo>
                <a:lnTo>
                  <a:pt x="17" y="653"/>
                </a:lnTo>
                <a:lnTo>
                  <a:pt x="18" y="652"/>
                </a:lnTo>
                <a:lnTo>
                  <a:pt x="16" y="646"/>
                </a:lnTo>
                <a:lnTo>
                  <a:pt x="17" y="646"/>
                </a:lnTo>
                <a:lnTo>
                  <a:pt x="14" y="643"/>
                </a:lnTo>
                <a:lnTo>
                  <a:pt x="7" y="642"/>
                </a:lnTo>
                <a:lnTo>
                  <a:pt x="1" y="638"/>
                </a:lnTo>
                <a:lnTo>
                  <a:pt x="1" y="637"/>
                </a:lnTo>
                <a:lnTo>
                  <a:pt x="0" y="636"/>
                </a:lnTo>
                <a:lnTo>
                  <a:pt x="2" y="627"/>
                </a:lnTo>
                <a:lnTo>
                  <a:pt x="10" y="623"/>
                </a:lnTo>
                <a:lnTo>
                  <a:pt x="21" y="621"/>
                </a:lnTo>
                <a:lnTo>
                  <a:pt x="17" y="615"/>
                </a:lnTo>
                <a:lnTo>
                  <a:pt x="20" y="609"/>
                </a:lnTo>
                <a:lnTo>
                  <a:pt x="27" y="608"/>
                </a:lnTo>
                <a:lnTo>
                  <a:pt x="28" y="605"/>
                </a:lnTo>
                <a:lnTo>
                  <a:pt x="33" y="603"/>
                </a:lnTo>
                <a:lnTo>
                  <a:pt x="33" y="601"/>
                </a:lnTo>
                <a:lnTo>
                  <a:pt x="32" y="594"/>
                </a:lnTo>
                <a:lnTo>
                  <a:pt x="32" y="593"/>
                </a:lnTo>
                <a:lnTo>
                  <a:pt x="31" y="592"/>
                </a:lnTo>
                <a:lnTo>
                  <a:pt x="30" y="578"/>
                </a:lnTo>
                <a:lnTo>
                  <a:pt x="30" y="577"/>
                </a:lnTo>
                <a:lnTo>
                  <a:pt x="32" y="572"/>
                </a:lnTo>
                <a:lnTo>
                  <a:pt x="33" y="568"/>
                </a:lnTo>
                <a:lnTo>
                  <a:pt x="36" y="566"/>
                </a:lnTo>
                <a:lnTo>
                  <a:pt x="41" y="563"/>
                </a:lnTo>
                <a:lnTo>
                  <a:pt x="47" y="559"/>
                </a:lnTo>
                <a:lnTo>
                  <a:pt x="48" y="558"/>
                </a:lnTo>
                <a:lnTo>
                  <a:pt x="50" y="555"/>
                </a:lnTo>
                <a:lnTo>
                  <a:pt x="51" y="551"/>
                </a:lnTo>
                <a:lnTo>
                  <a:pt x="55" y="551"/>
                </a:lnTo>
                <a:lnTo>
                  <a:pt x="60" y="548"/>
                </a:lnTo>
                <a:lnTo>
                  <a:pt x="66" y="544"/>
                </a:lnTo>
                <a:lnTo>
                  <a:pt x="66" y="541"/>
                </a:lnTo>
                <a:lnTo>
                  <a:pt x="69" y="541"/>
                </a:lnTo>
                <a:lnTo>
                  <a:pt x="73" y="539"/>
                </a:lnTo>
                <a:lnTo>
                  <a:pt x="77" y="535"/>
                </a:lnTo>
                <a:lnTo>
                  <a:pt x="78" y="530"/>
                </a:lnTo>
                <a:lnTo>
                  <a:pt x="78" y="525"/>
                </a:lnTo>
                <a:lnTo>
                  <a:pt x="79" y="522"/>
                </a:lnTo>
                <a:lnTo>
                  <a:pt x="81" y="522"/>
                </a:lnTo>
                <a:lnTo>
                  <a:pt x="84" y="526"/>
                </a:lnTo>
                <a:lnTo>
                  <a:pt x="86" y="527"/>
                </a:lnTo>
                <a:lnTo>
                  <a:pt x="92" y="526"/>
                </a:lnTo>
                <a:lnTo>
                  <a:pt x="94" y="524"/>
                </a:lnTo>
                <a:lnTo>
                  <a:pt x="99" y="526"/>
                </a:lnTo>
                <a:lnTo>
                  <a:pt x="103" y="527"/>
                </a:lnTo>
                <a:lnTo>
                  <a:pt x="113" y="525"/>
                </a:lnTo>
                <a:lnTo>
                  <a:pt x="121" y="525"/>
                </a:lnTo>
                <a:lnTo>
                  <a:pt x="130" y="525"/>
                </a:lnTo>
                <a:lnTo>
                  <a:pt x="141" y="523"/>
                </a:lnTo>
                <a:lnTo>
                  <a:pt x="158" y="519"/>
                </a:lnTo>
                <a:lnTo>
                  <a:pt x="169" y="518"/>
                </a:lnTo>
                <a:lnTo>
                  <a:pt x="182" y="519"/>
                </a:lnTo>
                <a:lnTo>
                  <a:pt x="190" y="518"/>
                </a:lnTo>
                <a:lnTo>
                  <a:pt x="203" y="514"/>
                </a:lnTo>
                <a:lnTo>
                  <a:pt x="210" y="508"/>
                </a:lnTo>
                <a:lnTo>
                  <a:pt x="215" y="503"/>
                </a:lnTo>
                <a:lnTo>
                  <a:pt x="221" y="508"/>
                </a:lnTo>
                <a:lnTo>
                  <a:pt x="229" y="506"/>
                </a:lnTo>
                <a:lnTo>
                  <a:pt x="236" y="502"/>
                </a:lnTo>
                <a:lnTo>
                  <a:pt x="245" y="498"/>
                </a:lnTo>
                <a:lnTo>
                  <a:pt x="256" y="499"/>
                </a:lnTo>
                <a:lnTo>
                  <a:pt x="273" y="494"/>
                </a:lnTo>
                <a:lnTo>
                  <a:pt x="286" y="491"/>
                </a:lnTo>
                <a:lnTo>
                  <a:pt x="298" y="488"/>
                </a:lnTo>
                <a:lnTo>
                  <a:pt x="310" y="482"/>
                </a:lnTo>
                <a:lnTo>
                  <a:pt x="325" y="473"/>
                </a:lnTo>
                <a:lnTo>
                  <a:pt x="334" y="471"/>
                </a:lnTo>
                <a:lnTo>
                  <a:pt x="342" y="471"/>
                </a:lnTo>
                <a:lnTo>
                  <a:pt x="349" y="470"/>
                </a:lnTo>
                <a:lnTo>
                  <a:pt x="352" y="473"/>
                </a:lnTo>
                <a:lnTo>
                  <a:pt x="355" y="479"/>
                </a:lnTo>
                <a:lnTo>
                  <a:pt x="357" y="483"/>
                </a:lnTo>
                <a:lnTo>
                  <a:pt x="363" y="491"/>
                </a:lnTo>
                <a:lnTo>
                  <a:pt x="368" y="493"/>
                </a:lnTo>
                <a:lnTo>
                  <a:pt x="373" y="490"/>
                </a:lnTo>
                <a:lnTo>
                  <a:pt x="376" y="484"/>
                </a:lnTo>
                <a:lnTo>
                  <a:pt x="376" y="478"/>
                </a:lnTo>
                <a:lnTo>
                  <a:pt x="375" y="474"/>
                </a:lnTo>
                <a:lnTo>
                  <a:pt x="374" y="472"/>
                </a:lnTo>
                <a:lnTo>
                  <a:pt x="371" y="468"/>
                </a:lnTo>
                <a:lnTo>
                  <a:pt x="374" y="466"/>
                </a:lnTo>
                <a:lnTo>
                  <a:pt x="381" y="470"/>
                </a:lnTo>
                <a:lnTo>
                  <a:pt x="388" y="469"/>
                </a:lnTo>
                <a:lnTo>
                  <a:pt x="395" y="469"/>
                </a:lnTo>
                <a:lnTo>
                  <a:pt x="404" y="468"/>
                </a:lnTo>
                <a:lnTo>
                  <a:pt x="414" y="469"/>
                </a:lnTo>
                <a:lnTo>
                  <a:pt x="420" y="468"/>
                </a:lnTo>
                <a:lnTo>
                  <a:pt x="428" y="472"/>
                </a:lnTo>
                <a:lnTo>
                  <a:pt x="435" y="473"/>
                </a:lnTo>
                <a:lnTo>
                  <a:pt x="436" y="477"/>
                </a:lnTo>
                <a:lnTo>
                  <a:pt x="438" y="481"/>
                </a:lnTo>
                <a:lnTo>
                  <a:pt x="440" y="480"/>
                </a:lnTo>
                <a:lnTo>
                  <a:pt x="445" y="478"/>
                </a:lnTo>
                <a:lnTo>
                  <a:pt x="451" y="475"/>
                </a:lnTo>
                <a:lnTo>
                  <a:pt x="458" y="477"/>
                </a:lnTo>
                <a:lnTo>
                  <a:pt x="462" y="477"/>
                </a:lnTo>
                <a:lnTo>
                  <a:pt x="470" y="478"/>
                </a:lnTo>
                <a:lnTo>
                  <a:pt x="477" y="480"/>
                </a:lnTo>
                <a:lnTo>
                  <a:pt x="483" y="483"/>
                </a:lnTo>
                <a:lnTo>
                  <a:pt x="494" y="486"/>
                </a:lnTo>
                <a:lnTo>
                  <a:pt x="503" y="484"/>
                </a:lnTo>
                <a:lnTo>
                  <a:pt x="510" y="479"/>
                </a:lnTo>
                <a:lnTo>
                  <a:pt x="512" y="478"/>
                </a:lnTo>
                <a:lnTo>
                  <a:pt x="517" y="481"/>
                </a:lnTo>
                <a:lnTo>
                  <a:pt x="520" y="484"/>
                </a:lnTo>
                <a:lnTo>
                  <a:pt x="537" y="487"/>
                </a:lnTo>
                <a:lnTo>
                  <a:pt x="542" y="484"/>
                </a:lnTo>
                <a:lnTo>
                  <a:pt x="548" y="482"/>
                </a:lnTo>
                <a:lnTo>
                  <a:pt x="554" y="482"/>
                </a:lnTo>
                <a:lnTo>
                  <a:pt x="562" y="478"/>
                </a:lnTo>
                <a:lnTo>
                  <a:pt x="569" y="474"/>
                </a:lnTo>
                <a:lnTo>
                  <a:pt x="576" y="475"/>
                </a:lnTo>
                <a:lnTo>
                  <a:pt x="582" y="475"/>
                </a:lnTo>
                <a:lnTo>
                  <a:pt x="589" y="475"/>
                </a:lnTo>
                <a:lnTo>
                  <a:pt x="596" y="474"/>
                </a:lnTo>
                <a:lnTo>
                  <a:pt x="604" y="472"/>
                </a:lnTo>
                <a:lnTo>
                  <a:pt x="611" y="468"/>
                </a:lnTo>
                <a:lnTo>
                  <a:pt x="619" y="467"/>
                </a:lnTo>
                <a:lnTo>
                  <a:pt x="625" y="465"/>
                </a:lnTo>
                <a:lnTo>
                  <a:pt x="631" y="460"/>
                </a:lnTo>
                <a:lnTo>
                  <a:pt x="635" y="458"/>
                </a:lnTo>
                <a:lnTo>
                  <a:pt x="638" y="458"/>
                </a:lnTo>
                <a:lnTo>
                  <a:pt x="645" y="459"/>
                </a:lnTo>
                <a:lnTo>
                  <a:pt x="652" y="457"/>
                </a:lnTo>
                <a:lnTo>
                  <a:pt x="656" y="454"/>
                </a:lnTo>
                <a:lnTo>
                  <a:pt x="663" y="450"/>
                </a:lnTo>
                <a:lnTo>
                  <a:pt x="667" y="453"/>
                </a:lnTo>
                <a:lnTo>
                  <a:pt x="676" y="453"/>
                </a:lnTo>
                <a:lnTo>
                  <a:pt x="689" y="455"/>
                </a:lnTo>
                <a:lnTo>
                  <a:pt x="710" y="449"/>
                </a:lnTo>
                <a:lnTo>
                  <a:pt x="718" y="448"/>
                </a:lnTo>
                <a:lnTo>
                  <a:pt x="725" y="450"/>
                </a:lnTo>
                <a:lnTo>
                  <a:pt x="730" y="454"/>
                </a:lnTo>
                <a:lnTo>
                  <a:pt x="741" y="457"/>
                </a:lnTo>
                <a:lnTo>
                  <a:pt x="751" y="454"/>
                </a:lnTo>
                <a:lnTo>
                  <a:pt x="760" y="453"/>
                </a:lnTo>
                <a:lnTo>
                  <a:pt x="765" y="451"/>
                </a:lnTo>
                <a:lnTo>
                  <a:pt x="774" y="454"/>
                </a:lnTo>
                <a:lnTo>
                  <a:pt x="784" y="455"/>
                </a:lnTo>
                <a:lnTo>
                  <a:pt x="797" y="456"/>
                </a:lnTo>
                <a:lnTo>
                  <a:pt x="804" y="452"/>
                </a:lnTo>
                <a:lnTo>
                  <a:pt x="814" y="452"/>
                </a:lnTo>
                <a:lnTo>
                  <a:pt x="831" y="449"/>
                </a:lnTo>
                <a:lnTo>
                  <a:pt x="839" y="444"/>
                </a:lnTo>
                <a:lnTo>
                  <a:pt x="843" y="441"/>
                </a:lnTo>
                <a:lnTo>
                  <a:pt x="845" y="436"/>
                </a:lnTo>
                <a:lnTo>
                  <a:pt x="846" y="434"/>
                </a:lnTo>
                <a:lnTo>
                  <a:pt x="853" y="434"/>
                </a:lnTo>
                <a:lnTo>
                  <a:pt x="856" y="436"/>
                </a:lnTo>
                <a:lnTo>
                  <a:pt x="859" y="440"/>
                </a:lnTo>
                <a:lnTo>
                  <a:pt x="861" y="443"/>
                </a:lnTo>
                <a:lnTo>
                  <a:pt x="867" y="444"/>
                </a:lnTo>
                <a:lnTo>
                  <a:pt x="880" y="441"/>
                </a:lnTo>
                <a:lnTo>
                  <a:pt x="889" y="440"/>
                </a:lnTo>
                <a:lnTo>
                  <a:pt x="895" y="432"/>
                </a:lnTo>
                <a:lnTo>
                  <a:pt x="901" y="434"/>
                </a:lnTo>
                <a:lnTo>
                  <a:pt x="906" y="434"/>
                </a:lnTo>
                <a:lnTo>
                  <a:pt x="917" y="431"/>
                </a:lnTo>
                <a:lnTo>
                  <a:pt x="917" y="429"/>
                </a:lnTo>
                <a:lnTo>
                  <a:pt x="918" y="424"/>
                </a:lnTo>
                <a:lnTo>
                  <a:pt x="917" y="420"/>
                </a:lnTo>
                <a:lnTo>
                  <a:pt x="917" y="416"/>
                </a:lnTo>
                <a:lnTo>
                  <a:pt x="918" y="413"/>
                </a:lnTo>
                <a:lnTo>
                  <a:pt x="923" y="409"/>
                </a:lnTo>
                <a:lnTo>
                  <a:pt x="929" y="405"/>
                </a:lnTo>
                <a:lnTo>
                  <a:pt x="931" y="410"/>
                </a:lnTo>
                <a:lnTo>
                  <a:pt x="934" y="416"/>
                </a:lnTo>
                <a:lnTo>
                  <a:pt x="940" y="422"/>
                </a:lnTo>
                <a:lnTo>
                  <a:pt x="945" y="421"/>
                </a:lnTo>
                <a:lnTo>
                  <a:pt x="949" y="422"/>
                </a:lnTo>
                <a:lnTo>
                  <a:pt x="963" y="423"/>
                </a:lnTo>
                <a:lnTo>
                  <a:pt x="968" y="422"/>
                </a:lnTo>
                <a:lnTo>
                  <a:pt x="970" y="426"/>
                </a:lnTo>
                <a:lnTo>
                  <a:pt x="973" y="429"/>
                </a:lnTo>
                <a:lnTo>
                  <a:pt x="978" y="430"/>
                </a:lnTo>
                <a:lnTo>
                  <a:pt x="984" y="430"/>
                </a:lnTo>
                <a:lnTo>
                  <a:pt x="991" y="430"/>
                </a:lnTo>
                <a:lnTo>
                  <a:pt x="1009" y="430"/>
                </a:lnTo>
                <a:lnTo>
                  <a:pt x="1016" y="431"/>
                </a:lnTo>
                <a:lnTo>
                  <a:pt x="1023" y="430"/>
                </a:lnTo>
                <a:lnTo>
                  <a:pt x="1030" y="432"/>
                </a:lnTo>
                <a:lnTo>
                  <a:pt x="1042" y="430"/>
                </a:lnTo>
                <a:lnTo>
                  <a:pt x="1050" y="431"/>
                </a:lnTo>
                <a:lnTo>
                  <a:pt x="1055" y="428"/>
                </a:lnTo>
                <a:lnTo>
                  <a:pt x="1060" y="428"/>
                </a:lnTo>
                <a:lnTo>
                  <a:pt x="1062" y="425"/>
                </a:lnTo>
                <a:lnTo>
                  <a:pt x="1062" y="421"/>
                </a:lnTo>
                <a:lnTo>
                  <a:pt x="1067" y="413"/>
                </a:lnTo>
                <a:lnTo>
                  <a:pt x="1067" y="409"/>
                </a:lnTo>
                <a:lnTo>
                  <a:pt x="1069" y="405"/>
                </a:lnTo>
                <a:lnTo>
                  <a:pt x="1074" y="404"/>
                </a:lnTo>
                <a:lnTo>
                  <a:pt x="1081" y="400"/>
                </a:lnTo>
                <a:lnTo>
                  <a:pt x="1085" y="399"/>
                </a:lnTo>
                <a:lnTo>
                  <a:pt x="1093" y="400"/>
                </a:lnTo>
                <a:lnTo>
                  <a:pt x="1101" y="400"/>
                </a:lnTo>
                <a:lnTo>
                  <a:pt x="1112" y="402"/>
                </a:lnTo>
                <a:lnTo>
                  <a:pt x="1119" y="402"/>
                </a:lnTo>
                <a:lnTo>
                  <a:pt x="1124" y="406"/>
                </a:lnTo>
                <a:lnTo>
                  <a:pt x="1132" y="407"/>
                </a:lnTo>
                <a:lnTo>
                  <a:pt x="1136" y="405"/>
                </a:lnTo>
                <a:lnTo>
                  <a:pt x="1138" y="404"/>
                </a:lnTo>
                <a:lnTo>
                  <a:pt x="1142" y="405"/>
                </a:lnTo>
                <a:lnTo>
                  <a:pt x="1146" y="407"/>
                </a:lnTo>
                <a:lnTo>
                  <a:pt x="1152" y="407"/>
                </a:lnTo>
                <a:lnTo>
                  <a:pt x="1160" y="409"/>
                </a:lnTo>
                <a:lnTo>
                  <a:pt x="1167" y="408"/>
                </a:lnTo>
                <a:lnTo>
                  <a:pt x="1174" y="407"/>
                </a:lnTo>
                <a:lnTo>
                  <a:pt x="1184" y="408"/>
                </a:lnTo>
                <a:lnTo>
                  <a:pt x="1197" y="409"/>
                </a:lnTo>
                <a:lnTo>
                  <a:pt x="1201" y="409"/>
                </a:lnTo>
                <a:lnTo>
                  <a:pt x="1206" y="405"/>
                </a:lnTo>
                <a:lnTo>
                  <a:pt x="1209" y="402"/>
                </a:lnTo>
                <a:lnTo>
                  <a:pt x="1212" y="400"/>
                </a:lnTo>
                <a:lnTo>
                  <a:pt x="1222" y="398"/>
                </a:lnTo>
                <a:lnTo>
                  <a:pt x="1224" y="395"/>
                </a:lnTo>
                <a:lnTo>
                  <a:pt x="1226" y="393"/>
                </a:lnTo>
                <a:lnTo>
                  <a:pt x="1228" y="393"/>
                </a:lnTo>
                <a:lnTo>
                  <a:pt x="1234" y="393"/>
                </a:lnTo>
                <a:lnTo>
                  <a:pt x="1238" y="392"/>
                </a:lnTo>
                <a:lnTo>
                  <a:pt x="1246" y="389"/>
                </a:lnTo>
                <a:lnTo>
                  <a:pt x="1255" y="387"/>
                </a:lnTo>
                <a:lnTo>
                  <a:pt x="1264" y="384"/>
                </a:lnTo>
                <a:lnTo>
                  <a:pt x="1276" y="381"/>
                </a:lnTo>
                <a:lnTo>
                  <a:pt x="1285" y="380"/>
                </a:lnTo>
                <a:lnTo>
                  <a:pt x="1295" y="384"/>
                </a:lnTo>
                <a:lnTo>
                  <a:pt x="1304" y="387"/>
                </a:lnTo>
                <a:lnTo>
                  <a:pt x="1310" y="388"/>
                </a:lnTo>
                <a:lnTo>
                  <a:pt x="1317" y="387"/>
                </a:lnTo>
                <a:lnTo>
                  <a:pt x="1323" y="385"/>
                </a:lnTo>
                <a:lnTo>
                  <a:pt x="1333" y="384"/>
                </a:lnTo>
                <a:lnTo>
                  <a:pt x="1339" y="380"/>
                </a:lnTo>
                <a:lnTo>
                  <a:pt x="1345" y="375"/>
                </a:lnTo>
                <a:lnTo>
                  <a:pt x="1353" y="371"/>
                </a:lnTo>
                <a:lnTo>
                  <a:pt x="1358" y="368"/>
                </a:lnTo>
                <a:lnTo>
                  <a:pt x="1359" y="364"/>
                </a:lnTo>
                <a:lnTo>
                  <a:pt x="1360" y="363"/>
                </a:lnTo>
                <a:lnTo>
                  <a:pt x="1362" y="363"/>
                </a:lnTo>
                <a:lnTo>
                  <a:pt x="1367" y="363"/>
                </a:lnTo>
                <a:lnTo>
                  <a:pt x="1370" y="366"/>
                </a:lnTo>
                <a:lnTo>
                  <a:pt x="1377" y="366"/>
                </a:lnTo>
                <a:lnTo>
                  <a:pt x="1382" y="364"/>
                </a:lnTo>
                <a:lnTo>
                  <a:pt x="1387" y="362"/>
                </a:lnTo>
                <a:lnTo>
                  <a:pt x="1392" y="359"/>
                </a:lnTo>
                <a:lnTo>
                  <a:pt x="1395" y="355"/>
                </a:lnTo>
                <a:lnTo>
                  <a:pt x="1397" y="352"/>
                </a:lnTo>
                <a:lnTo>
                  <a:pt x="1401" y="355"/>
                </a:lnTo>
                <a:lnTo>
                  <a:pt x="1406" y="355"/>
                </a:lnTo>
                <a:lnTo>
                  <a:pt x="1417" y="355"/>
                </a:lnTo>
                <a:lnTo>
                  <a:pt x="1422" y="352"/>
                </a:lnTo>
                <a:lnTo>
                  <a:pt x="1425" y="351"/>
                </a:lnTo>
                <a:lnTo>
                  <a:pt x="1431" y="347"/>
                </a:lnTo>
                <a:lnTo>
                  <a:pt x="1433" y="344"/>
                </a:lnTo>
                <a:lnTo>
                  <a:pt x="1432" y="338"/>
                </a:lnTo>
                <a:lnTo>
                  <a:pt x="1431" y="331"/>
                </a:lnTo>
                <a:lnTo>
                  <a:pt x="1436" y="335"/>
                </a:lnTo>
                <a:lnTo>
                  <a:pt x="1440" y="334"/>
                </a:lnTo>
                <a:lnTo>
                  <a:pt x="1448" y="337"/>
                </a:lnTo>
                <a:lnTo>
                  <a:pt x="1457" y="335"/>
                </a:lnTo>
                <a:lnTo>
                  <a:pt x="1463" y="338"/>
                </a:lnTo>
                <a:lnTo>
                  <a:pt x="1470" y="338"/>
                </a:lnTo>
                <a:lnTo>
                  <a:pt x="1477" y="337"/>
                </a:lnTo>
                <a:lnTo>
                  <a:pt x="1481" y="334"/>
                </a:lnTo>
                <a:lnTo>
                  <a:pt x="1488" y="332"/>
                </a:lnTo>
                <a:lnTo>
                  <a:pt x="1494" y="329"/>
                </a:lnTo>
                <a:lnTo>
                  <a:pt x="1501" y="329"/>
                </a:lnTo>
                <a:lnTo>
                  <a:pt x="1507" y="329"/>
                </a:lnTo>
                <a:lnTo>
                  <a:pt x="1512" y="329"/>
                </a:lnTo>
                <a:lnTo>
                  <a:pt x="1517" y="328"/>
                </a:lnTo>
                <a:lnTo>
                  <a:pt x="1543" y="320"/>
                </a:lnTo>
                <a:lnTo>
                  <a:pt x="1547" y="316"/>
                </a:lnTo>
                <a:lnTo>
                  <a:pt x="1549" y="315"/>
                </a:lnTo>
                <a:lnTo>
                  <a:pt x="1555" y="308"/>
                </a:lnTo>
                <a:lnTo>
                  <a:pt x="1559" y="306"/>
                </a:lnTo>
                <a:lnTo>
                  <a:pt x="1566" y="306"/>
                </a:lnTo>
                <a:lnTo>
                  <a:pt x="1572" y="307"/>
                </a:lnTo>
                <a:lnTo>
                  <a:pt x="1577" y="308"/>
                </a:lnTo>
                <a:lnTo>
                  <a:pt x="1579" y="308"/>
                </a:lnTo>
                <a:lnTo>
                  <a:pt x="1595" y="303"/>
                </a:lnTo>
                <a:lnTo>
                  <a:pt x="1597" y="300"/>
                </a:lnTo>
                <a:lnTo>
                  <a:pt x="1597" y="297"/>
                </a:lnTo>
                <a:lnTo>
                  <a:pt x="1601" y="294"/>
                </a:lnTo>
                <a:lnTo>
                  <a:pt x="1607" y="294"/>
                </a:lnTo>
                <a:lnTo>
                  <a:pt x="1612" y="294"/>
                </a:lnTo>
                <a:lnTo>
                  <a:pt x="1616" y="294"/>
                </a:lnTo>
                <a:lnTo>
                  <a:pt x="1621" y="293"/>
                </a:lnTo>
                <a:lnTo>
                  <a:pt x="1624" y="291"/>
                </a:lnTo>
                <a:lnTo>
                  <a:pt x="1628" y="288"/>
                </a:lnTo>
                <a:lnTo>
                  <a:pt x="1634" y="283"/>
                </a:lnTo>
                <a:lnTo>
                  <a:pt x="1642" y="277"/>
                </a:lnTo>
                <a:lnTo>
                  <a:pt x="1643" y="274"/>
                </a:lnTo>
                <a:lnTo>
                  <a:pt x="1647" y="271"/>
                </a:lnTo>
                <a:lnTo>
                  <a:pt x="1650" y="271"/>
                </a:lnTo>
                <a:lnTo>
                  <a:pt x="1651" y="271"/>
                </a:lnTo>
                <a:lnTo>
                  <a:pt x="1651" y="271"/>
                </a:lnTo>
                <a:lnTo>
                  <a:pt x="1652" y="270"/>
                </a:lnTo>
                <a:lnTo>
                  <a:pt x="1653" y="269"/>
                </a:lnTo>
                <a:lnTo>
                  <a:pt x="1653" y="268"/>
                </a:lnTo>
                <a:lnTo>
                  <a:pt x="1654" y="268"/>
                </a:lnTo>
                <a:lnTo>
                  <a:pt x="1654" y="269"/>
                </a:lnTo>
                <a:lnTo>
                  <a:pt x="1655" y="270"/>
                </a:lnTo>
                <a:lnTo>
                  <a:pt x="1656" y="270"/>
                </a:lnTo>
                <a:lnTo>
                  <a:pt x="1657" y="271"/>
                </a:lnTo>
                <a:lnTo>
                  <a:pt x="1657" y="271"/>
                </a:lnTo>
                <a:lnTo>
                  <a:pt x="1658" y="271"/>
                </a:lnTo>
                <a:lnTo>
                  <a:pt x="1659" y="272"/>
                </a:lnTo>
                <a:lnTo>
                  <a:pt x="1660" y="272"/>
                </a:lnTo>
                <a:lnTo>
                  <a:pt x="1661" y="273"/>
                </a:lnTo>
                <a:lnTo>
                  <a:pt x="1662" y="273"/>
                </a:lnTo>
                <a:lnTo>
                  <a:pt x="1662" y="274"/>
                </a:lnTo>
                <a:lnTo>
                  <a:pt x="1663" y="274"/>
                </a:lnTo>
                <a:lnTo>
                  <a:pt x="1664" y="275"/>
                </a:lnTo>
                <a:lnTo>
                  <a:pt x="1666" y="275"/>
                </a:lnTo>
                <a:lnTo>
                  <a:pt x="1667" y="276"/>
                </a:lnTo>
                <a:lnTo>
                  <a:pt x="1668" y="276"/>
                </a:lnTo>
                <a:lnTo>
                  <a:pt x="1669" y="277"/>
                </a:lnTo>
                <a:lnTo>
                  <a:pt x="1670" y="277"/>
                </a:lnTo>
                <a:lnTo>
                  <a:pt x="1671" y="277"/>
                </a:lnTo>
                <a:lnTo>
                  <a:pt x="1672" y="278"/>
                </a:lnTo>
                <a:lnTo>
                  <a:pt x="1674" y="278"/>
                </a:lnTo>
                <a:lnTo>
                  <a:pt x="1676" y="279"/>
                </a:lnTo>
                <a:lnTo>
                  <a:pt x="1677" y="279"/>
                </a:lnTo>
                <a:lnTo>
                  <a:pt x="1678" y="279"/>
                </a:lnTo>
                <a:lnTo>
                  <a:pt x="1679" y="279"/>
                </a:lnTo>
                <a:lnTo>
                  <a:pt x="1679" y="280"/>
                </a:lnTo>
                <a:lnTo>
                  <a:pt x="1680" y="280"/>
                </a:lnTo>
                <a:lnTo>
                  <a:pt x="1681" y="280"/>
                </a:lnTo>
                <a:lnTo>
                  <a:pt x="1682" y="280"/>
                </a:lnTo>
                <a:lnTo>
                  <a:pt x="1683" y="280"/>
                </a:lnTo>
                <a:lnTo>
                  <a:pt x="1685" y="280"/>
                </a:lnTo>
                <a:lnTo>
                  <a:pt x="1686" y="279"/>
                </a:lnTo>
                <a:lnTo>
                  <a:pt x="1688" y="279"/>
                </a:lnTo>
                <a:lnTo>
                  <a:pt x="1689" y="278"/>
                </a:lnTo>
                <a:lnTo>
                  <a:pt x="1690" y="278"/>
                </a:lnTo>
                <a:lnTo>
                  <a:pt x="1690" y="277"/>
                </a:lnTo>
                <a:lnTo>
                  <a:pt x="1691" y="277"/>
                </a:lnTo>
                <a:lnTo>
                  <a:pt x="1692" y="276"/>
                </a:lnTo>
                <a:lnTo>
                  <a:pt x="1693" y="276"/>
                </a:lnTo>
                <a:lnTo>
                  <a:pt x="1693" y="275"/>
                </a:lnTo>
                <a:lnTo>
                  <a:pt x="1694" y="275"/>
                </a:lnTo>
                <a:lnTo>
                  <a:pt x="1695" y="275"/>
                </a:lnTo>
                <a:lnTo>
                  <a:pt x="1696" y="275"/>
                </a:lnTo>
                <a:lnTo>
                  <a:pt x="1697" y="274"/>
                </a:lnTo>
                <a:lnTo>
                  <a:pt x="1698" y="274"/>
                </a:lnTo>
                <a:lnTo>
                  <a:pt x="1699" y="273"/>
                </a:lnTo>
                <a:lnTo>
                  <a:pt x="1700" y="272"/>
                </a:lnTo>
                <a:lnTo>
                  <a:pt x="1701" y="271"/>
                </a:lnTo>
                <a:lnTo>
                  <a:pt x="1702" y="271"/>
                </a:lnTo>
                <a:lnTo>
                  <a:pt x="1703" y="271"/>
                </a:lnTo>
                <a:lnTo>
                  <a:pt x="1704" y="271"/>
                </a:lnTo>
                <a:lnTo>
                  <a:pt x="1705" y="271"/>
                </a:lnTo>
                <a:lnTo>
                  <a:pt x="1706" y="270"/>
                </a:lnTo>
                <a:lnTo>
                  <a:pt x="1707" y="270"/>
                </a:lnTo>
                <a:lnTo>
                  <a:pt x="1707" y="269"/>
                </a:lnTo>
                <a:lnTo>
                  <a:pt x="1708" y="269"/>
                </a:lnTo>
                <a:lnTo>
                  <a:pt x="1709" y="268"/>
                </a:lnTo>
                <a:lnTo>
                  <a:pt x="1710" y="267"/>
                </a:lnTo>
                <a:lnTo>
                  <a:pt x="1711" y="266"/>
                </a:lnTo>
                <a:lnTo>
                  <a:pt x="1712" y="265"/>
                </a:lnTo>
                <a:lnTo>
                  <a:pt x="1713" y="264"/>
                </a:lnTo>
                <a:lnTo>
                  <a:pt x="1714" y="264"/>
                </a:lnTo>
                <a:lnTo>
                  <a:pt x="1715" y="263"/>
                </a:lnTo>
                <a:lnTo>
                  <a:pt x="1716" y="263"/>
                </a:lnTo>
                <a:lnTo>
                  <a:pt x="1716" y="262"/>
                </a:lnTo>
                <a:lnTo>
                  <a:pt x="1717" y="262"/>
                </a:lnTo>
                <a:lnTo>
                  <a:pt x="1718" y="261"/>
                </a:lnTo>
                <a:lnTo>
                  <a:pt x="1718" y="260"/>
                </a:lnTo>
                <a:lnTo>
                  <a:pt x="1719" y="260"/>
                </a:lnTo>
                <a:lnTo>
                  <a:pt x="1719" y="259"/>
                </a:lnTo>
                <a:lnTo>
                  <a:pt x="1718" y="259"/>
                </a:lnTo>
                <a:lnTo>
                  <a:pt x="1718" y="260"/>
                </a:lnTo>
                <a:lnTo>
                  <a:pt x="1717" y="260"/>
                </a:lnTo>
                <a:lnTo>
                  <a:pt x="1717" y="259"/>
                </a:lnTo>
                <a:lnTo>
                  <a:pt x="1718" y="259"/>
                </a:lnTo>
                <a:lnTo>
                  <a:pt x="1718" y="258"/>
                </a:lnTo>
                <a:lnTo>
                  <a:pt x="1719" y="258"/>
                </a:lnTo>
                <a:lnTo>
                  <a:pt x="1720" y="258"/>
                </a:lnTo>
                <a:lnTo>
                  <a:pt x="1720" y="257"/>
                </a:lnTo>
                <a:lnTo>
                  <a:pt x="1721" y="257"/>
                </a:lnTo>
                <a:lnTo>
                  <a:pt x="1722" y="257"/>
                </a:lnTo>
                <a:lnTo>
                  <a:pt x="1723" y="257"/>
                </a:lnTo>
                <a:lnTo>
                  <a:pt x="1724" y="257"/>
                </a:lnTo>
                <a:lnTo>
                  <a:pt x="1725" y="256"/>
                </a:lnTo>
                <a:lnTo>
                  <a:pt x="1726" y="256"/>
                </a:lnTo>
                <a:lnTo>
                  <a:pt x="1727" y="256"/>
                </a:lnTo>
                <a:lnTo>
                  <a:pt x="1728" y="256"/>
                </a:lnTo>
                <a:lnTo>
                  <a:pt x="1729" y="256"/>
                </a:lnTo>
                <a:lnTo>
                  <a:pt x="1730" y="256"/>
                </a:lnTo>
                <a:lnTo>
                  <a:pt x="1729" y="256"/>
                </a:lnTo>
                <a:lnTo>
                  <a:pt x="1729" y="255"/>
                </a:lnTo>
                <a:lnTo>
                  <a:pt x="1730" y="254"/>
                </a:lnTo>
                <a:lnTo>
                  <a:pt x="1731" y="254"/>
                </a:lnTo>
                <a:lnTo>
                  <a:pt x="1731" y="253"/>
                </a:lnTo>
                <a:lnTo>
                  <a:pt x="1732" y="253"/>
                </a:lnTo>
                <a:lnTo>
                  <a:pt x="1733" y="253"/>
                </a:lnTo>
                <a:lnTo>
                  <a:pt x="1734" y="252"/>
                </a:lnTo>
                <a:lnTo>
                  <a:pt x="1735" y="252"/>
                </a:lnTo>
                <a:lnTo>
                  <a:pt x="1735" y="251"/>
                </a:lnTo>
                <a:lnTo>
                  <a:pt x="1736" y="250"/>
                </a:lnTo>
                <a:lnTo>
                  <a:pt x="1737" y="250"/>
                </a:lnTo>
                <a:lnTo>
                  <a:pt x="1738" y="250"/>
                </a:lnTo>
                <a:lnTo>
                  <a:pt x="1738" y="249"/>
                </a:lnTo>
                <a:lnTo>
                  <a:pt x="1739" y="249"/>
                </a:lnTo>
                <a:lnTo>
                  <a:pt x="1740" y="249"/>
                </a:lnTo>
                <a:lnTo>
                  <a:pt x="1740" y="250"/>
                </a:lnTo>
                <a:lnTo>
                  <a:pt x="1741" y="250"/>
                </a:lnTo>
                <a:lnTo>
                  <a:pt x="1742" y="250"/>
                </a:lnTo>
                <a:lnTo>
                  <a:pt x="1743" y="249"/>
                </a:lnTo>
                <a:lnTo>
                  <a:pt x="1743" y="246"/>
                </a:lnTo>
                <a:lnTo>
                  <a:pt x="1738" y="244"/>
                </a:lnTo>
                <a:lnTo>
                  <a:pt x="1739" y="237"/>
                </a:lnTo>
                <a:lnTo>
                  <a:pt x="1745" y="237"/>
                </a:lnTo>
                <a:lnTo>
                  <a:pt x="1745" y="236"/>
                </a:lnTo>
                <a:lnTo>
                  <a:pt x="1744" y="236"/>
                </a:lnTo>
                <a:lnTo>
                  <a:pt x="1744" y="235"/>
                </a:lnTo>
                <a:lnTo>
                  <a:pt x="1744" y="234"/>
                </a:lnTo>
                <a:lnTo>
                  <a:pt x="1744" y="233"/>
                </a:lnTo>
                <a:lnTo>
                  <a:pt x="1744" y="232"/>
                </a:lnTo>
                <a:lnTo>
                  <a:pt x="1744" y="231"/>
                </a:lnTo>
                <a:lnTo>
                  <a:pt x="1743" y="231"/>
                </a:lnTo>
                <a:lnTo>
                  <a:pt x="1742" y="230"/>
                </a:lnTo>
                <a:lnTo>
                  <a:pt x="1743" y="230"/>
                </a:lnTo>
                <a:lnTo>
                  <a:pt x="1744" y="230"/>
                </a:lnTo>
                <a:lnTo>
                  <a:pt x="1745" y="230"/>
                </a:lnTo>
                <a:lnTo>
                  <a:pt x="1746" y="230"/>
                </a:lnTo>
                <a:lnTo>
                  <a:pt x="1747" y="230"/>
                </a:lnTo>
                <a:lnTo>
                  <a:pt x="1748" y="230"/>
                </a:lnTo>
                <a:lnTo>
                  <a:pt x="1749" y="230"/>
                </a:lnTo>
                <a:lnTo>
                  <a:pt x="1751" y="230"/>
                </a:lnTo>
                <a:lnTo>
                  <a:pt x="1752" y="230"/>
                </a:lnTo>
                <a:lnTo>
                  <a:pt x="1753" y="230"/>
                </a:lnTo>
                <a:lnTo>
                  <a:pt x="1753" y="231"/>
                </a:lnTo>
                <a:lnTo>
                  <a:pt x="1753" y="233"/>
                </a:lnTo>
                <a:lnTo>
                  <a:pt x="1754" y="233"/>
                </a:lnTo>
                <a:lnTo>
                  <a:pt x="1754" y="232"/>
                </a:lnTo>
                <a:lnTo>
                  <a:pt x="1754" y="231"/>
                </a:lnTo>
                <a:lnTo>
                  <a:pt x="1754" y="230"/>
                </a:lnTo>
                <a:lnTo>
                  <a:pt x="1754" y="229"/>
                </a:lnTo>
                <a:lnTo>
                  <a:pt x="1754" y="228"/>
                </a:lnTo>
                <a:lnTo>
                  <a:pt x="1754" y="227"/>
                </a:lnTo>
                <a:lnTo>
                  <a:pt x="1754" y="226"/>
                </a:lnTo>
                <a:lnTo>
                  <a:pt x="1754" y="227"/>
                </a:lnTo>
                <a:lnTo>
                  <a:pt x="1755" y="227"/>
                </a:lnTo>
                <a:lnTo>
                  <a:pt x="1755" y="228"/>
                </a:lnTo>
                <a:lnTo>
                  <a:pt x="1755" y="229"/>
                </a:lnTo>
                <a:lnTo>
                  <a:pt x="1756" y="229"/>
                </a:lnTo>
                <a:lnTo>
                  <a:pt x="1757" y="229"/>
                </a:lnTo>
                <a:lnTo>
                  <a:pt x="1758" y="229"/>
                </a:lnTo>
                <a:lnTo>
                  <a:pt x="1759" y="229"/>
                </a:lnTo>
                <a:lnTo>
                  <a:pt x="1760" y="229"/>
                </a:lnTo>
                <a:lnTo>
                  <a:pt x="1761" y="229"/>
                </a:lnTo>
                <a:lnTo>
                  <a:pt x="1762" y="229"/>
                </a:lnTo>
                <a:lnTo>
                  <a:pt x="1762" y="228"/>
                </a:lnTo>
                <a:lnTo>
                  <a:pt x="1763" y="228"/>
                </a:lnTo>
                <a:lnTo>
                  <a:pt x="1764" y="228"/>
                </a:lnTo>
                <a:lnTo>
                  <a:pt x="1764" y="228"/>
                </a:lnTo>
                <a:lnTo>
                  <a:pt x="1764" y="227"/>
                </a:lnTo>
                <a:lnTo>
                  <a:pt x="1765" y="227"/>
                </a:lnTo>
                <a:lnTo>
                  <a:pt x="1766" y="227"/>
                </a:lnTo>
                <a:lnTo>
                  <a:pt x="1766" y="228"/>
                </a:lnTo>
                <a:lnTo>
                  <a:pt x="1765" y="228"/>
                </a:lnTo>
                <a:lnTo>
                  <a:pt x="1765" y="229"/>
                </a:lnTo>
                <a:lnTo>
                  <a:pt x="1764" y="229"/>
                </a:lnTo>
                <a:lnTo>
                  <a:pt x="1765" y="230"/>
                </a:lnTo>
                <a:lnTo>
                  <a:pt x="1766" y="230"/>
                </a:lnTo>
                <a:lnTo>
                  <a:pt x="1767" y="230"/>
                </a:lnTo>
                <a:lnTo>
                  <a:pt x="1768" y="230"/>
                </a:lnTo>
                <a:lnTo>
                  <a:pt x="1768" y="232"/>
                </a:lnTo>
                <a:lnTo>
                  <a:pt x="1769" y="232"/>
                </a:lnTo>
                <a:lnTo>
                  <a:pt x="1770" y="232"/>
                </a:lnTo>
                <a:lnTo>
                  <a:pt x="1770" y="231"/>
                </a:lnTo>
                <a:lnTo>
                  <a:pt x="1770" y="230"/>
                </a:lnTo>
                <a:lnTo>
                  <a:pt x="1771" y="230"/>
                </a:lnTo>
                <a:lnTo>
                  <a:pt x="1772" y="229"/>
                </a:lnTo>
                <a:lnTo>
                  <a:pt x="1771" y="228"/>
                </a:lnTo>
                <a:lnTo>
                  <a:pt x="1770" y="228"/>
                </a:lnTo>
                <a:lnTo>
                  <a:pt x="1770" y="227"/>
                </a:lnTo>
                <a:lnTo>
                  <a:pt x="1769" y="227"/>
                </a:lnTo>
                <a:lnTo>
                  <a:pt x="1769" y="226"/>
                </a:lnTo>
                <a:lnTo>
                  <a:pt x="1768" y="226"/>
                </a:lnTo>
                <a:lnTo>
                  <a:pt x="1768" y="225"/>
                </a:lnTo>
                <a:lnTo>
                  <a:pt x="1767" y="225"/>
                </a:lnTo>
                <a:lnTo>
                  <a:pt x="1767" y="224"/>
                </a:lnTo>
                <a:lnTo>
                  <a:pt x="1766" y="223"/>
                </a:lnTo>
                <a:lnTo>
                  <a:pt x="1765" y="223"/>
                </a:lnTo>
                <a:lnTo>
                  <a:pt x="1765" y="222"/>
                </a:lnTo>
                <a:lnTo>
                  <a:pt x="1764" y="222"/>
                </a:lnTo>
                <a:lnTo>
                  <a:pt x="1764" y="221"/>
                </a:lnTo>
                <a:lnTo>
                  <a:pt x="1765" y="221"/>
                </a:lnTo>
                <a:lnTo>
                  <a:pt x="1766" y="222"/>
                </a:lnTo>
                <a:lnTo>
                  <a:pt x="1768" y="224"/>
                </a:lnTo>
                <a:lnTo>
                  <a:pt x="1769" y="225"/>
                </a:lnTo>
                <a:lnTo>
                  <a:pt x="1770" y="225"/>
                </a:lnTo>
                <a:lnTo>
                  <a:pt x="1770" y="226"/>
                </a:lnTo>
                <a:lnTo>
                  <a:pt x="1771" y="227"/>
                </a:lnTo>
                <a:lnTo>
                  <a:pt x="1772" y="227"/>
                </a:lnTo>
                <a:lnTo>
                  <a:pt x="1772" y="228"/>
                </a:lnTo>
                <a:lnTo>
                  <a:pt x="1773" y="229"/>
                </a:lnTo>
                <a:lnTo>
                  <a:pt x="1775" y="231"/>
                </a:lnTo>
                <a:lnTo>
                  <a:pt x="1776" y="232"/>
                </a:lnTo>
                <a:lnTo>
                  <a:pt x="1777" y="233"/>
                </a:lnTo>
                <a:lnTo>
                  <a:pt x="1776" y="233"/>
                </a:lnTo>
                <a:lnTo>
                  <a:pt x="1776" y="235"/>
                </a:lnTo>
                <a:lnTo>
                  <a:pt x="1776" y="236"/>
                </a:lnTo>
                <a:lnTo>
                  <a:pt x="1775" y="236"/>
                </a:lnTo>
                <a:lnTo>
                  <a:pt x="1774" y="236"/>
                </a:lnTo>
                <a:lnTo>
                  <a:pt x="1773" y="236"/>
                </a:lnTo>
                <a:lnTo>
                  <a:pt x="1773" y="237"/>
                </a:lnTo>
                <a:lnTo>
                  <a:pt x="1773" y="238"/>
                </a:lnTo>
                <a:lnTo>
                  <a:pt x="1774" y="239"/>
                </a:lnTo>
                <a:lnTo>
                  <a:pt x="1775" y="240"/>
                </a:lnTo>
                <a:lnTo>
                  <a:pt x="1776" y="240"/>
                </a:lnTo>
                <a:lnTo>
                  <a:pt x="1777" y="240"/>
                </a:lnTo>
                <a:lnTo>
                  <a:pt x="1778" y="240"/>
                </a:lnTo>
                <a:lnTo>
                  <a:pt x="1778" y="239"/>
                </a:lnTo>
                <a:lnTo>
                  <a:pt x="1779" y="239"/>
                </a:lnTo>
                <a:lnTo>
                  <a:pt x="1780" y="239"/>
                </a:lnTo>
                <a:lnTo>
                  <a:pt x="1780" y="238"/>
                </a:lnTo>
                <a:lnTo>
                  <a:pt x="1781" y="238"/>
                </a:lnTo>
                <a:lnTo>
                  <a:pt x="1781" y="237"/>
                </a:lnTo>
                <a:lnTo>
                  <a:pt x="1782" y="237"/>
                </a:lnTo>
                <a:lnTo>
                  <a:pt x="1783" y="236"/>
                </a:lnTo>
                <a:lnTo>
                  <a:pt x="1784" y="235"/>
                </a:lnTo>
                <a:lnTo>
                  <a:pt x="1784" y="234"/>
                </a:lnTo>
                <a:lnTo>
                  <a:pt x="1785" y="233"/>
                </a:lnTo>
                <a:lnTo>
                  <a:pt x="1785" y="232"/>
                </a:lnTo>
                <a:lnTo>
                  <a:pt x="1785" y="231"/>
                </a:lnTo>
                <a:lnTo>
                  <a:pt x="1785" y="230"/>
                </a:lnTo>
                <a:lnTo>
                  <a:pt x="1786" y="229"/>
                </a:lnTo>
                <a:lnTo>
                  <a:pt x="1787" y="228"/>
                </a:lnTo>
                <a:lnTo>
                  <a:pt x="1788" y="228"/>
                </a:lnTo>
                <a:lnTo>
                  <a:pt x="1789" y="228"/>
                </a:lnTo>
                <a:lnTo>
                  <a:pt x="1790" y="227"/>
                </a:lnTo>
                <a:lnTo>
                  <a:pt x="1791" y="227"/>
                </a:lnTo>
                <a:lnTo>
                  <a:pt x="1792" y="226"/>
                </a:lnTo>
                <a:lnTo>
                  <a:pt x="1792" y="226"/>
                </a:lnTo>
                <a:lnTo>
                  <a:pt x="1792" y="225"/>
                </a:lnTo>
                <a:lnTo>
                  <a:pt x="1793" y="225"/>
                </a:lnTo>
                <a:lnTo>
                  <a:pt x="1794" y="225"/>
                </a:lnTo>
                <a:lnTo>
                  <a:pt x="1795" y="225"/>
                </a:lnTo>
                <a:lnTo>
                  <a:pt x="1796" y="225"/>
                </a:lnTo>
                <a:lnTo>
                  <a:pt x="1797" y="225"/>
                </a:lnTo>
                <a:lnTo>
                  <a:pt x="1798" y="225"/>
                </a:lnTo>
                <a:lnTo>
                  <a:pt x="1798" y="224"/>
                </a:lnTo>
                <a:lnTo>
                  <a:pt x="1799" y="224"/>
                </a:lnTo>
                <a:lnTo>
                  <a:pt x="1800" y="224"/>
                </a:lnTo>
                <a:lnTo>
                  <a:pt x="1800" y="225"/>
                </a:lnTo>
                <a:lnTo>
                  <a:pt x="1800" y="226"/>
                </a:lnTo>
                <a:lnTo>
                  <a:pt x="1800" y="227"/>
                </a:lnTo>
                <a:lnTo>
                  <a:pt x="1801" y="227"/>
                </a:lnTo>
                <a:lnTo>
                  <a:pt x="1801" y="226"/>
                </a:lnTo>
                <a:lnTo>
                  <a:pt x="1802" y="226"/>
                </a:lnTo>
                <a:lnTo>
                  <a:pt x="1803" y="226"/>
                </a:lnTo>
                <a:lnTo>
                  <a:pt x="1804" y="226"/>
                </a:lnTo>
                <a:lnTo>
                  <a:pt x="1805" y="227"/>
                </a:lnTo>
                <a:lnTo>
                  <a:pt x="1806" y="227"/>
                </a:lnTo>
                <a:lnTo>
                  <a:pt x="1807" y="227"/>
                </a:lnTo>
                <a:lnTo>
                  <a:pt x="1808" y="228"/>
                </a:lnTo>
                <a:lnTo>
                  <a:pt x="1809" y="228"/>
                </a:lnTo>
                <a:lnTo>
                  <a:pt x="1810" y="228"/>
                </a:lnTo>
                <a:lnTo>
                  <a:pt x="1813" y="229"/>
                </a:lnTo>
                <a:lnTo>
                  <a:pt x="1815" y="229"/>
                </a:lnTo>
                <a:lnTo>
                  <a:pt x="1816" y="229"/>
                </a:lnTo>
                <a:lnTo>
                  <a:pt x="1817" y="229"/>
                </a:lnTo>
                <a:lnTo>
                  <a:pt x="1818" y="229"/>
                </a:lnTo>
                <a:lnTo>
                  <a:pt x="1819" y="229"/>
                </a:lnTo>
                <a:lnTo>
                  <a:pt x="1820" y="229"/>
                </a:lnTo>
                <a:lnTo>
                  <a:pt x="1820" y="229"/>
                </a:lnTo>
                <a:lnTo>
                  <a:pt x="1821" y="229"/>
                </a:lnTo>
                <a:lnTo>
                  <a:pt x="1822" y="228"/>
                </a:lnTo>
                <a:lnTo>
                  <a:pt x="1823" y="228"/>
                </a:lnTo>
                <a:lnTo>
                  <a:pt x="1824" y="228"/>
                </a:lnTo>
                <a:lnTo>
                  <a:pt x="1825" y="227"/>
                </a:lnTo>
                <a:lnTo>
                  <a:pt x="1826" y="226"/>
                </a:lnTo>
                <a:lnTo>
                  <a:pt x="1826" y="225"/>
                </a:lnTo>
                <a:lnTo>
                  <a:pt x="1826" y="224"/>
                </a:lnTo>
                <a:lnTo>
                  <a:pt x="1827" y="224"/>
                </a:lnTo>
                <a:lnTo>
                  <a:pt x="1828" y="223"/>
                </a:lnTo>
                <a:lnTo>
                  <a:pt x="1829" y="223"/>
                </a:lnTo>
                <a:lnTo>
                  <a:pt x="1830" y="223"/>
                </a:lnTo>
                <a:lnTo>
                  <a:pt x="1831" y="223"/>
                </a:lnTo>
                <a:lnTo>
                  <a:pt x="1833" y="222"/>
                </a:lnTo>
                <a:lnTo>
                  <a:pt x="1834" y="222"/>
                </a:lnTo>
                <a:lnTo>
                  <a:pt x="1835" y="222"/>
                </a:lnTo>
                <a:lnTo>
                  <a:pt x="1836" y="222"/>
                </a:lnTo>
                <a:lnTo>
                  <a:pt x="1838" y="221"/>
                </a:lnTo>
                <a:lnTo>
                  <a:pt x="1839" y="221"/>
                </a:lnTo>
                <a:lnTo>
                  <a:pt x="1840" y="221"/>
                </a:lnTo>
                <a:lnTo>
                  <a:pt x="1840" y="220"/>
                </a:lnTo>
                <a:lnTo>
                  <a:pt x="1841" y="220"/>
                </a:lnTo>
                <a:lnTo>
                  <a:pt x="1842" y="220"/>
                </a:lnTo>
                <a:lnTo>
                  <a:pt x="1843" y="220"/>
                </a:lnTo>
                <a:lnTo>
                  <a:pt x="1845" y="220"/>
                </a:lnTo>
                <a:lnTo>
                  <a:pt x="1847" y="220"/>
                </a:lnTo>
                <a:lnTo>
                  <a:pt x="1848" y="219"/>
                </a:lnTo>
                <a:lnTo>
                  <a:pt x="1848" y="218"/>
                </a:lnTo>
                <a:lnTo>
                  <a:pt x="1850" y="217"/>
                </a:lnTo>
                <a:lnTo>
                  <a:pt x="1851" y="217"/>
                </a:lnTo>
                <a:lnTo>
                  <a:pt x="1852" y="216"/>
                </a:lnTo>
                <a:lnTo>
                  <a:pt x="1853" y="216"/>
                </a:lnTo>
                <a:lnTo>
                  <a:pt x="1854" y="216"/>
                </a:lnTo>
                <a:lnTo>
                  <a:pt x="1855" y="216"/>
                </a:lnTo>
                <a:lnTo>
                  <a:pt x="1856" y="216"/>
                </a:lnTo>
                <a:lnTo>
                  <a:pt x="1857" y="216"/>
                </a:lnTo>
                <a:lnTo>
                  <a:pt x="1858" y="217"/>
                </a:lnTo>
                <a:lnTo>
                  <a:pt x="1859" y="217"/>
                </a:lnTo>
                <a:lnTo>
                  <a:pt x="1860" y="217"/>
                </a:lnTo>
                <a:lnTo>
                  <a:pt x="1861" y="216"/>
                </a:lnTo>
                <a:lnTo>
                  <a:pt x="1863" y="216"/>
                </a:lnTo>
                <a:lnTo>
                  <a:pt x="1864" y="216"/>
                </a:lnTo>
                <a:lnTo>
                  <a:pt x="1865" y="216"/>
                </a:lnTo>
                <a:lnTo>
                  <a:pt x="1865" y="215"/>
                </a:lnTo>
                <a:lnTo>
                  <a:pt x="1866" y="215"/>
                </a:lnTo>
                <a:lnTo>
                  <a:pt x="1866" y="214"/>
                </a:lnTo>
                <a:lnTo>
                  <a:pt x="1867" y="214"/>
                </a:lnTo>
                <a:lnTo>
                  <a:pt x="1868" y="214"/>
                </a:lnTo>
                <a:lnTo>
                  <a:pt x="1869" y="214"/>
                </a:lnTo>
                <a:lnTo>
                  <a:pt x="1870" y="213"/>
                </a:lnTo>
                <a:lnTo>
                  <a:pt x="1870" y="214"/>
                </a:lnTo>
                <a:lnTo>
                  <a:pt x="1870" y="214"/>
                </a:lnTo>
                <a:lnTo>
                  <a:pt x="1871" y="214"/>
                </a:lnTo>
                <a:lnTo>
                  <a:pt x="1870" y="214"/>
                </a:lnTo>
                <a:lnTo>
                  <a:pt x="1870" y="213"/>
                </a:lnTo>
                <a:lnTo>
                  <a:pt x="1871" y="213"/>
                </a:lnTo>
                <a:lnTo>
                  <a:pt x="1872" y="212"/>
                </a:lnTo>
                <a:lnTo>
                  <a:pt x="1873" y="211"/>
                </a:lnTo>
                <a:lnTo>
                  <a:pt x="1874" y="210"/>
                </a:lnTo>
                <a:lnTo>
                  <a:pt x="1875" y="209"/>
                </a:lnTo>
                <a:lnTo>
                  <a:pt x="1876" y="208"/>
                </a:lnTo>
                <a:lnTo>
                  <a:pt x="1877" y="208"/>
                </a:lnTo>
                <a:lnTo>
                  <a:pt x="1877" y="208"/>
                </a:lnTo>
                <a:lnTo>
                  <a:pt x="1877" y="207"/>
                </a:lnTo>
                <a:lnTo>
                  <a:pt x="1878" y="207"/>
                </a:lnTo>
                <a:lnTo>
                  <a:pt x="1879" y="207"/>
                </a:lnTo>
                <a:lnTo>
                  <a:pt x="1880" y="207"/>
                </a:lnTo>
                <a:lnTo>
                  <a:pt x="1881" y="207"/>
                </a:lnTo>
                <a:lnTo>
                  <a:pt x="1882" y="207"/>
                </a:lnTo>
                <a:lnTo>
                  <a:pt x="1883" y="207"/>
                </a:lnTo>
                <a:lnTo>
                  <a:pt x="1883" y="206"/>
                </a:lnTo>
                <a:lnTo>
                  <a:pt x="1884" y="206"/>
                </a:lnTo>
                <a:lnTo>
                  <a:pt x="1884" y="205"/>
                </a:lnTo>
                <a:lnTo>
                  <a:pt x="1884" y="204"/>
                </a:lnTo>
                <a:lnTo>
                  <a:pt x="1884" y="203"/>
                </a:lnTo>
                <a:lnTo>
                  <a:pt x="1885" y="203"/>
                </a:lnTo>
                <a:lnTo>
                  <a:pt x="1885" y="204"/>
                </a:lnTo>
                <a:lnTo>
                  <a:pt x="1884" y="205"/>
                </a:lnTo>
                <a:lnTo>
                  <a:pt x="1884" y="206"/>
                </a:lnTo>
                <a:lnTo>
                  <a:pt x="1885" y="207"/>
                </a:lnTo>
                <a:lnTo>
                  <a:pt x="1886" y="207"/>
                </a:lnTo>
                <a:lnTo>
                  <a:pt x="1887" y="207"/>
                </a:lnTo>
                <a:lnTo>
                  <a:pt x="1888" y="207"/>
                </a:lnTo>
                <a:lnTo>
                  <a:pt x="1889" y="207"/>
                </a:lnTo>
                <a:lnTo>
                  <a:pt x="1889" y="206"/>
                </a:lnTo>
                <a:lnTo>
                  <a:pt x="1890" y="206"/>
                </a:lnTo>
                <a:lnTo>
                  <a:pt x="1891" y="206"/>
                </a:lnTo>
                <a:lnTo>
                  <a:pt x="1892" y="205"/>
                </a:lnTo>
                <a:lnTo>
                  <a:pt x="1892" y="204"/>
                </a:lnTo>
                <a:lnTo>
                  <a:pt x="1893" y="204"/>
                </a:lnTo>
                <a:lnTo>
                  <a:pt x="1893" y="203"/>
                </a:lnTo>
                <a:lnTo>
                  <a:pt x="1893" y="202"/>
                </a:lnTo>
                <a:lnTo>
                  <a:pt x="1894" y="202"/>
                </a:lnTo>
                <a:lnTo>
                  <a:pt x="1893" y="201"/>
                </a:lnTo>
                <a:lnTo>
                  <a:pt x="1892" y="201"/>
                </a:lnTo>
                <a:lnTo>
                  <a:pt x="1891" y="200"/>
                </a:lnTo>
                <a:lnTo>
                  <a:pt x="1891" y="199"/>
                </a:lnTo>
                <a:lnTo>
                  <a:pt x="1892" y="200"/>
                </a:lnTo>
                <a:lnTo>
                  <a:pt x="1893" y="200"/>
                </a:lnTo>
                <a:lnTo>
                  <a:pt x="1894" y="200"/>
                </a:lnTo>
                <a:lnTo>
                  <a:pt x="1894" y="201"/>
                </a:lnTo>
                <a:lnTo>
                  <a:pt x="1895" y="201"/>
                </a:lnTo>
                <a:lnTo>
                  <a:pt x="1895" y="202"/>
                </a:lnTo>
                <a:lnTo>
                  <a:pt x="1896" y="202"/>
                </a:lnTo>
                <a:lnTo>
                  <a:pt x="1897" y="202"/>
                </a:lnTo>
                <a:lnTo>
                  <a:pt x="1898" y="202"/>
                </a:lnTo>
                <a:lnTo>
                  <a:pt x="1899" y="202"/>
                </a:lnTo>
                <a:lnTo>
                  <a:pt x="1900" y="202"/>
                </a:lnTo>
                <a:lnTo>
                  <a:pt x="1901" y="202"/>
                </a:lnTo>
                <a:lnTo>
                  <a:pt x="1902" y="202"/>
                </a:lnTo>
                <a:lnTo>
                  <a:pt x="1902" y="201"/>
                </a:lnTo>
                <a:lnTo>
                  <a:pt x="1902" y="202"/>
                </a:lnTo>
                <a:lnTo>
                  <a:pt x="1903" y="202"/>
                </a:lnTo>
                <a:lnTo>
                  <a:pt x="1904" y="202"/>
                </a:lnTo>
                <a:lnTo>
                  <a:pt x="1905" y="202"/>
                </a:lnTo>
                <a:lnTo>
                  <a:pt x="1906" y="201"/>
                </a:lnTo>
                <a:lnTo>
                  <a:pt x="1907" y="201"/>
                </a:lnTo>
                <a:lnTo>
                  <a:pt x="1908" y="201"/>
                </a:lnTo>
                <a:lnTo>
                  <a:pt x="1909" y="200"/>
                </a:lnTo>
                <a:lnTo>
                  <a:pt x="1910" y="200"/>
                </a:lnTo>
                <a:lnTo>
                  <a:pt x="1912" y="200"/>
                </a:lnTo>
                <a:lnTo>
                  <a:pt x="1914" y="199"/>
                </a:lnTo>
                <a:lnTo>
                  <a:pt x="1915" y="198"/>
                </a:lnTo>
                <a:lnTo>
                  <a:pt x="1916" y="198"/>
                </a:lnTo>
                <a:lnTo>
                  <a:pt x="1916" y="197"/>
                </a:lnTo>
                <a:lnTo>
                  <a:pt x="1917" y="197"/>
                </a:lnTo>
                <a:lnTo>
                  <a:pt x="1918" y="197"/>
                </a:lnTo>
                <a:lnTo>
                  <a:pt x="1919" y="196"/>
                </a:lnTo>
                <a:lnTo>
                  <a:pt x="1919" y="195"/>
                </a:lnTo>
                <a:lnTo>
                  <a:pt x="1919" y="194"/>
                </a:lnTo>
                <a:lnTo>
                  <a:pt x="1919" y="193"/>
                </a:lnTo>
                <a:lnTo>
                  <a:pt x="1920" y="193"/>
                </a:lnTo>
                <a:lnTo>
                  <a:pt x="1920" y="192"/>
                </a:lnTo>
                <a:lnTo>
                  <a:pt x="1921" y="192"/>
                </a:lnTo>
                <a:lnTo>
                  <a:pt x="1922" y="192"/>
                </a:lnTo>
                <a:lnTo>
                  <a:pt x="1923" y="191"/>
                </a:lnTo>
                <a:lnTo>
                  <a:pt x="1924" y="191"/>
                </a:lnTo>
                <a:lnTo>
                  <a:pt x="1924" y="190"/>
                </a:lnTo>
                <a:lnTo>
                  <a:pt x="1925" y="190"/>
                </a:lnTo>
                <a:lnTo>
                  <a:pt x="1926" y="190"/>
                </a:lnTo>
                <a:lnTo>
                  <a:pt x="1927" y="190"/>
                </a:lnTo>
                <a:lnTo>
                  <a:pt x="1928" y="190"/>
                </a:lnTo>
                <a:lnTo>
                  <a:pt x="1929" y="190"/>
                </a:lnTo>
                <a:lnTo>
                  <a:pt x="1929" y="189"/>
                </a:lnTo>
                <a:lnTo>
                  <a:pt x="1930" y="189"/>
                </a:lnTo>
                <a:lnTo>
                  <a:pt x="1931" y="188"/>
                </a:lnTo>
                <a:lnTo>
                  <a:pt x="1932" y="188"/>
                </a:lnTo>
                <a:lnTo>
                  <a:pt x="1933" y="187"/>
                </a:lnTo>
                <a:lnTo>
                  <a:pt x="1934" y="187"/>
                </a:lnTo>
                <a:lnTo>
                  <a:pt x="1935" y="186"/>
                </a:lnTo>
                <a:lnTo>
                  <a:pt x="1936" y="186"/>
                </a:lnTo>
                <a:lnTo>
                  <a:pt x="1937" y="185"/>
                </a:lnTo>
                <a:lnTo>
                  <a:pt x="1939" y="185"/>
                </a:lnTo>
                <a:lnTo>
                  <a:pt x="1939" y="185"/>
                </a:lnTo>
                <a:lnTo>
                  <a:pt x="1940" y="185"/>
                </a:lnTo>
                <a:lnTo>
                  <a:pt x="1941" y="185"/>
                </a:lnTo>
                <a:lnTo>
                  <a:pt x="1941" y="184"/>
                </a:lnTo>
                <a:lnTo>
                  <a:pt x="1942" y="184"/>
                </a:lnTo>
                <a:lnTo>
                  <a:pt x="1943" y="184"/>
                </a:lnTo>
                <a:lnTo>
                  <a:pt x="1944" y="184"/>
                </a:lnTo>
                <a:lnTo>
                  <a:pt x="1944" y="183"/>
                </a:lnTo>
                <a:lnTo>
                  <a:pt x="1945" y="183"/>
                </a:lnTo>
                <a:lnTo>
                  <a:pt x="1945" y="182"/>
                </a:lnTo>
                <a:lnTo>
                  <a:pt x="1946" y="181"/>
                </a:lnTo>
                <a:lnTo>
                  <a:pt x="1947" y="181"/>
                </a:lnTo>
                <a:lnTo>
                  <a:pt x="1948" y="180"/>
                </a:lnTo>
                <a:lnTo>
                  <a:pt x="1949" y="179"/>
                </a:lnTo>
                <a:lnTo>
                  <a:pt x="1950" y="178"/>
                </a:lnTo>
                <a:lnTo>
                  <a:pt x="1951" y="177"/>
                </a:lnTo>
                <a:lnTo>
                  <a:pt x="1952" y="177"/>
                </a:lnTo>
                <a:lnTo>
                  <a:pt x="1953" y="176"/>
                </a:lnTo>
                <a:lnTo>
                  <a:pt x="1954" y="175"/>
                </a:lnTo>
                <a:lnTo>
                  <a:pt x="1955" y="175"/>
                </a:lnTo>
                <a:lnTo>
                  <a:pt x="1956" y="175"/>
                </a:lnTo>
                <a:lnTo>
                  <a:pt x="1957" y="174"/>
                </a:lnTo>
                <a:lnTo>
                  <a:pt x="1958" y="174"/>
                </a:lnTo>
                <a:lnTo>
                  <a:pt x="1959" y="173"/>
                </a:lnTo>
                <a:lnTo>
                  <a:pt x="1960" y="173"/>
                </a:lnTo>
                <a:lnTo>
                  <a:pt x="1961" y="172"/>
                </a:lnTo>
                <a:lnTo>
                  <a:pt x="1961" y="172"/>
                </a:lnTo>
                <a:lnTo>
                  <a:pt x="1961" y="171"/>
                </a:lnTo>
                <a:lnTo>
                  <a:pt x="1962" y="171"/>
                </a:lnTo>
                <a:lnTo>
                  <a:pt x="1962" y="170"/>
                </a:lnTo>
                <a:lnTo>
                  <a:pt x="1961" y="170"/>
                </a:lnTo>
                <a:lnTo>
                  <a:pt x="1961" y="170"/>
                </a:lnTo>
                <a:lnTo>
                  <a:pt x="1961" y="169"/>
                </a:lnTo>
                <a:lnTo>
                  <a:pt x="1961" y="169"/>
                </a:lnTo>
                <a:lnTo>
                  <a:pt x="1962" y="170"/>
                </a:lnTo>
                <a:lnTo>
                  <a:pt x="1964" y="170"/>
                </a:lnTo>
                <a:lnTo>
                  <a:pt x="1965" y="170"/>
                </a:lnTo>
                <a:lnTo>
                  <a:pt x="1966" y="170"/>
                </a:lnTo>
                <a:lnTo>
                  <a:pt x="1967" y="169"/>
                </a:lnTo>
                <a:lnTo>
                  <a:pt x="1968" y="168"/>
                </a:lnTo>
                <a:lnTo>
                  <a:pt x="1969" y="168"/>
                </a:lnTo>
                <a:lnTo>
                  <a:pt x="1970" y="167"/>
                </a:lnTo>
                <a:lnTo>
                  <a:pt x="1971" y="167"/>
                </a:lnTo>
                <a:lnTo>
                  <a:pt x="1972" y="166"/>
                </a:lnTo>
                <a:lnTo>
                  <a:pt x="1973" y="165"/>
                </a:lnTo>
                <a:lnTo>
                  <a:pt x="1973" y="164"/>
                </a:lnTo>
                <a:lnTo>
                  <a:pt x="1974" y="163"/>
                </a:lnTo>
                <a:lnTo>
                  <a:pt x="1974" y="162"/>
                </a:lnTo>
                <a:lnTo>
                  <a:pt x="1975" y="161"/>
                </a:lnTo>
                <a:lnTo>
                  <a:pt x="1975" y="160"/>
                </a:lnTo>
                <a:lnTo>
                  <a:pt x="1976" y="161"/>
                </a:lnTo>
                <a:lnTo>
                  <a:pt x="1977" y="162"/>
                </a:lnTo>
                <a:lnTo>
                  <a:pt x="1976" y="161"/>
                </a:lnTo>
                <a:lnTo>
                  <a:pt x="1975" y="160"/>
                </a:lnTo>
                <a:lnTo>
                  <a:pt x="1975" y="158"/>
                </a:lnTo>
                <a:lnTo>
                  <a:pt x="1975" y="157"/>
                </a:lnTo>
                <a:lnTo>
                  <a:pt x="1975" y="156"/>
                </a:lnTo>
                <a:lnTo>
                  <a:pt x="1976" y="156"/>
                </a:lnTo>
                <a:lnTo>
                  <a:pt x="1975" y="155"/>
                </a:lnTo>
                <a:lnTo>
                  <a:pt x="1974" y="149"/>
                </a:lnTo>
                <a:lnTo>
                  <a:pt x="1974" y="148"/>
                </a:lnTo>
                <a:lnTo>
                  <a:pt x="1973" y="148"/>
                </a:lnTo>
                <a:lnTo>
                  <a:pt x="1973" y="145"/>
                </a:lnTo>
                <a:lnTo>
                  <a:pt x="1972" y="143"/>
                </a:lnTo>
                <a:lnTo>
                  <a:pt x="1971" y="143"/>
                </a:lnTo>
                <a:lnTo>
                  <a:pt x="1972" y="143"/>
                </a:lnTo>
                <a:lnTo>
                  <a:pt x="1973" y="142"/>
                </a:lnTo>
                <a:lnTo>
                  <a:pt x="1972" y="143"/>
                </a:lnTo>
                <a:lnTo>
                  <a:pt x="1973" y="147"/>
                </a:lnTo>
                <a:lnTo>
                  <a:pt x="1974" y="148"/>
                </a:lnTo>
                <a:lnTo>
                  <a:pt x="1974" y="149"/>
                </a:lnTo>
                <a:lnTo>
                  <a:pt x="1975" y="153"/>
                </a:lnTo>
                <a:lnTo>
                  <a:pt x="1976" y="154"/>
                </a:lnTo>
                <a:lnTo>
                  <a:pt x="1976" y="156"/>
                </a:lnTo>
                <a:lnTo>
                  <a:pt x="1977" y="156"/>
                </a:lnTo>
                <a:lnTo>
                  <a:pt x="1977" y="156"/>
                </a:lnTo>
                <a:lnTo>
                  <a:pt x="1977" y="155"/>
                </a:lnTo>
                <a:lnTo>
                  <a:pt x="1976" y="155"/>
                </a:lnTo>
                <a:lnTo>
                  <a:pt x="1977" y="154"/>
                </a:lnTo>
                <a:lnTo>
                  <a:pt x="1978" y="155"/>
                </a:lnTo>
                <a:lnTo>
                  <a:pt x="1978" y="156"/>
                </a:lnTo>
                <a:lnTo>
                  <a:pt x="1979" y="156"/>
                </a:lnTo>
                <a:lnTo>
                  <a:pt x="1979" y="155"/>
                </a:lnTo>
                <a:lnTo>
                  <a:pt x="1980" y="154"/>
                </a:lnTo>
                <a:lnTo>
                  <a:pt x="1981" y="153"/>
                </a:lnTo>
                <a:lnTo>
                  <a:pt x="1981" y="152"/>
                </a:lnTo>
                <a:lnTo>
                  <a:pt x="1980" y="151"/>
                </a:lnTo>
                <a:lnTo>
                  <a:pt x="1979" y="151"/>
                </a:lnTo>
                <a:lnTo>
                  <a:pt x="1977" y="151"/>
                </a:lnTo>
                <a:lnTo>
                  <a:pt x="1977" y="150"/>
                </a:lnTo>
                <a:lnTo>
                  <a:pt x="1978" y="150"/>
                </a:lnTo>
                <a:lnTo>
                  <a:pt x="1979" y="150"/>
                </a:lnTo>
                <a:lnTo>
                  <a:pt x="1980" y="151"/>
                </a:lnTo>
                <a:lnTo>
                  <a:pt x="1981" y="151"/>
                </a:lnTo>
                <a:lnTo>
                  <a:pt x="1982" y="149"/>
                </a:lnTo>
                <a:lnTo>
                  <a:pt x="1983" y="148"/>
                </a:lnTo>
                <a:lnTo>
                  <a:pt x="1983" y="147"/>
                </a:lnTo>
                <a:lnTo>
                  <a:pt x="1983" y="146"/>
                </a:lnTo>
                <a:lnTo>
                  <a:pt x="1983" y="145"/>
                </a:lnTo>
                <a:lnTo>
                  <a:pt x="1982" y="145"/>
                </a:lnTo>
                <a:lnTo>
                  <a:pt x="1981" y="145"/>
                </a:lnTo>
                <a:lnTo>
                  <a:pt x="1980" y="145"/>
                </a:lnTo>
                <a:lnTo>
                  <a:pt x="1981" y="144"/>
                </a:lnTo>
                <a:lnTo>
                  <a:pt x="1981" y="142"/>
                </a:lnTo>
                <a:lnTo>
                  <a:pt x="1981" y="141"/>
                </a:lnTo>
                <a:lnTo>
                  <a:pt x="1981" y="140"/>
                </a:lnTo>
                <a:lnTo>
                  <a:pt x="1980" y="140"/>
                </a:lnTo>
                <a:lnTo>
                  <a:pt x="1979" y="140"/>
                </a:lnTo>
                <a:lnTo>
                  <a:pt x="1978" y="140"/>
                </a:lnTo>
                <a:lnTo>
                  <a:pt x="1978" y="139"/>
                </a:lnTo>
                <a:lnTo>
                  <a:pt x="1979" y="139"/>
                </a:lnTo>
                <a:lnTo>
                  <a:pt x="1980" y="139"/>
                </a:lnTo>
                <a:lnTo>
                  <a:pt x="1981" y="138"/>
                </a:lnTo>
                <a:lnTo>
                  <a:pt x="1982" y="138"/>
                </a:lnTo>
                <a:lnTo>
                  <a:pt x="1983" y="137"/>
                </a:lnTo>
                <a:lnTo>
                  <a:pt x="1984" y="137"/>
                </a:lnTo>
                <a:lnTo>
                  <a:pt x="1985" y="136"/>
                </a:lnTo>
                <a:lnTo>
                  <a:pt x="1985" y="135"/>
                </a:lnTo>
                <a:lnTo>
                  <a:pt x="1986" y="134"/>
                </a:lnTo>
                <a:lnTo>
                  <a:pt x="1987" y="133"/>
                </a:lnTo>
                <a:lnTo>
                  <a:pt x="1987" y="132"/>
                </a:lnTo>
                <a:lnTo>
                  <a:pt x="1988" y="131"/>
                </a:lnTo>
                <a:lnTo>
                  <a:pt x="1989" y="130"/>
                </a:lnTo>
                <a:lnTo>
                  <a:pt x="1989" y="129"/>
                </a:lnTo>
                <a:lnTo>
                  <a:pt x="1991" y="128"/>
                </a:lnTo>
                <a:lnTo>
                  <a:pt x="1992" y="128"/>
                </a:lnTo>
                <a:lnTo>
                  <a:pt x="1993" y="128"/>
                </a:lnTo>
                <a:lnTo>
                  <a:pt x="1994" y="127"/>
                </a:lnTo>
                <a:lnTo>
                  <a:pt x="1995" y="127"/>
                </a:lnTo>
                <a:lnTo>
                  <a:pt x="1997" y="127"/>
                </a:lnTo>
                <a:lnTo>
                  <a:pt x="1998" y="127"/>
                </a:lnTo>
                <a:lnTo>
                  <a:pt x="2000" y="127"/>
                </a:lnTo>
                <a:lnTo>
                  <a:pt x="2001" y="126"/>
                </a:lnTo>
                <a:lnTo>
                  <a:pt x="2002" y="126"/>
                </a:lnTo>
                <a:lnTo>
                  <a:pt x="2003" y="126"/>
                </a:lnTo>
                <a:lnTo>
                  <a:pt x="2004" y="126"/>
                </a:lnTo>
                <a:lnTo>
                  <a:pt x="2005" y="126"/>
                </a:lnTo>
                <a:lnTo>
                  <a:pt x="2006" y="125"/>
                </a:lnTo>
                <a:lnTo>
                  <a:pt x="2007" y="124"/>
                </a:lnTo>
                <a:lnTo>
                  <a:pt x="2008" y="124"/>
                </a:lnTo>
                <a:lnTo>
                  <a:pt x="2009" y="123"/>
                </a:lnTo>
                <a:lnTo>
                  <a:pt x="2009" y="122"/>
                </a:lnTo>
                <a:lnTo>
                  <a:pt x="2009" y="121"/>
                </a:lnTo>
                <a:lnTo>
                  <a:pt x="2009" y="122"/>
                </a:lnTo>
                <a:lnTo>
                  <a:pt x="2010" y="122"/>
                </a:lnTo>
                <a:lnTo>
                  <a:pt x="2011" y="122"/>
                </a:lnTo>
                <a:lnTo>
                  <a:pt x="2012" y="122"/>
                </a:lnTo>
                <a:lnTo>
                  <a:pt x="2012" y="121"/>
                </a:lnTo>
                <a:lnTo>
                  <a:pt x="2012" y="120"/>
                </a:lnTo>
                <a:lnTo>
                  <a:pt x="2012" y="119"/>
                </a:lnTo>
                <a:lnTo>
                  <a:pt x="2012" y="120"/>
                </a:lnTo>
                <a:lnTo>
                  <a:pt x="2013" y="120"/>
                </a:lnTo>
                <a:lnTo>
                  <a:pt x="2015" y="119"/>
                </a:lnTo>
                <a:lnTo>
                  <a:pt x="2017" y="118"/>
                </a:lnTo>
                <a:lnTo>
                  <a:pt x="2018" y="118"/>
                </a:lnTo>
                <a:lnTo>
                  <a:pt x="2018" y="117"/>
                </a:lnTo>
                <a:lnTo>
                  <a:pt x="2018" y="116"/>
                </a:lnTo>
                <a:lnTo>
                  <a:pt x="2019" y="116"/>
                </a:lnTo>
                <a:lnTo>
                  <a:pt x="2019" y="115"/>
                </a:lnTo>
                <a:lnTo>
                  <a:pt x="2020" y="115"/>
                </a:lnTo>
                <a:lnTo>
                  <a:pt x="2019" y="115"/>
                </a:lnTo>
                <a:lnTo>
                  <a:pt x="2019" y="114"/>
                </a:lnTo>
                <a:lnTo>
                  <a:pt x="2019" y="113"/>
                </a:lnTo>
                <a:lnTo>
                  <a:pt x="2018" y="113"/>
                </a:lnTo>
                <a:lnTo>
                  <a:pt x="2019" y="113"/>
                </a:lnTo>
                <a:lnTo>
                  <a:pt x="2019" y="114"/>
                </a:lnTo>
                <a:lnTo>
                  <a:pt x="2020" y="114"/>
                </a:lnTo>
                <a:lnTo>
                  <a:pt x="2020" y="115"/>
                </a:lnTo>
                <a:lnTo>
                  <a:pt x="2021" y="115"/>
                </a:lnTo>
                <a:lnTo>
                  <a:pt x="2022" y="116"/>
                </a:lnTo>
                <a:lnTo>
                  <a:pt x="2022" y="117"/>
                </a:lnTo>
                <a:lnTo>
                  <a:pt x="2021" y="117"/>
                </a:lnTo>
                <a:lnTo>
                  <a:pt x="2021" y="118"/>
                </a:lnTo>
                <a:lnTo>
                  <a:pt x="2021" y="119"/>
                </a:lnTo>
                <a:lnTo>
                  <a:pt x="2021" y="120"/>
                </a:lnTo>
                <a:lnTo>
                  <a:pt x="2022" y="119"/>
                </a:lnTo>
                <a:lnTo>
                  <a:pt x="2022" y="118"/>
                </a:lnTo>
                <a:lnTo>
                  <a:pt x="2022" y="117"/>
                </a:lnTo>
                <a:lnTo>
                  <a:pt x="2022" y="116"/>
                </a:lnTo>
                <a:lnTo>
                  <a:pt x="2023" y="116"/>
                </a:lnTo>
                <a:lnTo>
                  <a:pt x="2023" y="115"/>
                </a:lnTo>
                <a:lnTo>
                  <a:pt x="2024" y="115"/>
                </a:lnTo>
                <a:lnTo>
                  <a:pt x="2025" y="115"/>
                </a:lnTo>
                <a:lnTo>
                  <a:pt x="2025" y="116"/>
                </a:lnTo>
                <a:lnTo>
                  <a:pt x="2026" y="116"/>
                </a:lnTo>
                <a:lnTo>
                  <a:pt x="2027" y="116"/>
                </a:lnTo>
                <a:lnTo>
                  <a:pt x="2028" y="116"/>
                </a:lnTo>
                <a:lnTo>
                  <a:pt x="2029" y="116"/>
                </a:lnTo>
                <a:lnTo>
                  <a:pt x="2030" y="116"/>
                </a:lnTo>
                <a:lnTo>
                  <a:pt x="2031" y="116"/>
                </a:lnTo>
                <a:lnTo>
                  <a:pt x="2033" y="116"/>
                </a:lnTo>
                <a:lnTo>
                  <a:pt x="2034" y="116"/>
                </a:lnTo>
                <a:lnTo>
                  <a:pt x="2035" y="116"/>
                </a:lnTo>
                <a:lnTo>
                  <a:pt x="2036" y="116"/>
                </a:lnTo>
                <a:lnTo>
                  <a:pt x="2037" y="116"/>
                </a:lnTo>
                <a:lnTo>
                  <a:pt x="2038" y="115"/>
                </a:lnTo>
                <a:lnTo>
                  <a:pt x="2039" y="114"/>
                </a:lnTo>
                <a:lnTo>
                  <a:pt x="2040" y="113"/>
                </a:lnTo>
                <a:lnTo>
                  <a:pt x="2040" y="112"/>
                </a:lnTo>
                <a:lnTo>
                  <a:pt x="2041" y="112"/>
                </a:lnTo>
                <a:lnTo>
                  <a:pt x="2041" y="111"/>
                </a:lnTo>
                <a:lnTo>
                  <a:pt x="2042" y="111"/>
                </a:lnTo>
                <a:lnTo>
                  <a:pt x="2042" y="110"/>
                </a:lnTo>
                <a:lnTo>
                  <a:pt x="2043" y="109"/>
                </a:lnTo>
                <a:lnTo>
                  <a:pt x="2043" y="108"/>
                </a:lnTo>
                <a:lnTo>
                  <a:pt x="2044" y="108"/>
                </a:lnTo>
                <a:lnTo>
                  <a:pt x="2045" y="108"/>
                </a:lnTo>
                <a:lnTo>
                  <a:pt x="2045" y="107"/>
                </a:lnTo>
                <a:lnTo>
                  <a:pt x="2046" y="107"/>
                </a:lnTo>
                <a:lnTo>
                  <a:pt x="2046" y="106"/>
                </a:lnTo>
                <a:lnTo>
                  <a:pt x="2046" y="106"/>
                </a:lnTo>
                <a:lnTo>
                  <a:pt x="2047" y="105"/>
                </a:lnTo>
                <a:lnTo>
                  <a:pt x="2048" y="104"/>
                </a:lnTo>
                <a:lnTo>
                  <a:pt x="2049" y="103"/>
                </a:lnTo>
                <a:lnTo>
                  <a:pt x="2050" y="102"/>
                </a:lnTo>
                <a:lnTo>
                  <a:pt x="2051" y="102"/>
                </a:lnTo>
                <a:lnTo>
                  <a:pt x="2051" y="101"/>
                </a:lnTo>
                <a:lnTo>
                  <a:pt x="2052" y="101"/>
                </a:lnTo>
                <a:lnTo>
                  <a:pt x="2053" y="100"/>
                </a:lnTo>
                <a:lnTo>
                  <a:pt x="2054" y="100"/>
                </a:lnTo>
                <a:lnTo>
                  <a:pt x="2055" y="99"/>
                </a:lnTo>
                <a:lnTo>
                  <a:pt x="2056" y="99"/>
                </a:lnTo>
                <a:lnTo>
                  <a:pt x="2057" y="99"/>
                </a:lnTo>
                <a:lnTo>
                  <a:pt x="2058" y="99"/>
                </a:lnTo>
                <a:lnTo>
                  <a:pt x="2059" y="99"/>
                </a:lnTo>
                <a:lnTo>
                  <a:pt x="2060" y="98"/>
                </a:lnTo>
                <a:lnTo>
                  <a:pt x="2061" y="97"/>
                </a:lnTo>
                <a:lnTo>
                  <a:pt x="2062" y="98"/>
                </a:lnTo>
                <a:lnTo>
                  <a:pt x="2063" y="98"/>
                </a:lnTo>
                <a:lnTo>
                  <a:pt x="2064" y="98"/>
                </a:lnTo>
                <a:lnTo>
                  <a:pt x="2065" y="98"/>
                </a:lnTo>
                <a:lnTo>
                  <a:pt x="2066" y="98"/>
                </a:lnTo>
                <a:lnTo>
                  <a:pt x="2067" y="98"/>
                </a:lnTo>
                <a:lnTo>
                  <a:pt x="2068" y="98"/>
                </a:lnTo>
                <a:lnTo>
                  <a:pt x="2070" y="98"/>
                </a:lnTo>
                <a:lnTo>
                  <a:pt x="2071" y="98"/>
                </a:lnTo>
                <a:lnTo>
                  <a:pt x="2072" y="98"/>
                </a:lnTo>
                <a:lnTo>
                  <a:pt x="2073" y="99"/>
                </a:lnTo>
                <a:lnTo>
                  <a:pt x="2074" y="99"/>
                </a:lnTo>
                <a:lnTo>
                  <a:pt x="2074" y="98"/>
                </a:lnTo>
                <a:lnTo>
                  <a:pt x="2074" y="98"/>
                </a:lnTo>
                <a:lnTo>
                  <a:pt x="2074" y="97"/>
                </a:lnTo>
                <a:lnTo>
                  <a:pt x="2075" y="97"/>
                </a:lnTo>
                <a:lnTo>
                  <a:pt x="2075" y="96"/>
                </a:lnTo>
                <a:lnTo>
                  <a:pt x="2076" y="95"/>
                </a:lnTo>
                <a:lnTo>
                  <a:pt x="2077" y="95"/>
                </a:lnTo>
                <a:lnTo>
                  <a:pt x="2078" y="96"/>
                </a:lnTo>
                <a:lnTo>
                  <a:pt x="2077" y="96"/>
                </a:lnTo>
                <a:lnTo>
                  <a:pt x="2076" y="96"/>
                </a:lnTo>
                <a:lnTo>
                  <a:pt x="2076" y="97"/>
                </a:lnTo>
                <a:lnTo>
                  <a:pt x="2076" y="98"/>
                </a:lnTo>
                <a:lnTo>
                  <a:pt x="2077" y="99"/>
                </a:lnTo>
                <a:lnTo>
                  <a:pt x="2079" y="99"/>
                </a:lnTo>
                <a:lnTo>
                  <a:pt x="2080" y="99"/>
                </a:lnTo>
                <a:lnTo>
                  <a:pt x="2081" y="99"/>
                </a:lnTo>
                <a:lnTo>
                  <a:pt x="2081" y="98"/>
                </a:lnTo>
                <a:lnTo>
                  <a:pt x="2081" y="97"/>
                </a:lnTo>
                <a:lnTo>
                  <a:pt x="2080" y="96"/>
                </a:lnTo>
                <a:lnTo>
                  <a:pt x="2081" y="96"/>
                </a:lnTo>
                <a:lnTo>
                  <a:pt x="2082" y="96"/>
                </a:lnTo>
                <a:lnTo>
                  <a:pt x="2082" y="97"/>
                </a:lnTo>
                <a:lnTo>
                  <a:pt x="2083" y="97"/>
                </a:lnTo>
                <a:lnTo>
                  <a:pt x="2084" y="97"/>
                </a:lnTo>
                <a:lnTo>
                  <a:pt x="2084" y="98"/>
                </a:lnTo>
                <a:lnTo>
                  <a:pt x="2084" y="99"/>
                </a:lnTo>
                <a:lnTo>
                  <a:pt x="2085" y="99"/>
                </a:lnTo>
                <a:lnTo>
                  <a:pt x="2085" y="99"/>
                </a:lnTo>
                <a:lnTo>
                  <a:pt x="2086" y="99"/>
                </a:lnTo>
                <a:lnTo>
                  <a:pt x="2087" y="99"/>
                </a:lnTo>
                <a:lnTo>
                  <a:pt x="2088" y="99"/>
                </a:lnTo>
                <a:lnTo>
                  <a:pt x="2089" y="99"/>
                </a:lnTo>
                <a:lnTo>
                  <a:pt x="2089" y="99"/>
                </a:lnTo>
                <a:lnTo>
                  <a:pt x="2090" y="99"/>
                </a:lnTo>
                <a:lnTo>
                  <a:pt x="2089" y="98"/>
                </a:lnTo>
                <a:lnTo>
                  <a:pt x="2090" y="97"/>
                </a:lnTo>
                <a:lnTo>
                  <a:pt x="2090" y="96"/>
                </a:lnTo>
                <a:lnTo>
                  <a:pt x="2090" y="95"/>
                </a:lnTo>
                <a:lnTo>
                  <a:pt x="2091" y="95"/>
                </a:lnTo>
                <a:lnTo>
                  <a:pt x="2092" y="94"/>
                </a:lnTo>
                <a:lnTo>
                  <a:pt x="2094" y="94"/>
                </a:lnTo>
                <a:lnTo>
                  <a:pt x="2095" y="93"/>
                </a:lnTo>
                <a:lnTo>
                  <a:pt x="2096" y="92"/>
                </a:lnTo>
                <a:lnTo>
                  <a:pt x="2097" y="92"/>
                </a:lnTo>
                <a:lnTo>
                  <a:pt x="2097" y="93"/>
                </a:lnTo>
                <a:lnTo>
                  <a:pt x="2097" y="94"/>
                </a:lnTo>
                <a:lnTo>
                  <a:pt x="2098" y="95"/>
                </a:lnTo>
                <a:lnTo>
                  <a:pt x="2099" y="96"/>
                </a:lnTo>
                <a:lnTo>
                  <a:pt x="2097" y="93"/>
                </a:lnTo>
                <a:lnTo>
                  <a:pt x="2095" y="95"/>
                </a:lnTo>
                <a:lnTo>
                  <a:pt x="2096" y="96"/>
                </a:lnTo>
                <a:lnTo>
                  <a:pt x="2097" y="97"/>
                </a:lnTo>
                <a:lnTo>
                  <a:pt x="2096" y="97"/>
                </a:lnTo>
                <a:lnTo>
                  <a:pt x="2096" y="96"/>
                </a:lnTo>
                <a:lnTo>
                  <a:pt x="2095" y="95"/>
                </a:lnTo>
                <a:lnTo>
                  <a:pt x="2094" y="95"/>
                </a:lnTo>
                <a:lnTo>
                  <a:pt x="2093" y="96"/>
                </a:lnTo>
                <a:lnTo>
                  <a:pt x="2094" y="98"/>
                </a:lnTo>
                <a:lnTo>
                  <a:pt x="2093" y="96"/>
                </a:lnTo>
                <a:lnTo>
                  <a:pt x="2091" y="97"/>
                </a:lnTo>
                <a:lnTo>
                  <a:pt x="2091" y="98"/>
                </a:lnTo>
                <a:lnTo>
                  <a:pt x="2091" y="99"/>
                </a:lnTo>
                <a:lnTo>
                  <a:pt x="2091" y="99"/>
                </a:lnTo>
                <a:lnTo>
                  <a:pt x="2092" y="100"/>
                </a:lnTo>
                <a:lnTo>
                  <a:pt x="2093" y="101"/>
                </a:lnTo>
                <a:lnTo>
                  <a:pt x="2094" y="102"/>
                </a:lnTo>
                <a:lnTo>
                  <a:pt x="2095" y="102"/>
                </a:lnTo>
                <a:lnTo>
                  <a:pt x="2096" y="102"/>
                </a:lnTo>
                <a:lnTo>
                  <a:pt x="2098" y="103"/>
                </a:lnTo>
                <a:lnTo>
                  <a:pt x="2099" y="103"/>
                </a:lnTo>
                <a:lnTo>
                  <a:pt x="2100" y="103"/>
                </a:lnTo>
                <a:lnTo>
                  <a:pt x="2101" y="103"/>
                </a:lnTo>
                <a:lnTo>
                  <a:pt x="2101" y="102"/>
                </a:lnTo>
                <a:lnTo>
                  <a:pt x="2101" y="101"/>
                </a:lnTo>
                <a:lnTo>
                  <a:pt x="2101" y="102"/>
                </a:lnTo>
                <a:lnTo>
                  <a:pt x="2102" y="102"/>
                </a:lnTo>
                <a:lnTo>
                  <a:pt x="2102" y="103"/>
                </a:lnTo>
                <a:lnTo>
                  <a:pt x="2102" y="102"/>
                </a:lnTo>
                <a:lnTo>
                  <a:pt x="2103" y="102"/>
                </a:lnTo>
                <a:lnTo>
                  <a:pt x="2104" y="102"/>
                </a:lnTo>
                <a:lnTo>
                  <a:pt x="2104" y="101"/>
                </a:lnTo>
                <a:lnTo>
                  <a:pt x="2105" y="100"/>
                </a:lnTo>
                <a:lnTo>
                  <a:pt x="2102" y="99"/>
                </a:lnTo>
                <a:lnTo>
                  <a:pt x="2103" y="98"/>
                </a:lnTo>
                <a:lnTo>
                  <a:pt x="2103" y="97"/>
                </a:lnTo>
                <a:lnTo>
                  <a:pt x="2102" y="97"/>
                </a:lnTo>
                <a:lnTo>
                  <a:pt x="2102" y="96"/>
                </a:lnTo>
                <a:lnTo>
                  <a:pt x="2103" y="96"/>
                </a:lnTo>
                <a:lnTo>
                  <a:pt x="2103" y="95"/>
                </a:lnTo>
                <a:lnTo>
                  <a:pt x="2103" y="94"/>
                </a:lnTo>
                <a:lnTo>
                  <a:pt x="2103" y="92"/>
                </a:lnTo>
                <a:lnTo>
                  <a:pt x="2103" y="91"/>
                </a:lnTo>
                <a:lnTo>
                  <a:pt x="2103" y="90"/>
                </a:lnTo>
                <a:lnTo>
                  <a:pt x="2103" y="89"/>
                </a:lnTo>
                <a:lnTo>
                  <a:pt x="2102" y="89"/>
                </a:lnTo>
                <a:lnTo>
                  <a:pt x="2102" y="89"/>
                </a:lnTo>
                <a:lnTo>
                  <a:pt x="2101" y="89"/>
                </a:lnTo>
                <a:lnTo>
                  <a:pt x="2100" y="88"/>
                </a:lnTo>
                <a:lnTo>
                  <a:pt x="2099" y="88"/>
                </a:lnTo>
                <a:lnTo>
                  <a:pt x="2098" y="88"/>
                </a:lnTo>
                <a:lnTo>
                  <a:pt x="2097" y="88"/>
                </a:lnTo>
                <a:lnTo>
                  <a:pt x="2095" y="88"/>
                </a:lnTo>
                <a:lnTo>
                  <a:pt x="2094" y="87"/>
                </a:lnTo>
                <a:lnTo>
                  <a:pt x="2093" y="87"/>
                </a:lnTo>
                <a:lnTo>
                  <a:pt x="2092" y="87"/>
                </a:lnTo>
                <a:lnTo>
                  <a:pt x="2091" y="87"/>
                </a:lnTo>
                <a:lnTo>
                  <a:pt x="2091" y="86"/>
                </a:lnTo>
                <a:lnTo>
                  <a:pt x="2092" y="86"/>
                </a:lnTo>
                <a:lnTo>
                  <a:pt x="2093" y="86"/>
                </a:lnTo>
                <a:lnTo>
                  <a:pt x="2094" y="86"/>
                </a:lnTo>
                <a:lnTo>
                  <a:pt x="2095" y="86"/>
                </a:lnTo>
                <a:lnTo>
                  <a:pt x="2096" y="86"/>
                </a:lnTo>
                <a:lnTo>
                  <a:pt x="2097" y="87"/>
                </a:lnTo>
                <a:lnTo>
                  <a:pt x="2098" y="87"/>
                </a:lnTo>
                <a:lnTo>
                  <a:pt x="2099" y="87"/>
                </a:lnTo>
                <a:lnTo>
                  <a:pt x="2100" y="87"/>
                </a:lnTo>
                <a:lnTo>
                  <a:pt x="2102" y="88"/>
                </a:lnTo>
                <a:lnTo>
                  <a:pt x="2102" y="88"/>
                </a:lnTo>
                <a:lnTo>
                  <a:pt x="2103" y="88"/>
                </a:lnTo>
                <a:lnTo>
                  <a:pt x="2104" y="89"/>
                </a:lnTo>
                <a:lnTo>
                  <a:pt x="2104" y="90"/>
                </a:lnTo>
                <a:lnTo>
                  <a:pt x="2104" y="91"/>
                </a:lnTo>
                <a:lnTo>
                  <a:pt x="2105" y="92"/>
                </a:lnTo>
                <a:lnTo>
                  <a:pt x="2106" y="92"/>
                </a:lnTo>
                <a:lnTo>
                  <a:pt x="2107" y="93"/>
                </a:lnTo>
                <a:lnTo>
                  <a:pt x="2108" y="93"/>
                </a:lnTo>
                <a:lnTo>
                  <a:pt x="2109" y="93"/>
                </a:lnTo>
                <a:lnTo>
                  <a:pt x="2109" y="94"/>
                </a:lnTo>
                <a:lnTo>
                  <a:pt x="2110" y="94"/>
                </a:lnTo>
                <a:lnTo>
                  <a:pt x="2110" y="95"/>
                </a:lnTo>
                <a:lnTo>
                  <a:pt x="2111" y="95"/>
                </a:lnTo>
                <a:lnTo>
                  <a:pt x="2112" y="95"/>
                </a:lnTo>
                <a:lnTo>
                  <a:pt x="2112" y="96"/>
                </a:lnTo>
                <a:lnTo>
                  <a:pt x="2111" y="96"/>
                </a:lnTo>
                <a:lnTo>
                  <a:pt x="2110" y="96"/>
                </a:lnTo>
                <a:lnTo>
                  <a:pt x="2110" y="97"/>
                </a:lnTo>
                <a:lnTo>
                  <a:pt x="2110" y="98"/>
                </a:lnTo>
                <a:lnTo>
                  <a:pt x="2110" y="99"/>
                </a:lnTo>
                <a:lnTo>
                  <a:pt x="2110" y="99"/>
                </a:lnTo>
                <a:lnTo>
                  <a:pt x="2111" y="99"/>
                </a:lnTo>
                <a:lnTo>
                  <a:pt x="2112" y="100"/>
                </a:lnTo>
                <a:lnTo>
                  <a:pt x="2113" y="100"/>
                </a:lnTo>
                <a:lnTo>
                  <a:pt x="2114" y="100"/>
                </a:lnTo>
                <a:lnTo>
                  <a:pt x="2115" y="99"/>
                </a:lnTo>
                <a:lnTo>
                  <a:pt x="2116" y="99"/>
                </a:lnTo>
                <a:lnTo>
                  <a:pt x="2117" y="99"/>
                </a:lnTo>
                <a:lnTo>
                  <a:pt x="2117" y="98"/>
                </a:lnTo>
                <a:lnTo>
                  <a:pt x="2116" y="98"/>
                </a:lnTo>
                <a:lnTo>
                  <a:pt x="2116" y="97"/>
                </a:lnTo>
                <a:lnTo>
                  <a:pt x="2115" y="97"/>
                </a:lnTo>
                <a:lnTo>
                  <a:pt x="2115" y="96"/>
                </a:lnTo>
                <a:lnTo>
                  <a:pt x="2116" y="96"/>
                </a:lnTo>
                <a:lnTo>
                  <a:pt x="2116" y="97"/>
                </a:lnTo>
                <a:lnTo>
                  <a:pt x="2117" y="97"/>
                </a:lnTo>
                <a:lnTo>
                  <a:pt x="2118" y="97"/>
                </a:lnTo>
                <a:lnTo>
                  <a:pt x="2119" y="98"/>
                </a:lnTo>
                <a:lnTo>
                  <a:pt x="2118" y="98"/>
                </a:lnTo>
                <a:lnTo>
                  <a:pt x="2118" y="99"/>
                </a:lnTo>
                <a:lnTo>
                  <a:pt x="2117" y="99"/>
                </a:lnTo>
                <a:lnTo>
                  <a:pt x="2117" y="99"/>
                </a:lnTo>
                <a:lnTo>
                  <a:pt x="2117" y="100"/>
                </a:lnTo>
                <a:lnTo>
                  <a:pt x="2118" y="101"/>
                </a:lnTo>
                <a:lnTo>
                  <a:pt x="2119" y="102"/>
                </a:lnTo>
                <a:lnTo>
                  <a:pt x="2120" y="102"/>
                </a:lnTo>
                <a:lnTo>
                  <a:pt x="2121" y="102"/>
                </a:lnTo>
                <a:lnTo>
                  <a:pt x="2122" y="102"/>
                </a:lnTo>
                <a:lnTo>
                  <a:pt x="2123" y="101"/>
                </a:lnTo>
                <a:lnTo>
                  <a:pt x="2124" y="101"/>
                </a:lnTo>
                <a:lnTo>
                  <a:pt x="2124" y="100"/>
                </a:lnTo>
                <a:lnTo>
                  <a:pt x="2125" y="100"/>
                </a:lnTo>
                <a:lnTo>
                  <a:pt x="2125" y="99"/>
                </a:lnTo>
                <a:lnTo>
                  <a:pt x="2125" y="99"/>
                </a:lnTo>
                <a:lnTo>
                  <a:pt x="2124" y="99"/>
                </a:lnTo>
                <a:lnTo>
                  <a:pt x="2123" y="98"/>
                </a:lnTo>
                <a:lnTo>
                  <a:pt x="2124" y="97"/>
                </a:lnTo>
                <a:lnTo>
                  <a:pt x="2124" y="98"/>
                </a:lnTo>
                <a:lnTo>
                  <a:pt x="2125" y="98"/>
                </a:lnTo>
                <a:lnTo>
                  <a:pt x="2126" y="99"/>
                </a:lnTo>
                <a:lnTo>
                  <a:pt x="2125" y="99"/>
                </a:lnTo>
                <a:lnTo>
                  <a:pt x="2126" y="99"/>
                </a:lnTo>
                <a:lnTo>
                  <a:pt x="2126" y="100"/>
                </a:lnTo>
                <a:lnTo>
                  <a:pt x="2126" y="101"/>
                </a:lnTo>
                <a:lnTo>
                  <a:pt x="2127" y="102"/>
                </a:lnTo>
                <a:lnTo>
                  <a:pt x="2129" y="102"/>
                </a:lnTo>
                <a:lnTo>
                  <a:pt x="2130" y="102"/>
                </a:lnTo>
                <a:lnTo>
                  <a:pt x="2131" y="102"/>
                </a:lnTo>
                <a:lnTo>
                  <a:pt x="2131" y="102"/>
                </a:lnTo>
                <a:lnTo>
                  <a:pt x="2132" y="101"/>
                </a:lnTo>
                <a:lnTo>
                  <a:pt x="2132" y="100"/>
                </a:lnTo>
                <a:lnTo>
                  <a:pt x="2133" y="99"/>
                </a:lnTo>
                <a:lnTo>
                  <a:pt x="2133" y="99"/>
                </a:lnTo>
                <a:lnTo>
                  <a:pt x="2134" y="99"/>
                </a:lnTo>
                <a:lnTo>
                  <a:pt x="2134" y="97"/>
                </a:lnTo>
                <a:lnTo>
                  <a:pt x="2135" y="97"/>
                </a:lnTo>
                <a:lnTo>
                  <a:pt x="2135" y="96"/>
                </a:lnTo>
                <a:lnTo>
                  <a:pt x="2136" y="96"/>
                </a:lnTo>
                <a:lnTo>
                  <a:pt x="2137" y="96"/>
                </a:lnTo>
                <a:lnTo>
                  <a:pt x="2138" y="96"/>
                </a:lnTo>
                <a:lnTo>
                  <a:pt x="2137" y="97"/>
                </a:lnTo>
                <a:lnTo>
                  <a:pt x="2136" y="97"/>
                </a:lnTo>
                <a:lnTo>
                  <a:pt x="2135" y="97"/>
                </a:lnTo>
                <a:lnTo>
                  <a:pt x="2135" y="98"/>
                </a:lnTo>
                <a:lnTo>
                  <a:pt x="2135" y="99"/>
                </a:lnTo>
                <a:lnTo>
                  <a:pt x="2134" y="99"/>
                </a:lnTo>
                <a:lnTo>
                  <a:pt x="2133" y="100"/>
                </a:lnTo>
                <a:lnTo>
                  <a:pt x="2133" y="101"/>
                </a:lnTo>
                <a:lnTo>
                  <a:pt x="2133" y="102"/>
                </a:lnTo>
                <a:lnTo>
                  <a:pt x="2134" y="102"/>
                </a:lnTo>
                <a:lnTo>
                  <a:pt x="2135" y="103"/>
                </a:lnTo>
                <a:lnTo>
                  <a:pt x="2136" y="104"/>
                </a:lnTo>
                <a:lnTo>
                  <a:pt x="2137" y="104"/>
                </a:lnTo>
                <a:lnTo>
                  <a:pt x="2139" y="104"/>
                </a:lnTo>
                <a:lnTo>
                  <a:pt x="2141" y="104"/>
                </a:lnTo>
                <a:lnTo>
                  <a:pt x="2142" y="104"/>
                </a:lnTo>
                <a:lnTo>
                  <a:pt x="2143" y="104"/>
                </a:lnTo>
                <a:lnTo>
                  <a:pt x="2143" y="103"/>
                </a:lnTo>
                <a:lnTo>
                  <a:pt x="2144" y="103"/>
                </a:lnTo>
                <a:lnTo>
                  <a:pt x="2144" y="102"/>
                </a:lnTo>
                <a:lnTo>
                  <a:pt x="2144" y="101"/>
                </a:lnTo>
                <a:lnTo>
                  <a:pt x="2144" y="100"/>
                </a:lnTo>
                <a:lnTo>
                  <a:pt x="2144" y="99"/>
                </a:lnTo>
                <a:lnTo>
                  <a:pt x="2144" y="99"/>
                </a:lnTo>
                <a:lnTo>
                  <a:pt x="2143" y="99"/>
                </a:lnTo>
                <a:lnTo>
                  <a:pt x="2143" y="98"/>
                </a:lnTo>
                <a:lnTo>
                  <a:pt x="2143" y="97"/>
                </a:lnTo>
                <a:lnTo>
                  <a:pt x="2142" y="97"/>
                </a:lnTo>
                <a:lnTo>
                  <a:pt x="2143" y="98"/>
                </a:lnTo>
                <a:lnTo>
                  <a:pt x="2144" y="98"/>
                </a:lnTo>
                <a:lnTo>
                  <a:pt x="2144" y="99"/>
                </a:lnTo>
                <a:lnTo>
                  <a:pt x="2145" y="99"/>
                </a:lnTo>
                <a:lnTo>
                  <a:pt x="2145" y="99"/>
                </a:lnTo>
                <a:lnTo>
                  <a:pt x="2145" y="100"/>
                </a:lnTo>
                <a:lnTo>
                  <a:pt x="2145" y="101"/>
                </a:lnTo>
                <a:lnTo>
                  <a:pt x="2144" y="102"/>
                </a:lnTo>
                <a:lnTo>
                  <a:pt x="2144" y="103"/>
                </a:lnTo>
                <a:lnTo>
                  <a:pt x="2144" y="104"/>
                </a:lnTo>
                <a:lnTo>
                  <a:pt x="2144" y="105"/>
                </a:lnTo>
                <a:lnTo>
                  <a:pt x="2143" y="105"/>
                </a:lnTo>
                <a:lnTo>
                  <a:pt x="2143" y="106"/>
                </a:lnTo>
                <a:lnTo>
                  <a:pt x="2144" y="106"/>
                </a:lnTo>
                <a:lnTo>
                  <a:pt x="2144" y="107"/>
                </a:lnTo>
                <a:lnTo>
                  <a:pt x="2145" y="107"/>
                </a:lnTo>
                <a:lnTo>
                  <a:pt x="2146" y="107"/>
                </a:lnTo>
                <a:lnTo>
                  <a:pt x="2146" y="108"/>
                </a:lnTo>
                <a:lnTo>
                  <a:pt x="2147" y="108"/>
                </a:lnTo>
                <a:lnTo>
                  <a:pt x="2148" y="108"/>
                </a:lnTo>
                <a:lnTo>
                  <a:pt x="2148" y="107"/>
                </a:lnTo>
                <a:lnTo>
                  <a:pt x="2149" y="107"/>
                </a:lnTo>
                <a:lnTo>
                  <a:pt x="2150" y="107"/>
                </a:lnTo>
                <a:lnTo>
                  <a:pt x="2150" y="108"/>
                </a:lnTo>
                <a:lnTo>
                  <a:pt x="2151" y="108"/>
                </a:lnTo>
                <a:lnTo>
                  <a:pt x="2151" y="109"/>
                </a:lnTo>
                <a:lnTo>
                  <a:pt x="2152" y="109"/>
                </a:lnTo>
                <a:lnTo>
                  <a:pt x="2153" y="109"/>
                </a:lnTo>
                <a:lnTo>
                  <a:pt x="2153" y="110"/>
                </a:lnTo>
                <a:lnTo>
                  <a:pt x="2154" y="110"/>
                </a:lnTo>
                <a:lnTo>
                  <a:pt x="2154" y="109"/>
                </a:lnTo>
                <a:lnTo>
                  <a:pt x="2155" y="109"/>
                </a:lnTo>
                <a:lnTo>
                  <a:pt x="2155" y="108"/>
                </a:lnTo>
                <a:lnTo>
                  <a:pt x="2156" y="108"/>
                </a:lnTo>
                <a:lnTo>
                  <a:pt x="2156" y="107"/>
                </a:lnTo>
                <a:lnTo>
                  <a:pt x="2157" y="107"/>
                </a:lnTo>
                <a:lnTo>
                  <a:pt x="2157" y="106"/>
                </a:lnTo>
                <a:lnTo>
                  <a:pt x="2158" y="105"/>
                </a:lnTo>
                <a:lnTo>
                  <a:pt x="2159" y="105"/>
                </a:lnTo>
                <a:lnTo>
                  <a:pt x="2159" y="104"/>
                </a:lnTo>
                <a:lnTo>
                  <a:pt x="2158" y="104"/>
                </a:lnTo>
                <a:lnTo>
                  <a:pt x="2158" y="103"/>
                </a:lnTo>
                <a:lnTo>
                  <a:pt x="2157" y="103"/>
                </a:lnTo>
                <a:lnTo>
                  <a:pt x="2157" y="102"/>
                </a:lnTo>
                <a:lnTo>
                  <a:pt x="2158" y="103"/>
                </a:lnTo>
                <a:lnTo>
                  <a:pt x="2159" y="103"/>
                </a:lnTo>
                <a:lnTo>
                  <a:pt x="2159" y="104"/>
                </a:lnTo>
                <a:lnTo>
                  <a:pt x="2159" y="104"/>
                </a:lnTo>
                <a:lnTo>
                  <a:pt x="2160" y="104"/>
                </a:lnTo>
                <a:lnTo>
                  <a:pt x="2161" y="104"/>
                </a:lnTo>
                <a:lnTo>
                  <a:pt x="2162" y="104"/>
                </a:lnTo>
                <a:lnTo>
                  <a:pt x="2161" y="105"/>
                </a:lnTo>
                <a:lnTo>
                  <a:pt x="2161" y="104"/>
                </a:lnTo>
                <a:lnTo>
                  <a:pt x="2160" y="104"/>
                </a:lnTo>
                <a:lnTo>
                  <a:pt x="2159" y="104"/>
                </a:lnTo>
                <a:lnTo>
                  <a:pt x="2159" y="105"/>
                </a:lnTo>
                <a:lnTo>
                  <a:pt x="2159" y="105"/>
                </a:lnTo>
                <a:lnTo>
                  <a:pt x="2158" y="105"/>
                </a:lnTo>
                <a:lnTo>
                  <a:pt x="2158" y="106"/>
                </a:lnTo>
                <a:lnTo>
                  <a:pt x="2157" y="107"/>
                </a:lnTo>
                <a:lnTo>
                  <a:pt x="2156" y="108"/>
                </a:lnTo>
                <a:lnTo>
                  <a:pt x="2156" y="109"/>
                </a:lnTo>
                <a:lnTo>
                  <a:pt x="2155" y="109"/>
                </a:lnTo>
                <a:lnTo>
                  <a:pt x="2155" y="110"/>
                </a:lnTo>
                <a:lnTo>
                  <a:pt x="2155" y="111"/>
                </a:lnTo>
                <a:lnTo>
                  <a:pt x="2156" y="111"/>
                </a:lnTo>
                <a:lnTo>
                  <a:pt x="2157" y="112"/>
                </a:lnTo>
                <a:lnTo>
                  <a:pt x="2157" y="113"/>
                </a:lnTo>
                <a:lnTo>
                  <a:pt x="2158" y="113"/>
                </a:lnTo>
                <a:lnTo>
                  <a:pt x="2158" y="114"/>
                </a:lnTo>
                <a:lnTo>
                  <a:pt x="2159" y="114"/>
                </a:lnTo>
                <a:lnTo>
                  <a:pt x="2159" y="113"/>
                </a:lnTo>
                <a:lnTo>
                  <a:pt x="2159" y="113"/>
                </a:lnTo>
                <a:lnTo>
                  <a:pt x="2159" y="114"/>
                </a:lnTo>
                <a:lnTo>
                  <a:pt x="2159" y="115"/>
                </a:lnTo>
                <a:lnTo>
                  <a:pt x="2160" y="115"/>
                </a:lnTo>
                <a:lnTo>
                  <a:pt x="2161" y="115"/>
                </a:lnTo>
                <a:lnTo>
                  <a:pt x="2162" y="116"/>
                </a:lnTo>
                <a:lnTo>
                  <a:pt x="2163" y="116"/>
                </a:lnTo>
                <a:lnTo>
                  <a:pt x="2164" y="115"/>
                </a:lnTo>
                <a:lnTo>
                  <a:pt x="2165" y="114"/>
                </a:lnTo>
                <a:lnTo>
                  <a:pt x="2166" y="114"/>
                </a:lnTo>
                <a:lnTo>
                  <a:pt x="2166" y="113"/>
                </a:lnTo>
                <a:lnTo>
                  <a:pt x="2167" y="113"/>
                </a:lnTo>
                <a:lnTo>
                  <a:pt x="2167" y="112"/>
                </a:lnTo>
                <a:lnTo>
                  <a:pt x="2166" y="112"/>
                </a:lnTo>
                <a:lnTo>
                  <a:pt x="2166" y="113"/>
                </a:lnTo>
                <a:lnTo>
                  <a:pt x="2165" y="113"/>
                </a:lnTo>
                <a:lnTo>
                  <a:pt x="2164" y="113"/>
                </a:lnTo>
                <a:lnTo>
                  <a:pt x="2163" y="113"/>
                </a:lnTo>
                <a:lnTo>
                  <a:pt x="2162" y="113"/>
                </a:lnTo>
                <a:lnTo>
                  <a:pt x="2161" y="113"/>
                </a:lnTo>
                <a:lnTo>
                  <a:pt x="2161" y="112"/>
                </a:lnTo>
                <a:lnTo>
                  <a:pt x="2162" y="112"/>
                </a:lnTo>
                <a:lnTo>
                  <a:pt x="2163" y="112"/>
                </a:lnTo>
                <a:lnTo>
                  <a:pt x="2164" y="112"/>
                </a:lnTo>
                <a:lnTo>
                  <a:pt x="2165" y="112"/>
                </a:lnTo>
                <a:lnTo>
                  <a:pt x="2166" y="112"/>
                </a:lnTo>
                <a:lnTo>
                  <a:pt x="2167" y="111"/>
                </a:lnTo>
                <a:lnTo>
                  <a:pt x="2168" y="111"/>
                </a:lnTo>
                <a:lnTo>
                  <a:pt x="2168" y="110"/>
                </a:lnTo>
                <a:lnTo>
                  <a:pt x="2169" y="110"/>
                </a:lnTo>
                <a:lnTo>
                  <a:pt x="2170" y="109"/>
                </a:lnTo>
                <a:lnTo>
                  <a:pt x="2171" y="108"/>
                </a:lnTo>
                <a:lnTo>
                  <a:pt x="2171" y="107"/>
                </a:lnTo>
                <a:lnTo>
                  <a:pt x="2171" y="106"/>
                </a:lnTo>
                <a:lnTo>
                  <a:pt x="2170" y="106"/>
                </a:lnTo>
                <a:lnTo>
                  <a:pt x="2170" y="105"/>
                </a:lnTo>
                <a:lnTo>
                  <a:pt x="2169" y="105"/>
                </a:lnTo>
                <a:lnTo>
                  <a:pt x="2168" y="104"/>
                </a:lnTo>
                <a:lnTo>
                  <a:pt x="2167" y="104"/>
                </a:lnTo>
                <a:lnTo>
                  <a:pt x="2167" y="103"/>
                </a:lnTo>
                <a:lnTo>
                  <a:pt x="2168" y="103"/>
                </a:lnTo>
                <a:lnTo>
                  <a:pt x="2169" y="104"/>
                </a:lnTo>
                <a:lnTo>
                  <a:pt x="2170" y="105"/>
                </a:lnTo>
                <a:lnTo>
                  <a:pt x="2171" y="105"/>
                </a:lnTo>
                <a:lnTo>
                  <a:pt x="2171" y="106"/>
                </a:lnTo>
                <a:lnTo>
                  <a:pt x="2172" y="106"/>
                </a:lnTo>
                <a:lnTo>
                  <a:pt x="2173" y="106"/>
                </a:lnTo>
                <a:lnTo>
                  <a:pt x="2174" y="105"/>
                </a:lnTo>
                <a:lnTo>
                  <a:pt x="2175" y="105"/>
                </a:lnTo>
                <a:lnTo>
                  <a:pt x="2176" y="105"/>
                </a:lnTo>
                <a:lnTo>
                  <a:pt x="2177" y="105"/>
                </a:lnTo>
                <a:lnTo>
                  <a:pt x="2177" y="106"/>
                </a:lnTo>
                <a:lnTo>
                  <a:pt x="2176" y="105"/>
                </a:lnTo>
                <a:lnTo>
                  <a:pt x="2175" y="105"/>
                </a:lnTo>
                <a:lnTo>
                  <a:pt x="2175" y="106"/>
                </a:lnTo>
                <a:lnTo>
                  <a:pt x="2175" y="105"/>
                </a:lnTo>
                <a:lnTo>
                  <a:pt x="2174" y="105"/>
                </a:lnTo>
                <a:lnTo>
                  <a:pt x="2174" y="106"/>
                </a:lnTo>
                <a:lnTo>
                  <a:pt x="2173" y="106"/>
                </a:lnTo>
                <a:lnTo>
                  <a:pt x="2172" y="106"/>
                </a:lnTo>
                <a:lnTo>
                  <a:pt x="2172" y="107"/>
                </a:lnTo>
                <a:lnTo>
                  <a:pt x="2171" y="107"/>
                </a:lnTo>
                <a:lnTo>
                  <a:pt x="2171" y="108"/>
                </a:lnTo>
                <a:lnTo>
                  <a:pt x="2171" y="109"/>
                </a:lnTo>
                <a:lnTo>
                  <a:pt x="2171" y="110"/>
                </a:lnTo>
                <a:lnTo>
                  <a:pt x="2172" y="111"/>
                </a:lnTo>
                <a:lnTo>
                  <a:pt x="2173" y="112"/>
                </a:lnTo>
                <a:lnTo>
                  <a:pt x="2174" y="113"/>
                </a:lnTo>
                <a:lnTo>
                  <a:pt x="2175" y="113"/>
                </a:lnTo>
                <a:lnTo>
                  <a:pt x="2176" y="113"/>
                </a:lnTo>
                <a:lnTo>
                  <a:pt x="2176" y="114"/>
                </a:lnTo>
                <a:lnTo>
                  <a:pt x="2175" y="113"/>
                </a:lnTo>
                <a:lnTo>
                  <a:pt x="2174" y="113"/>
                </a:lnTo>
                <a:lnTo>
                  <a:pt x="2173" y="113"/>
                </a:lnTo>
                <a:lnTo>
                  <a:pt x="2172" y="112"/>
                </a:lnTo>
                <a:lnTo>
                  <a:pt x="2171" y="111"/>
                </a:lnTo>
                <a:lnTo>
                  <a:pt x="2170" y="110"/>
                </a:lnTo>
                <a:lnTo>
                  <a:pt x="2169" y="111"/>
                </a:lnTo>
                <a:lnTo>
                  <a:pt x="2168" y="113"/>
                </a:lnTo>
                <a:lnTo>
                  <a:pt x="2167" y="114"/>
                </a:lnTo>
                <a:lnTo>
                  <a:pt x="2166" y="115"/>
                </a:lnTo>
                <a:lnTo>
                  <a:pt x="2166" y="116"/>
                </a:lnTo>
                <a:lnTo>
                  <a:pt x="2166" y="117"/>
                </a:lnTo>
                <a:lnTo>
                  <a:pt x="2167" y="117"/>
                </a:lnTo>
                <a:lnTo>
                  <a:pt x="2167" y="118"/>
                </a:lnTo>
                <a:lnTo>
                  <a:pt x="2168" y="118"/>
                </a:lnTo>
                <a:lnTo>
                  <a:pt x="2169" y="118"/>
                </a:lnTo>
                <a:lnTo>
                  <a:pt x="2170" y="118"/>
                </a:lnTo>
                <a:lnTo>
                  <a:pt x="2171" y="118"/>
                </a:lnTo>
                <a:lnTo>
                  <a:pt x="2172" y="118"/>
                </a:lnTo>
                <a:lnTo>
                  <a:pt x="2173" y="118"/>
                </a:lnTo>
                <a:lnTo>
                  <a:pt x="2174" y="118"/>
                </a:lnTo>
                <a:lnTo>
                  <a:pt x="2175" y="118"/>
                </a:lnTo>
                <a:lnTo>
                  <a:pt x="2176" y="118"/>
                </a:lnTo>
                <a:lnTo>
                  <a:pt x="2177" y="118"/>
                </a:lnTo>
                <a:lnTo>
                  <a:pt x="2178" y="117"/>
                </a:lnTo>
                <a:lnTo>
                  <a:pt x="2179" y="117"/>
                </a:lnTo>
                <a:lnTo>
                  <a:pt x="2180" y="117"/>
                </a:lnTo>
                <a:lnTo>
                  <a:pt x="2181" y="116"/>
                </a:lnTo>
                <a:lnTo>
                  <a:pt x="2182" y="116"/>
                </a:lnTo>
                <a:lnTo>
                  <a:pt x="2183" y="116"/>
                </a:lnTo>
                <a:lnTo>
                  <a:pt x="2184" y="116"/>
                </a:lnTo>
                <a:lnTo>
                  <a:pt x="2184" y="115"/>
                </a:lnTo>
                <a:lnTo>
                  <a:pt x="2185" y="115"/>
                </a:lnTo>
                <a:lnTo>
                  <a:pt x="2186" y="115"/>
                </a:lnTo>
                <a:lnTo>
                  <a:pt x="2186" y="114"/>
                </a:lnTo>
                <a:lnTo>
                  <a:pt x="2187" y="114"/>
                </a:lnTo>
                <a:lnTo>
                  <a:pt x="2187" y="113"/>
                </a:lnTo>
                <a:lnTo>
                  <a:pt x="2187" y="112"/>
                </a:lnTo>
                <a:lnTo>
                  <a:pt x="2187" y="111"/>
                </a:lnTo>
                <a:lnTo>
                  <a:pt x="2187" y="111"/>
                </a:lnTo>
                <a:lnTo>
                  <a:pt x="2187" y="110"/>
                </a:lnTo>
                <a:lnTo>
                  <a:pt x="2186" y="110"/>
                </a:lnTo>
                <a:lnTo>
                  <a:pt x="2185" y="111"/>
                </a:lnTo>
                <a:lnTo>
                  <a:pt x="2183" y="112"/>
                </a:lnTo>
                <a:lnTo>
                  <a:pt x="2182" y="113"/>
                </a:lnTo>
                <a:lnTo>
                  <a:pt x="2181" y="113"/>
                </a:lnTo>
                <a:lnTo>
                  <a:pt x="2180" y="113"/>
                </a:lnTo>
                <a:lnTo>
                  <a:pt x="2180" y="114"/>
                </a:lnTo>
                <a:lnTo>
                  <a:pt x="2180" y="113"/>
                </a:lnTo>
                <a:lnTo>
                  <a:pt x="2179" y="113"/>
                </a:lnTo>
                <a:lnTo>
                  <a:pt x="2180" y="113"/>
                </a:lnTo>
                <a:lnTo>
                  <a:pt x="2181" y="113"/>
                </a:lnTo>
                <a:lnTo>
                  <a:pt x="2181" y="112"/>
                </a:lnTo>
                <a:lnTo>
                  <a:pt x="2182" y="112"/>
                </a:lnTo>
                <a:lnTo>
                  <a:pt x="2183" y="112"/>
                </a:lnTo>
                <a:lnTo>
                  <a:pt x="2183" y="111"/>
                </a:lnTo>
                <a:lnTo>
                  <a:pt x="2184" y="111"/>
                </a:lnTo>
                <a:lnTo>
                  <a:pt x="2185" y="111"/>
                </a:lnTo>
                <a:lnTo>
                  <a:pt x="2185" y="110"/>
                </a:lnTo>
                <a:lnTo>
                  <a:pt x="2186" y="110"/>
                </a:lnTo>
                <a:lnTo>
                  <a:pt x="2187" y="110"/>
                </a:lnTo>
                <a:lnTo>
                  <a:pt x="2187" y="109"/>
                </a:lnTo>
                <a:lnTo>
                  <a:pt x="2187" y="107"/>
                </a:lnTo>
                <a:lnTo>
                  <a:pt x="2187" y="106"/>
                </a:lnTo>
                <a:lnTo>
                  <a:pt x="2186" y="106"/>
                </a:lnTo>
                <a:lnTo>
                  <a:pt x="2186" y="105"/>
                </a:lnTo>
                <a:lnTo>
                  <a:pt x="2186" y="104"/>
                </a:lnTo>
                <a:lnTo>
                  <a:pt x="2185" y="104"/>
                </a:lnTo>
                <a:lnTo>
                  <a:pt x="2183" y="103"/>
                </a:lnTo>
                <a:lnTo>
                  <a:pt x="2184" y="103"/>
                </a:lnTo>
                <a:lnTo>
                  <a:pt x="2185" y="103"/>
                </a:lnTo>
                <a:lnTo>
                  <a:pt x="2186" y="104"/>
                </a:lnTo>
                <a:lnTo>
                  <a:pt x="2187" y="104"/>
                </a:lnTo>
                <a:lnTo>
                  <a:pt x="2187" y="105"/>
                </a:lnTo>
                <a:lnTo>
                  <a:pt x="2187" y="106"/>
                </a:lnTo>
                <a:lnTo>
                  <a:pt x="2187" y="107"/>
                </a:lnTo>
                <a:lnTo>
                  <a:pt x="2187" y="108"/>
                </a:lnTo>
                <a:lnTo>
                  <a:pt x="2187" y="108"/>
                </a:lnTo>
                <a:lnTo>
                  <a:pt x="2187" y="109"/>
                </a:lnTo>
                <a:lnTo>
                  <a:pt x="2187" y="110"/>
                </a:lnTo>
                <a:lnTo>
                  <a:pt x="2187" y="111"/>
                </a:lnTo>
                <a:lnTo>
                  <a:pt x="2187" y="112"/>
                </a:lnTo>
                <a:lnTo>
                  <a:pt x="2187" y="113"/>
                </a:lnTo>
                <a:lnTo>
                  <a:pt x="2188" y="113"/>
                </a:lnTo>
                <a:lnTo>
                  <a:pt x="2188" y="114"/>
                </a:lnTo>
                <a:lnTo>
                  <a:pt x="2189" y="114"/>
                </a:lnTo>
                <a:lnTo>
                  <a:pt x="2190" y="114"/>
                </a:lnTo>
                <a:lnTo>
                  <a:pt x="2191" y="114"/>
                </a:lnTo>
                <a:lnTo>
                  <a:pt x="2192" y="114"/>
                </a:lnTo>
                <a:lnTo>
                  <a:pt x="2193" y="114"/>
                </a:lnTo>
                <a:lnTo>
                  <a:pt x="2194" y="114"/>
                </a:lnTo>
                <a:lnTo>
                  <a:pt x="2195" y="114"/>
                </a:lnTo>
                <a:lnTo>
                  <a:pt x="2195" y="113"/>
                </a:lnTo>
                <a:lnTo>
                  <a:pt x="2196" y="113"/>
                </a:lnTo>
                <a:lnTo>
                  <a:pt x="2196" y="112"/>
                </a:lnTo>
                <a:lnTo>
                  <a:pt x="2196" y="111"/>
                </a:lnTo>
                <a:lnTo>
                  <a:pt x="2196" y="110"/>
                </a:lnTo>
                <a:lnTo>
                  <a:pt x="2196" y="109"/>
                </a:lnTo>
                <a:lnTo>
                  <a:pt x="2196" y="107"/>
                </a:lnTo>
                <a:lnTo>
                  <a:pt x="2195" y="107"/>
                </a:lnTo>
                <a:lnTo>
                  <a:pt x="2194" y="106"/>
                </a:lnTo>
                <a:lnTo>
                  <a:pt x="2193" y="105"/>
                </a:lnTo>
                <a:lnTo>
                  <a:pt x="2191" y="105"/>
                </a:lnTo>
                <a:lnTo>
                  <a:pt x="2191" y="104"/>
                </a:lnTo>
                <a:lnTo>
                  <a:pt x="2192" y="104"/>
                </a:lnTo>
                <a:lnTo>
                  <a:pt x="2193" y="104"/>
                </a:lnTo>
                <a:lnTo>
                  <a:pt x="2194" y="104"/>
                </a:lnTo>
                <a:lnTo>
                  <a:pt x="2194" y="105"/>
                </a:lnTo>
                <a:lnTo>
                  <a:pt x="2195" y="105"/>
                </a:lnTo>
                <a:lnTo>
                  <a:pt x="2195" y="106"/>
                </a:lnTo>
                <a:lnTo>
                  <a:pt x="2196" y="106"/>
                </a:lnTo>
                <a:lnTo>
                  <a:pt x="2196" y="107"/>
                </a:lnTo>
                <a:lnTo>
                  <a:pt x="2197" y="107"/>
                </a:lnTo>
                <a:lnTo>
                  <a:pt x="2197" y="108"/>
                </a:lnTo>
                <a:lnTo>
                  <a:pt x="2197" y="110"/>
                </a:lnTo>
                <a:lnTo>
                  <a:pt x="2197" y="111"/>
                </a:lnTo>
                <a:lnTo>
                  <a:pt x="2196" y="112"/>
                </a:lnTo>
                <a:lnTo>
                  <a:pt x="2197" y="113"/>
                </a:lnTo>
                <a:lnTo>
                  <a:pt x="2198" y="113"/>
                </a:lnTo>
                <a:lnTo>
                  <a:pt x="2198" y="114"/>
                </a:lnTo>
                <a:lnTo>
                  <a:pt x="2199" y="114"/>
                </a:lnTo>
                <a:lnTo>
                  <a:pt x="2200" y="114"/>
                </a:lnTo>
                <a:lnTo>
                  <a:pt x="2201" y="114"/>
                </a:lnTo>
                <a:lnTo>
                  <a:pt x="2202" y="114"/>
                </a:lnTo>
                <a:lnTo>
                  <a:pt x="2204" y="114"/>
                </a:lnTo>
                <a:lnTo>
                  <a:pt x="2205" y="114"/>
                </a:lnTo>
                <a:lnTo>
                  <a:pt x="2206" y="114"/>
                </a:lnTo>
                <a:lnTo>
                  <a:pt x="2207" y="114"/>
                </a:lnTo>
                <a:lnTo>
                  <a:pt x="2207" y="113"/>
                </a:lnTo>
                <a:lnTo>
                  <a:pt x="2208" y="113"/>
                </a:lnTo>
                <a:lnTo>
                  <a:pt x="2209" y="113"/>
                </a:lnTo>
                <a:lnTo>
                  <a:pt x="2209" y="112"/>
                </a:lnTo>
                <a:lnTo>
                  <a:pt x="2210" y="112"/>
                </a:lnTo>
                <a:lnTo>
                  <a:pt x="2211" y="111"/>
                </a:lnTo>
                <a:lnTo>
                  <a:pt x="2212" y="110"/>
                </a:lnTo>
                <a:lnTo>
                  <a:pt x="2213" y="110"/>
                </a:lnTo>
                <a:lnTo>
                  <a:pt x="2213" y="109"/>
                </a:lnTo>
                <a:lnTo>
                  <a:pt x="2214" y="109"/>
                </a:lnTo>
                <a:lnTo>
                  <a:pt x="2215" y="108"/>
                </a:lnTo>
                <a:lnTo>
                  <a:pt x="2215" y="107"/>
                </a:lnTo>
                <a:lnTo>
                  <a:pt x="2216" y="107"/>
                </a:lnTo>
                <a:lnTo>
                  <a:pt x="2216" y="106"/>
                </a:lnTo>
                <a:lnTo>
                  <a:pt x="2217" y="106"/>
                </a:lnTo>
                <a:lnTo>
                  <a:pt x="2218" y="106"/>
                </a:lnTo>
                <a:lnTo>
                  <a:pt x="2219" y="106"/>
                </a:lnTo>
                <a:lnTo>
                  <a:pt x="2220" y="106"/>
                </a:lnTo>
                <a:lnTo>
                  <a:pt x="2221" y="106"/>
                </a:lnTo>
                <a:lnTo>
                  <a:pt x="2222" y="105"/>
                </a:lnTo>
                <a:lnTo>
                  <a:pt x="2223" y="105"/>
                </a:lnTo>
                <a:lnTo>
                  <a:pt x="2223" y="104"/>
                </a:lnTo>
                <a:lnTo>
                  <a:pt x="2224" y="104"/>
                </a:lnTo>
                <a:lnTo>
                  <a:pt x="2225" y="104"/>
                </a:lnTo>
                <a:lnTo>
                  <a:pt x="2226" y="104"/>
                </a:lnTo>
                <a:lnTo>
                  <a:pt x="2227" y="104"/>
                </a:lnTo>
                <a:lnTo>
                  <a:pt x="2228" y="104"/>
                </a:lnTo>
                <a:lnTo>
                  <a:pt x="2229" y="104"/>
                </a:lnTo>
                <a:lnTo>
                  <a:pt x="2230" y="104"/>
                </a:lnTo>
                <a:lnTo>
                  <a:pt x="2232" y="104"/>
                </a:lnTo>
                <a:lnTo>
                  <a:pt x="2233" y="104"/>
                </a:lnTo>
                <a:lnTo>
                  <a:pt x="2234" y="104"/>
                </a:lnTo>
                <a:lnTo>
                  <a:pt x="2234" y="103"/>
                </a:lnTo>
                <a:lnTo>
                  <a:pt x="2235" y="103"/>
                </a:lnTo>
                <a:lnTo>
                  <a:pt x="2236" y="104"/>
                </a:lnTo>
                <a:lnTo>
                  <a:pt x="2237" y="104"/>
                </a:lnTo>
                <a:lnTo>
                  <a:pt x="2238" y="104"/>
                </a:lnTo>
                <a:lnTo>
                  <a:pt x="2238" y="103"/>
                </a:lnTo>
                <a:lnTo>
                  <a:pt x="2238" y="102"/>
                </a:lnTo>
                <a:lnTo>
                  <a:pt x="2239" y="102"/>
                </a:lnTo>
                <a:lnTo>
                  <a:pt x="2239" y="101"/>
                </a:lnTo>
                <a:lnTo>
                  <a:pt x="2240" y="101"/>
                </a:lnTo>
                <a:lnTo>
                  <a:pt x="2240" y="100"/>
                </a:lnTo>
                <a:lnTo>
                  <a:pt x="2241" y="99"/>
                </a:lnTo>
                <a:lnTo>
                  <a:pt x="2241" y="99"/>
                </a:lnTo>
                <a:lnTo>
                  <a:pt x="2242" y="98"/>
                </a:lnTo>
                <a:lnTo>
                  <a:pt x="2242" y="97"/>
                </a:lnTo>
                <a:lnTo>
                  <a:pt x="2243" y="96"/>
                </a:lnTo>
                <a:lnTo>
                  <a:pt x="2243" y="95"/>
                </a:lnTo>
                <a:lnTo>
                  <a:pt x="2243" y="94"/>
                </a:lnTo>
                <a:lnTo>
                  <a:pt x="2244" y="94"/>
                </a:lnTo>
                <a:lnTo>
                  <a:pt x="2244" y="93"/>
                </a:lnTo>
                <a:lnTo>
                  <a:pt x="2245" y="93"/>
                </a:lnTo>
                <a:lnTo>
                  <a:pt x="2245" y="94"/>
                </a:lnTo>
                <a:lnTo>
                  <a:pt x="2244" y="94"/>
                </a:lnTo>
                <a:lnTo>
                  <a:pt x="2244" y="95"/>
                </a:lnTo>
                <a:lnTo>
                  <a:pt x="2244" y="96"/>
                </a:lnTo>
                <a:lnTo>
                  <a:pt x="2243" y="96"/>
                </a:lnTo>
                <a:lnTo>
                  <a:pt x="2243" y="97"/>
                </a:lnTo>
                <a:lnTo>
                  <a:pt x="2243" y="98"/>
                </a:lnTo>
                <a:lnTo>
                  <a:pt x="2242" y="99"/>
                </a:lnTo>
                <a:lnTo>
                  <a:pt x="2242" y="99"/>
                </a:lnTo>
                <a:lnTo>
                  <a:pt x="2241" y="100"/>
                </a:lnTo>
                <a:lnTo>
                  <a:pt x="2241" y="101"/>
                </a:lnTo>
                <a:lnTo>
                  <a:pt x="2240" y="101"/>
                </a:lnTo>
                <a:lnTo>
                  <a:pt x="2240" y="102"/>
                </a:lnTo>
                <a:lnTo>
                  <a:pt x="2240" y="103"/>
                </a:lnTo>
                <a:lnTo>
                  <a:pt x="2240" y="104"/>
                </a:lnTo>
                <a:lnTo>
                  <a:pt x="2241" y="104"/>
                </a:lnTo>
                <a:lnTo>
                  <a:pt x="2242" y="104"/>
                </a:lnTo>
                <a:lnTo>
                  <a:pt x="2243" y="105"/>
                </a:lnTo>
                <a:lnTo>
                  <a:pt x="2243" y="105"/>
                </a:lnTo>
                <a:lnTo>
                  <a:pt x="2244" y="106"/>
                </a:lnTo>
                <a:lnTo>
                  <a:pt x="2245" y="106"/>
                </a:lnTo>
                <a:lnTo>
                  <a:pt x="2245" y="107"/>
                </a:lnTo>
                <a:lnTo>
                  <a:pt x="2246" y="108"/>
                </a:lnTo>
                <a:lnTo>
                  <a:pt x="2247" y="109"/>
                </a:lnTo>
                <a:lnTo>
                  <a:pt x="2247" y="110"/>
                </a:lnTo>
                <a:lnTo>
                  <a:pt x="2248" y="110"/>
                </a:lnTo>
                <a:lnTo>
                  <a:pt x="2248" y="111"/>
                </a:lnTo>
                <a:lnTo>
                  <a:pt x="2249" y="111"/>
                </a:lnTo>
                <a:lnTo>
                  <a:pt x="2250" y="111"/>
                </a:lnTo>
                <a:lnTo>
                  <a:pt x="2251" y="111"/>
                </a:lnTo>
                <a:lnTo>
                  <a:pt x="2251" y="110"/>
                </a:lnTo>
                <a:lnTo>
                  <a:pt x="2252" y="109"/>
                </a:lnTo>
                <a:lnTo>
                  <a:pt x="2253" y="107"/>
                </a:lnTo>
                <a:lnTo>
                  <a:pt x="2254" y="106"/>
                </a:lnTo>
                <a:lnTo>
                  <a:pt x="2254" y="105"/>
                </a:lnTo>
                <a:lnTo>
                  <a:pt x="2255" y="104"/>
                </a:lnTo>
                <a:lnTo>
                  <a:pt x="2255" y="103"/>
                </a:lnTo>
                <a:lnTo>
                  <a:pt x="2256" y="103"/>
                </a:lnTo>
                <a:lnTo>
                  <a:pt x="2256" y="102"/>
                </a:lnTo>
                <a:lnTo>
                  <a:pt x="2257" y="102"/>
                </a:lnTo>
                <a:lnTo>
                  <a:pt x="2257" y="103"/>
                </a:lnTo>
                <a:lnTo>
                  <a:pt x="2256" y="104"/>
                </a:lnTo>
                <a:lnTo>
                  <a:pt x="2256" y="105"/>
                </a:lnTo>
                <a:lnTo>
                  <a:pt x="2255" y="105"/>
                </a:lnTo>
                <a:lnTo>
                  <a:pt x="2255" y="106"/>
                </a:lnTo>
                <a:lnTo>
                  <a:pt x="2254" y="106"/>
                </a:lnTo>
                <a:lnTo>
                  <a:pt x="2254" y="107"/>
                </a:lnTo>
                <a:lnTo>
                  <a:pt x="2253" y="108"/>
                </a:lnTo>
                <a:lnTo>
                  <a:pt x="2253" y="109"/>
                </a:lnTo>
                <a:lnTo>
                  <a:pt x="2252" y="110"/>
                </a:lnTo>
                <a:lnTo>
                  <a:pt x="2252" y="111"/>
                </a:lnTo>
                <a:lnTo>
                  <a:pt x="2252" y="112"/>
                </a:lnTo>
                <a:lnTo>
                  <a:pt x="2252" y="113"/>
                </a:lnTo>
                <a:lnTo>
                  <a:pt x="2253" y="114"/>
                </a:lnTo>
                <a:lnTo>
                  <a:pt x="2254" y="115"/>
                </a:lnTo>
                <a:lnTo>
                  <a:pt x="2256" y="116"/>
                </a:lnTo>
                <a:lnTo>
                  <a:pt x="2257" y="117"/>
                </a:lnTo>
                <a:lnTo>
                  <a:pt x="2258" y="117"/>
                </a:lnTo>
                <a:lnTo>
                  <a:pt x="2259" y="117"/>
                </a:lnTo>
                <a:lnTo>
                  <a:pt x="2260" y="117"/>
                </a:lnTo>
                <a:lnTo>
                  <a:pt x="2261" y="117"/>
                </a:lnTo>
                <a:lnTo>
                  <a:pt x="2262" y="117"/>
                </a:lnTo>
                <a:lnTo>
                  <a:pt x="2264" y="118"/>
                </a:lnTo>
                <a:lnTo>
                  <a:pt x="2265" y="118"/>
                </a:lnTo>
                <a:lnTo>
                  <a:pt x="2265" y="117"/>
                </a:lnTo>
                <a:lnTo>
                  <a:pt x="2266" y="117"/>
                </a:lnTo>
                <a:lnTo>
                  <a:pt x="2267" y="116"/>
                </a:lnTo>
                <a:lnTo>
                  <a:pt x="2267" y="115"/>
                </a:lnTo>
                <a:lnTo>
                  <a:pt x="2268" y="114"/>
                </a:lnTo>
                <a:lnTo>
                  <a:pt x="2268" y="113"/>
                </a:lnTo>
                <a:lnTo>
                  <a:pt x="2268" y="112"/>
                </a:lnTo>
                <a:lnTo>
                  <a:pt x="2269" y="112"/>
                </a:lnTo>
                <a:lnTo>
                  <a:pt x="2269" y="111"/>
                </a:lnTo>
                <a:lnTo>
                  <a:pt x="2270" y="110"/>
                </a:lnTo>
                <a:lnTo>
                  <a:pt x="2270" y="109"/>
                </a:lnTo>
                <a:lnTo>
                  <a:pt x="2269" y="109"/>
                </a:lnTo>
                <a:lnTo>
                  <a:pt x="2270" y="108"/>
                </a:lnTo>
                <a:lnTo>
                  <a:pt x="2270" y="109"/>
                </a:lnTo>
                <a:lnTo>
                  <a:pt x="2271" y="109"/>
                </a:lnTo>
                <a:lnTo>
                  <a:pt x="2271" y="110"/>
                </a:lnTo>
                <a:lnTo>
                  <a:pt x="2270" y="110"/>
                </a:lnTo>
                <a:lnTo>
                  <a:pt x="2270" y="111"/>
                </a:lnTo>
                <a:lnTo>
                  <a:pt x="2270" y="112"/>
                </a:lnTo>
                <a:lnTo>
                  <a:pt x="2269" y="112"/>
                </a:lnTo>
                <a:lnTo>
                  <a:pt x="2269" y="113"/>
                </a:lnTo>
                <a:lnTo>
                  <a:pt x="2269" y="114"/>
                </a:lnTo>
                <a:lnTo>
                  <a:pt x="2268" y="114"/>
                </a:lnTo>
                <a:lnTo>
                  <a:pt x="2267" y="116"/>
                </a:lnTo>
                <a:lnTo>
                  <a:pt x="2267" y="117"/>
                </a:lnTo>
                <a:lnTo>
                  <a:pt x="2266" y="118"/>
                </a:lnTo>
                <a:lnTo>
                  <a:pt x="2267" y="119"/>
                </a:lnTo>
                <a:lnTo>
                  <a:pt x="2268" y="120"/>
                </a:lnTo>
                <a:lnTo>
                  <a:pt x="2269" y="121"/>
                </a:lnTo>
                <a:lnTo>
                  <a:pt x="2270" y="121"/>
                </a:lnTo>
                <a:lnTo>
                  <a:pt x="2271" y="122"/>
                </a:lnTo>
                <a:lnTo>
                  <a:pt x="2272" y="122"/>
                </a:lnTo>
                <a:lnTo>
                  <a:pt x="2272" y="123"/>
                </a:lnTo>
                <a:lnTo>
                  <a:pt x="2273" y="123"/>
                </a:lnTo>
                <a:lnTo>
                  <a:pt x="2274" y="123"/>
                </a:lnTo>
                <a:lnTo>
                  <a:pt x="2275" y="124"/>
                </a:lnTo>
                <a:lnTo>
                  <a:pt x="2276" y="124"/>
                </a:lnTo>
                <a:lnTo>
                  <a:pt x="2276" y="123"/>
                </a:lnTo>
                <a:lnTo>
                  <a:pt x="2277" y="122"/>
                </a:lnTo>
                <a:lnTo>
                  <a:pt x="2277" y="121"/>
                </a:lnTo>
                <a:lnTo>
                  <a:pt x="2278" y="120"/>
                </a:lnTo>
                <a:lnTo>
                  <a:pt x="2279" y="119"/>
                </a:lnTo>
                <a:lnTo>
                  <a:pt x="2279" y="118"/>
                </a:lnTo>
                <a:lnTo>
                  <a:pt x="2279" y="117"/>
                </a:lnTo>
                <a:lnTo>
                  <a:pt x="2280" y="117"/>
                </a:lnTo>
                <a:lnTo>
                  <a:pt x="2280" y="115"/>
                </a:lnTo>
                <a:lnTo>
                  <a:pt x="2281" y="114"/>
                </a:lnTo>
                <a:lnTo>
                  <a:pt x="2282" y="113"/>
                </a:lnTo>
                <a:lnTo>
                  <a:pt x="2282" y="114"/>
                </a:lnTo>
                <a:lnTo>
                  <a:pt x="2282" y="115"/>
                </a:lnTo>
                <a:lnTo>
                  <a:pt x="2281" y="115"/>
                </a:lnTo>
                <a:lnTo>
                  <a:pt x="2281" y="116"/>
                </a:lnTo>
                <a:lnTo>
                  <a:pt x="2280" y="118"/>
                </a:lnTo>
                <a:lnTo>
                  <a:pt x="2279" y="119"/>
                </a:lnTo>
                <a:lnTo>
                  <a:pt x="2279" y="120"/>
                </a:lnTo>
                <a:lnTo>
                  <a:pt x="2278" y="121"/>
                </a:lnTo>
                <a:lnTo>
                  <a:pt x="2278" y="122"/>
                </a:lnTo>
                <a:lnTo>
                  <a:pt x="2278" y="123"/>
                </a:lnTo>
                <a:lnTo>
                  <a:pt x="2278" y="124"/>
                </a:lnTo>
                <a:lnTo>
                  <a:pt x="2277" y="124"/>
                </a:lnTo>
                <a:lnTo>
                  <a:pt x="2277" y="125"/>
                </a:lnTo>
                <a:lnTo>
                  <a:pt x="2277" y="126"/>
                </a:lnTo>
                <a:lnTo>
                  <a:pt x="2276" y="126"/>
                </a:lnTo>
                <a:lnTo>
                  <a:pt x="2276" y="127"/>
                </a:lnTo>
                <a:lnTo>
                  <a:pt x="2275" y="127"/>
                </a:lnTo>
                <a:lnTo>
                  <a:pt x="2276" y="127"/>
                </a:lnTo>
                <a:lnTo>
                  <a:pt x="2276" y="127"/>
                </a:lnTo>
                <a:lnTo>
                  <a:pt x="2277" y="127"/>
                </a:lnTo>
                <a:lnTo>
                  <a:pt x="2277" y="126"/>
                </a:lnTo>
                <a:lnTo>
                  <a:pt x="2278" y="125"/>
                </a:lnTo>
                <a:lnTo>
                  <a:pt x="2278" y="124"/>
                </a:lnTo>
                <a:lnTo>
                  <a:pt x="2279" y="123"/>
                </a:lnTo>
                <a:lnTo>
                  <a:pt x="2279" y="122"/>
                </a:lnTo>
                <a:lnTo>
                  <a:pt x="2280" y="122"/>
                </a:lnTo>
                <a:lnTo>
                  <a:pt x="2280" y="121"/>
                </a:lnTo>
                <a:lnTo>
                  <a:pt x="2281" y="120"/>
                </a:lnTo>
                <a:lnTo>
                  <a:pt x="2281" y="119"/>
                </a:lnTo>
                <a:lnTo>
                  <a:pt x="2282" y="119"/>
                </a:lnTo>
                <a:lnTo>
                  <a:pt x="2282" y="120"/>
                </a:lnTo>
                <a:lnTo>
                  <a:pt x="2281" y="120"/>
                </a:lnTo>
                <a:lnTo>
                  <a:pt x="2281" y="122"/>
                </a:lnTo>
                <a:lnTo>
                  <a:pt x="2280" y="122"/>
                </a:lnTo>
                <a:lnTo>
                  <a:pt x="2280" y="123"/>
                </a:lnTo>
                <a:lnTo>
                  <a:pt x="2279" y="124"/>
                </a:lnTo>
                <a:lnTo>
                  <a:pt x="2279" y="125"/>
                </a:lnTo>
                <a:lnTo>
                  <a:pt x="2279" y="126"/>
                </a:lnTo>
                <a:lnTo>
                  <a:pt x="2280" y="127"/>
                </a:lnTo>
                <a:lnTo>
                  <a:pt x="2281" y="127"/>
                </a:lnTo>
                <a:lnTo>
                  <a:pt x="2281" y="127"/>
                </a:lnTo>
                <a:lnTo>
                  <a:pt x="2281" y="128"/>
                </a:lnTo>
                <a:lnTo>
                  <a:pt x="2282" y="128"/>
                </a:lnTo>
                <a:lnTo>
                  <a:pt x="2282" y="129"/>
                </a:lnTo>
                <a:lnTo>
                  <a:pt x="2283" y="129"/>
                </a:lnTo>
                <a:lnTo>
                  <a:pt x="2284" y="130"/>
                </a:lnTo>
                <a:lnTo>
                  <a:pt x="2285" y="130"/>
                </a:lnTo>
                <a:lnTo>
                  <a:pt x="2285" y="131"/>
                </a:lnTo>
                <a:lnTo>
                  <a:pt x="2286" y="131"/>
                </a:lnTo>
                <a:lnTo>
                  <a:pt x="2287" y="131"/>
                </a:lnTo>
                <a:lnTo>
                  <a:pt x="2288" y="132"/>
                </a:lnTo>
                <a:lnTo>
                  <a:pt x="2289" y="132"/>
                </a:lnTo>
                <a:lnTo>
                  <a:pt x="2290" y="132"/>
                </a:lnTo>
                <a:lnTo>
                  <a:pt x="2291" y="132"/>
                </a:lnTo>
                <a:lnTo>
                  <a:pt x="2291" y="131"/>
                </a:lnTo>
                <a:lnTo>
                  <a:pt x="2292" y="131"/>
                </a:lnTo>
                <a:lnTo>
                  <a:pt x="2292" y="130"/>
                </a:lnTo>
                <a:lnTo>
                  <a:pt x="2292" y="129"/>
                </a:lnTo>
                <a:lnTo>
                  <a:pt x="2293" y="128"/>
                </a:lnTo>
                <a:lnTo>
                  <a:pt x="2293" y="127"/>
                </a:lnTo>
                <a:lnTo>
                  <a:pt x="2294" y="127"/>
                </a:lnTo>
                <a:lnTo>
                  <a:pt x="2294" y="128"/>
                </a:lnTo>
                <a:lnTo>
                  <a:pt x="2293" y="128"/>
                </a:lnTo>
                <a:lnTo>
                  <a:pt x="2293" y="129"/>
                </a:lnTo>
                <a:lnTo>
                  <a:pt x="2293" y="130"/>
                </a:lnTo>
                <a:lnTo>
                  <a:pt x="2293" y="131"/>
                </a:lnTo>
                <a:lnTo>
                  <a:pt x="2293" y="132"/>
                </a:lnTo>
                <a:lnTo>
                  <a:pt x="2294" y="132"/>
                </a:lnTo>
                <a:lnTo>
                  <a:pt x="2295" y="133"/>
                </a:lnTo>
                <a:lnTo>
                  <a:pt x="2296" y="133"/>
                </a:lnTo>
                <a:lnTo>
                  <a:pt x="2298" y="134"/>
                </a:lnTo>
                <a:lnTo>
                  <a:pt x="2299" y="134"/>
                </a:lnTo>
                <a:lnTo>
                  <a:pt x="2300" y="134"/>
                </a:lnTo>
                <a:lnTo>
                  <a:pt x="2300" y="135"/>
                </a:lnTo>
                <a:lnTo>
                  <a:pt x="2301" y="135"/>
                </a:lnTo>
                <a:lnTo>
                  <a:pt x="2302" y="135"/>
                </a:lnTo>
                <a:lnTo>
                  <a:pt x="2303" y="134"/>
                </a:lnTo>
                <a:lnTo>
                  <a:pt x="2304" y="134"/>
                </a:lnTo>
                <a:lnTo>
                  <a:pt x="2305" y="133"/>
                </a:lnTo>
                <a:lnTo>
                  <a:pt x="2306" y="132"/>
                </a:lnTo>
                <a:lnTo>
                  <a:pt x="2307" y="132"/>
                </a:lnTo>
                <a:lnTo>
                  <a:pt x="2308" y="131"/>
                </a:lnTo>
                <a:lnTo>
                  <a:pt x="2309" y="131"/>
                </a:lnTo>
                <a:lnTo>
                  <a:pt x="2310" y="130"/>
                </a:lnTo>
                <a:lnTo>
                  <a:pt x="2310" y="129"/>
                </a:lnTo>
                <a:lnTo>
                  <a:pt x="2310" y="128"/>
                </a:lnTo>
                <a:lnTo>
                  <a:pt x="2309" y="128"/>
                </a:lnTo>
                <a:lnTo>
                  <a:pt x="2309" y="127"/>
                </a:lnTo>
                <a:lnTo>
                  <a:pt x="2309" y="127"/>
                </a:lnTo>
                <a:lnTo>
                  <a:pt x="2309" y="126"/>
                </a:lnTo>
                <a:lnTo>
                  <a:pt x="2310" y="126"/>
                </a:lnTo>
                <a:lnTo>
                  <a:pt x="2310" y="127"/>
                </a:lnTo>
                <a:lnTo>
                  <a:pt x="2311" y="127"/>
                </a:lnTo>
                <a:lnTo>
                  <a:pt x="2311" y="127"/>
                </a:lnTo>
                <a:lnTo>
                  <a:pt x="2311" y="128"/>
                </a:lnTo>
                <a:lnTo>
                  <a:pt x="2312" y="128"/>
                </a:lnTo>
                <a:lnTo>
                  <a:pt x="2312" y="129"/>
                </a:lnTo>
                <a:lnTo>
                  <a:pt x="2313" y="129"/>
                </a:lnTo>
                <a:lnTo>
                  <a:pt x="2314" y="129"/>
                </a:lnTo>
                <a:lnTo>
                  <a:pt x="2315" y="129"/>
                </a:lnTo>
                <a:lnTo>
                  <a:pt x="2316" y="129"/>
                </a:lnTo>
                <a:lnTo>
                  <a:pt x="2319" y="128"/>
                </a:lnTo>
                <a:lnTo>
                  <a:pt x="2320" y="129"/>
                </a:lnTo>
                <a:lnTo>
                  <a:pt x="2321" y="129"/>
                </a:lnTo>
                <a:lnTo>
                  <a:pt x="2322" y="129"/>
                </a:lnTo>
                <a:lnTo>
                  <a:pt x="2323" y="129"/>
                </a:lnTo>
                <a:lnTo>
                  <a:pt x="2324" y="129"/>
                </a:lnTo>
                <a:lnTo>
                  <a:pt x="2325" y="129"/>
                </a:lnTo>
                <a:lnTo>
                  <a:pt x="2326" y="129"/>
                </a:lnTo>
                <a:lnTo>
                  <a:pt x="2327" y="129"/>
                </a:lnTo>
                <a:lnTo>
                  <a:pt x="2328" y="129"/>
                </a:lnTo>
                <a:lnTo>
                  <a:pt x="2328" y="130"/>
                </a:lnTo>
                <a:lnTo>
                  <a:pt x="2329" y="130"/>
                </a:lnTo>
                <a:lnTo>
                  <a:pt x="2331" y="130"/>
                </a:lnTo>
                <a:lnTo>
                  <a:pt x="2332" y="130"/>
                </a:lnTo>
                <a:lnTo>
                  <a:pt x="2333" y="130"/>
                </a:lnTo>
                <a:lnTo>
                  <a:pt x="2333" y="131"/>
                </a:lnTo>
                <a:lnTo>
                  <a:pt x="2334" y="131"/>
                </a:lnTo>
                <a:lnTo>
                  <a:pt x="2335" y="131"/>
                </a:lnTo>
                <a:lnTo>
                  <a:pt x="2336" y="131"/>
                </a:lnTo>
                <a:lnTo>
                  <a:pt x="2337" y="132"/>
                </a:lnTo>
                <a:lnTo>
                  <a:pt x="2338" y="133"/>
                </a:lnTo>
                <a:lnTo>
                  <a:pt x="2339" y="134"/>
                </a:lnTo>
                <a:lnTo>
                  <a:pt x="2340" y="135"/>
                </a:lnTo>
                <a:lnTo>
                  <a:pt x="2341" y="135"/>
                </a:lnTo>
                <a:lnTo>
                  <a:pt x="2342" y="135"/>
                </a:lnTo>
                <a:lnTo>
                  <a:pt x="2342" y="136"/>
                </a:lnTo>
                <a:lnTo>
                  <a:pt x="2343" y="136"/>
                </a:lnTo>
                <a:lnTo>
                  <a:pt x="2344" y="136"/>
                </a:lnTo>
                <a:lnTo>
                  <a:pt x="2345" y="137"/>
                </a:lnTo>
                <a:lnTo>
                  <a:pt x="2346" y="137"/>
                </a:lnTo>
                <a:lnTo>
                  <a:pt x="2346" y="138"/>
                </a:lnTo>
                <a:lnTo>
                  <a:pt x="2347" y="138"/>
                </a:lnTo>
                <a:lnTo>
                  <a:pt x="2348" y="139"/>
                </a:lnTo>
                <a:lnTo>
                  <a:pt x="2349" y="140"/>
                </a:lnTo>
                <a:lnTo>
                  <a:pt x="2350" y="140"/>
                </a:lnTo>
                <a:lnTo>
                  <a:pt x="2351" y="141"/>
                </a:lnTo>
                <a:lnTo>
                  <a:pt x="2352" y="141"/>
                </a:lnTo>
                <a:lnTo>
                  <a:pt x="2352" y="142"/>
                </a:lnTo>
                <a:lnTo>
                  <a:pt x="2353" y="142"/>
                </a:lnTo>
                <a:lnTo>
                  <a:pt x="2353" y="143"/>
                </a:lnTo>
                <a:lnTo>
                  <a:pt x="2354" y="143"/>
                </a:lnTo>
                <a:lnTo>
                  <a:pt x="2355" y="144"/>
                </a:lnTo>
                <a:lnTo>
                  <a:pt x="2356" y="145"/>
                </a:lnTo>
                <a:lnTo>
                  <a:pt x="2356" y="145"/>
                </a:lnTo>
                <a:lnTo>
                  <a:pt x="2356" y="146"/>
                </a:lnTo>
                <a:lnTo>
                  <a:pt x="2357" y="146"/>
                </a:lnTo>
                <a:lnTo>
                  <a:pt x="2358" y="147"/>
                </a:lnTo>
                <a:lnTo>
                  <a:pt x="2359" y="148"/>
                </a:lnTo>
                <a:lnTo>
                  <a:pt x="2360" y="149"/>
                </a:lnTo>
                <a:lnTo>
                  <a:pt x="2361" y="150"/>
                </a:lnTo>
                <a:lnTo>
                  <a:pt x="2362" y="150"/>
                </a:lnTo>
                <a:lnTo>
                  <a:pt x="2362" y="151"/>
                </a:lnTo>
                <a:lnTo>
                  <a:pt x="2363" y="151"/>
                </a:lnTo>
                <a:lnTo>
                  <a:pt x="2363" y="152"/>
                </a:lnTo>
                <a:lnTo>
                  <a:pt x="2363" y="153"/>
                </a:lnTo>
                <a:lnTo>
                  <a:pt x="2363" y="154"/>
                </a:lnTo>
                <a:lnTo>
                  <a:pt x="2363" y="155"/>
                </a:lnTo>
                <a:lnTo>
                  <a:pt x="2364" y="156"/>
                </a:lnTo>
                <a:lnTo>
                  <a:pt x="2365" y="156"/>
                </a:lnTo>
                <a:lnTo>
                  <a:pt x="2365" y="156"/>
                </a:lnTo>
                <a:lnTo>
                  <a:pt x="2366" y="156"/>
                </a:lnTo>
                <a:lnTo>
                  <a:pt x="2367" y="156"/>
                </a:lnTo>
                <a:lnTo>
                  <a:pt x="2367" y="157"/>
                </a:lnTo>
                <a:lnTo>
                  <a:pt x="2368" y="157"/>
                </a:lnTo>
                <a:lnTo>
                  <a:pt x="2368" y="158"/>
                </a:lnTo>
                <a:lnTo>
                  <a:pt x="2369" y="158"/>
                </a:lnTo>
                <a:lnTo>
                  <a:pt x="2370" y="158"/>
                </a:lnTo>
                <a:lnTo>
                  <a:pt x="2371" y="159"/>
                </a:lnTo>
                <a:lnTo>
                  <a:pt x="2372" y="160"/>
                </a:lnTo>
                <a:lnTo>
                  <a:pt x="2373" y="160"/>
                </a:lnTo>
                <a:lnTo>
                  <a:pt x="2374" y="161"/>
                </a:lnTo>
                <a:lnTo>
                  <a:pt x="2375" y="161"/>
                </a:lnTo>
                <a:lnTo>
                  <a:pt x="2376" y="162"/>
                </a:lnTo>
                <a:lnTo>
                  <a:pt x="2377" y="162"/>
                </a:lnTo>
                <a:lnTo>
                  <a:pt x="2378" y="163"/>
                </a:lnTo>
                <a:lnTo>
                  <a:pt x="2379" y="163"/>
                </a:lnTo>
                <a:lnTo>
                  <a:pt x="2379" y="164"/>
                </a:lnTo>
                <a:lnTo>
                  <a:pt x="2380" y="164"/>
                </a:lnTo>
                <a:lnTo>
                  <a:pt x="2381" y="164"/>
                </a:lnTo>
                <a:lnTo>
                  <a:pt x="2381" y="165"/>
                </a:lnTo>
                <a:lnTo>
                  <a:pt x="2382" y="165"/>
                </a:lnTo>
                <a:lnTo>
                  <a:pt x="2383" y="165"/>
                </a:lnTo>
                <a:lnTo>
                  <a:pt x="2384" y="165"/>
                </a:lnTo>
                <a:lnTo>
                  <a:pt x="2385" y="165"/>
                </a:lnTo>
                <a:lnTo>
                  <a:pt x="2385" y="165"/>
                </a:lnTo>
                <a:lnTo>
                  <a:pt x="2385" y="166"/>
                </a:lnTo>
                <a:lnTo>
                  <a:pt x="2386" y="166"/>
                </a:lnTo>
                <a:lnTo>
                  <a:pt x="2387" y="167"/>
                </a:lnTo>
                <a:lnTo>
                  <a:pt x="2388" y="167"/>
                </a:lnTo>
                <a:lnTo>
                  <a:pt x="2389" y="167"/>
                </a:lnTo>
                <a:lnTo>
                  <a:pt x="2389" y="168"/>
                </a:lnTo>
                <a:lnTo>
                  <a:pt x="2390" y="168"/>
                </a:lnTo>
                <a:lnTo>
                  <a:pt x="2391" y="168"/>
                </a:lnTo>
                <a:lnTo>
                  <a:pt x="2392" y="169"/>
                </a:lnTo>
                <a:lnTo>
                  <a:pt x="2393" y="169"/>
                </a:lnTo>
                <a:lnTo>
                  <a:pt x="2394" y="170"/>
                </a:lnTo>
                <a:lnTo>
                  <a:pt x="2395" y="170"/>
                </a:lnTo>
                <a:lnTo>
                  <a:pt x="2396" y="170"/>
                </a:lnTo>
                <a:lnTo>
                  <a:pt x="2397" y="171"/>
                </a:lnTo>
                <a:lnTo>
                  <a:pt x="2398" y="171"/>
                </a:lnTo>
                <a:lnTo>
                  <a:pt x="2399" y="171"/>
                </a:lnTo>
                <a:lnTo>
                  <a:pt x="2400" y="171"/>
                </a:lnTo>
                <a:lnTo>
                  <a:pt x="2401" y="171"/>
                </a:lnTo>
                <a:lnTo>
                  <a:pt x="2402" y="171"/>
                </a:lnTo>
                <a:lnTo>
                  <a:pt x="2403" y="171"/>
                </a:lnTo>
                <a:lnTo>
                  <a:pt x="2404" y="171"/>
                </a:lnTo>
                <a:lnTo>
                  <a:pt x="2405" y="171"/>
                </a:lnTo>
                <a:lnTo>
                  <a:pt x="2405" y="170"/>
                </a:lnTo>
                <a:lnTo>
                  <a:pt x="2406" y="170"/>
                </a:lnTo>
                <a:lnTo>
                  <a:pt x="2407" y="170"/>
                </a:lnTo>
                <a:lnTo>
                  <a:pt x="2408" y="169"/>
                </a:lnTo>
                <a:lnTo>
                  <a:pt x="2409" y="169"/>
                </a:lnTo>
                <a:lnTo>
                  <a:pt x="2410" y="169"/>
                </a:lnTo>
                <a:lnTo>
                  <a:pt x="2411" y="168"/>
                </a:lnTo>
                <a:lnTo>
                  <a:pt x="2412" y="167"/>
                </a:lnTo>
                <a:lnTo>
                  <a:pt x="2413" y="167"/>
                </a:lnTo>
                <a:lnTo>
                  <a:pt x="2413" y="166"/>
                </a:lnTo>
                <a:lnTo>
                  <a:pt x="2413" y="166"/>
                </a:lnTo>
                <a:lnTo>
                  <a:pt x="2414" y="166"/>
                </a:lnTo>
                <a:lnTo>
                  <a:pt x="2415" y="165"/>
                </a:lnTo>
                <a:lnTo>
                  <a:pt x="2416" y="164"/>
                </a:lnTo>
                <a:lnTo>
                  <a:pt x="2417" y="164"/>
                </a:lnTo>
                <a:lnTo>
                  <a:pt x="2418" y="164"/>
                </a:lnTo>
                <a:lnTo>
                  <a:pt x="2419" y="164"/>
                </a:lnTo>
                <a:lnTo>
                  <a:pt x="2420" y="165"/>
                </a:lnTo>
                <a:lnTo>
                  <a:pt x="2421" y="165"/>
                </a:lnTo>
                <a:lnTo>
                  <a:pt x="2422" y="165"/>
                </a:lnTo>
                <a:lnTo>
                  <a:pt x="2423" y="164"/>
                </a:lnTo>
                <a:lnTo>
                  <a:pt x="2424" y="164"/>
                </a:lnTo>
                <a:lnTo>
                  <a:pt x="2425" y="164"/>
                </a:lnTo>
                <a:lnTo>
                  <a:pt x="2426" y="164"/>
                </a:lnTo>
                <a:lnTo>
                  <a:pt x="2427" y="163"/>
                </a:lnTo>
                <a:lnTo>
                  <a:pt x="2428" y="163"/>
                </a:lnTo>
                <a:lnTo>
                  <a:pt x="2429" y="163"/>
                </a:lnTo>
                <a:lnTo>
                  <a:pt x="2429" y="162"/>
                </a:lnTo>
                <a:lnTo>
                  <a:pt x="2430" y="162"/>
                </a:lnTo>
                <a:lnTo>
                  <a:pt x="2431" y="162"/>
                </a:lnTo>
                <a:lnTo>
                  <a:pt x="2432" y="162"/>
                </a:lnTo>
                <a:lnTo>
                  <a:pt x="2432" y="161"/>
                </a:lnTo>
                <a:lnTo>
                  <a:pt x="2433" y="161"/>
                </a:lnTo>
                <a:lnTo>
                  <a:pt x="2431" y="159"/>
                </a:lnTo>
                <a:lnTo>
                  <a:pt x="2431" y="160"/>
                </a:lnTo>
                <a:lnTo>
                  <a:pt x="2429" y="158"/>
                </a:lnTo>
                <a:lnTo>
                  <a:pt x="2427" y="160"/>
                </a:lnTo>
                <a:lnTo>
                  <a:pt x="2427" y="159"/>
                </a:lnTo>
                <a:lnTo>
                  <a:pt x="2428" y="158"/>
                </a:lnTo>
                <a:lnTo>
                  <a:pt x="2429" y="158"/>
                </a:lnTo>
                <a:lnTo>
                  <a:pt x="2428" y="158"/>
                </a:lnTo>
                <a:lnTo>
                  <a:pt x="2426" y="158"/>
                </a:lnTo>
                <a:lnTo>
                  <a:pt x="2425" y="158"/>
                </a:lnTo>
                <a:lnTo>
                  <a:pt x="2425" y="157"/>
                </a:lnTo>
                <a:lnTo>
                  <a:pt x="2426" y="157"/>
                </a:lnTo>
                <a:lnTo>
                  <a:pt x="2427" y="156"/>
                </a:lnTo>
                <a:lnTo>
                  <a:pt x="2428" y="156"/>
                </a:lnTo>
                <a:lnTo>
                  <a:pt x="2429" y="156"/>
                </a:lnTo>
                <a:lnTo>
                  <a:pt x="2429" y="157"/>
                </a:lnTo>
                <a:lnTo>
                  <a:pt x="2430" y="157"/>
                </a:lnTo>
                <a:lnTo>
                  <a:pt x="2431" y="157"/>
                </a:lnTo>
                <a:lnTo>
                  <a:pt x="2431" y="158"/>
                </a:lnTo>
                <a:lnTo>
                  <a:pt x="2432" y="158"/>
                </a:lnTo>
                <a:lnTo>
                  <a:pt x="2432" y="159"/>
                </a:lnTo>
                <a:lnTo>
                  <a:pt x="2433" y="160"/>
                </a:lnTo>
                <a:lnTo>
                  <a:pt x="2434" y="160"/>
                </a:lnTo>
                <a:lnTo>
                  <a:pt x="2434" y="159"/>
                </a:lnTo>
                <a:lnTo>
                  <a:pt x="2435" y="159"/>
                </a:lnTo>
                <a:lnTo>
                  <a:pt x="2436" y="160"/>
                </a:lnTo>
                <a:lnTo>
                  <a:pt x="2436" y="161"/>
                </a:lnTo>
                <a:lnTo>
                  <a:pt x="2437" y="161"/>
                </a:lnTo>
                <a:lnTo>
                  <a:pt x="2438" y="162"/>
                </a:lnTo>
                <a:lnTo>
                  <a:pt x="2439" y="162"/>
                </a:lnTo>
                <a:lnTo>
                  <a:pt x="2441" y="162"/>
                </a:lnTo>
                <a:lnTo>
                  <a:pt x="2441" y="162"/>
                </a:lnTo>
                <a:lnTo>
                  <a:pt x="2442" y="161"/>
                </a:lnTo>
                <a:lnTo>
                  <a:pt x="2443" y="161"/>
                </a:lnTo>
                <a:lnTo>
                  <a:pt x="2444" y="161"/>
                </a:lnTo>
                <a:lnTo>
                  <a:pt x="2445" y="161"/>
                </a:lnTo>
                <a:lnTo>
                  <a:pt x="2446" y="161"/>
                </a:lnTo>
                <a:lnTo>
                  <a:pt x="2447" y="161"/>
                </a:lnTo>
                <a:lnTo>
                  <a:pt x="2448" y="160"/>
                </a:lnTo>
                <a:lnTo>
                  <a:pt x="2449" y="160"/>
                </a:lnTo>
                <a:lnTo>
                  <a:pt x="2449" y="161"/>
                </a:lnTo>
                <a:lnTo>
                  <a:pt x="2450" y="161"/>
                </a:lnTo>
                <a:lnTo>
                  <a:pt x="2451" y="162"/>
                </a:lnTo>
                <a:lnTo>
                  <a:pt x="2452" y="162"/>
                </a:lnTo>
                <a:lnTo>
                  <a:pt x="2454" y="163"/>
                </a:lnTo>
                <a:lnTo>
                  <a:pt x="2455" y="163"/>
                </a:lnTo>
                <a:lnTo>
                  <a:pt x="2455" y="164"/>
                </a:lnTo>
                <a:lnTo>
                  <a:pt x="2456" y="164"/>
                </a:lnTo>
                <a:lnTo>
                  <a:pt x="2457" y="165"/>
                </a:lnTo>
                <a:lnTo>
                  <a:pt x="2458" y="165"/>
                </a:lnTo>
                <a:lnTo>
                  <a:pt x="2459" y="166"/>
                </a:lnTo>
                <a:lnTo>
                  <a:pt x="2460" y="166"/>
                </a:lnTo>
                <a:lnTo>
                  <a:pt x="2461" y="166"/>
                </a:lnTo>
                <a:lnTo>
                  <a:pt x="2461" y="165"/>
                </a:lnTo>
                <a:lnTo>
                  <a:pt x="2462" y="165"/>
                </a:lnTo>
                <a:lnTo>
                  <a:pt x="2464" y="165"/>
                </a:lnTo>
                <a:lnTo>
                  <a:pt x="2465" y="165"/>
                </a:lnTo>
                <a:lnTo>
                  <a:pt x="2467" y="165"/>
                </a:lnTo>
                <a:lnTo>
                  <a:pt x="2467" y="164"/>
                </a:lnTo>
                <a:lnTo>
                  <a:pt x="2468" y="164"/>
                </a:lnTo>
                <a:lnTo>
                  <a:pt x="2469" y="163"/>
                </a:lnTo>
                <a:lnTo>
                  <a:pt x="2469" y="162"/>
                </a:lnTo>
                <a:lnTo>
                  <a:pt x="2470" y="162"/>
                </a:lnTo>
                <a:lnTo>
                  <a:pt x="2470" y="161"/>
                </a:lnTo>
                <a:lnTo>
                  <a:pt x="2471" y="161"/>
                </a:lnTo>
                <a:lnTo>
                  <a:pt x="2472" y="160"/>
                </a:lnTo>
                <a:lnTo>
                  <a:pt x="2473" y="160"/>
                </a:lnTo>
                <a:lnTo>
                  <a:pt x="2474" y="159"/>
                </a:lnTo>
                <a:lnTo>
                  <a:pt x="2474" y="158"/>
                </a:lnTo>
                <a:lnTo>
                  <a:pt x="2474" y="159"/>
                </a:lnTo>
                <a:lnTo>
                  <a:pt x="2475" y="159"/>
                </a:lnTo>
                <a:lnTo>
                  <a:pt x="2474" y="160"/>
                </a:lnTo>
                <a:lnTo>
                  <a:pt x="2473" y="160"/>
                </a:lnTo>
                <a:lnTo>
                  <a:pt x="2473" y="161"/>
                </a:lnTo>
                <a:lnTo>
                  <a:pt x="2472" y="162"/>
                </a:lnTo>
                <a:lnTo>
                  <a:pt x="2471" y="162"/>
                </a:lnTo>
                <a:lnTo>
                  <a:pt x="2471" y="163"/>
                </a:lnTo>
                <a:lnTo>
                  <a:pt x="2472" y="162"/>
                </a:lnTo>
                <a:lnTo>
                  <a:pt x="2474" y="161"/>
                </a:lnTo>
                <a:lnTo>
                  <a:pt x="2475" y="160"/>
                </a:lnTo>
                <a:lnTo>
                  <a:pt x="2475" y="161"/>
                </a:lnTo>
                <a:lnTo>
                  <a:pt x="2470" y="165"/>
                </a:lnTo>
                <a:lnTo>
                  <a:pt x="2468" y="167"/>
                </a:lnTo>
                <a:lnTo>
                  <a:pt x="2464" y="169"/>
                </a:lnTo>
                <a:lnTo>
                  <a:pt x="2469" y="176"/>
                </a:lnTo>
                <a:lnTo>
                  <a:pt x="2485" y="163"/>
                </a:lnTo>
                <a:lnTo>
                  <a:pt x="2487" y="165"/>
                </a:lnTo>
                <a:lnTo>
                  <a:pt x="2474" y="175"/>
                </a:lnTo>
                <a:lnTo>
                  <a:pt x="2475" y="176"/>
                </a:lnTo>
                <a:lnTo>
                  <a:pt x="2493" y="175"/>
                </a:lnTo>
                <a:lnTo>
                  <a:pt x="2519" y="173"/>
                </a:lnTo>
                <a:lnTo>
                  <a:pt x="2523" y="167"/>
                </a:lnTo>
                <a:lnTo>
                  <a:pt x="2509" y="167"/>
                </a:lnTo>
                <a:lnTo>
                  <a:pt x="2510" y="167"/>
                </a:lnTo>
                <a:lnTo>
                  <a:pt x="2510" y="165"/>
                </a:lnTo>
                <a:lnTo>
                  <a:pt x="2509" y="165"/>
                </a:lnTo>
                <a:lnTo>
                  <a:pt x="2509" y="164"/>
                </a:lnTo>
                <a:lnTo>
                  <a:pt x="2525" y="164"/>
                </a:lnTo>
                <a:lnTo>
                  <a:pt x="2525" y="163"/>
                </a:lnTo>
                <a:lnTo>
                  <a:pt x="2526" y="163"/>
                </a:lnTo>
                <a:lnTo>
                  <a:pt x="2525" y="163"/>
                </a:lnTo>
                <a:lnTo>
                  <a:pt x="2527" y="158"/>
                </a:lnTo>
                <a:lnTo>
                  <a:pt x="2527" y="157"/>
                </a:lnTo>
                <a:lnTo>
                  <a:pt x="2526" y="157"/>
                </a:lnTo>
                <a:lnTo>
                  <a:pt x="2522" y="157"/>
                </a:lnTo>
                <a:lnTo>
                  <a:pt x="2517" y="157"/>
                </a:lnTo>
                <a:lnTo>
                  <a:pt x="2515" y="157"/>
                </a:lnTo>
                <a:lnTo>
                  <a:pt x="2513" y="157"/>
                </a:lnTo>
                <a:lnTo>
                  <a:pt x="2507" y="156"/>
                </a:lnTo>
                <a:lnTo>
                  <a:pt x="2504" y="156"/>
                </a:lnTo>
                <a:lnTo>
                  <a:pt x="2503" y="156"/>
                </a:lnTo>
                <a:lnTo>
                  <a:pt x="2501" y="156"/>
                </a:lnTo>
                <a:lnTo>
                  <a:pt x="2497" y="156"/>
                </a:lnTo>
                <a:lnTo>
                  <a:pt x="2496" y="155"/>
                </a:lnTo>
                <a:lnTo>
                  <a:pt x="2494" y="154"/>
                </a:lnTo>
                <a:lnTo>
                  <a:pt x="2493" y="154"/>
                </a:lnTo>
                <a:lnTo>
                  <a:pt x="2491" y="153"/>
                </a:lnTo>
                <a:lnTo>
                  <a:pt x="2489" y="153"/>
                </a:lnTo>
                <a:lnTo>
                  <a:pt x="2485" y="152"/>
                </a:lnTo>
                <a:lnTo>
                  <a:pt x="2480" y="151"/>
                </a:lnTo>
                <a:lnTo>
                  <a:pt x="2478" y="150"/>
                </a:lnTo>
                <a:lnTo>
                  <a:pt x="2474" y="149"/>
                </a:lnTo>
                <a:lnTo>
                  <a:pt x="2472" y="148"/>
                </a:lnTo>
                <a:lnTo>
                  <a:pt x="2471" y="148"/>
                </a:lnTo>
                <a:lnTo>
                  <a:pt x="2472" y="147"/>
                </a:lnTo>
                <a:lnTo>
                  <a:pt x="2472" y="146"/>
                </a:lnTo>
                <a:lnTo>
                  <a:pt x="2469" y="145"/>
                </a:lnTo>
                <a:lnTo>
                  <a:pt x="2469" y="145"/>
                </a:lnTo>
                <a:lnTo>
                  <a:pt x="2465" y="144"/>
                </a:lnTo>
                <a:lnTo>
                  <a:pt x="2465" y="143"/>
                </a:lnTo>
                <a:lnTo>
                  <a:pt x="2466" y="143"/>
                </a:lnTo>
                <a:lnTo>
                  <a:pt x="2467" y="143"/>
                </a:lnTo>
                <a:lnTo>
                  <a:pt x="2468" y="142"/>
                </a:lnTo>
                <a:lnTo>
                  <a:pt x="2468" y="141"/>
                </a:lnTo>
                <a:lnTo>
                  <a:pt x="2468" y="140"/>
                </a:lnTo>
                <a:lnTo>
                  <a:pt x="2467" y="139"/>
                </a:lnTo>
                <a:lnTo>
                  <a:pt x="2467" y="137"/>
                </a:lnTo>
                <a:lnTo>
                  <a:pt x="2467" y="136"/>
                </a:lnTo>
                <a:lnTo>
                  <a:pt x="2466" y="135"/>
                </a:lnTo>
                <a:lnTo>
                  <a:pt x="2465" y="134"/>
                </a:lnTo>
                <a:lnTo>
                  <a:pt x="2463" y="133"/>
                </a:lnTo>
                <a:lnTo>
                  <a:pt x="2463" y="132"/>
                </a:lnTo>
                <a:lnTo>
                  <a:pt x="2462" y="132"/>
                </a:lnTo>
                <a:lnTo>
                  <a:pt x="2461" y="131"/>
                </a:lnTo>
                <a:lnTo>
                  <a:pt x="2460" y="131"/>
                </a:lnTo>
                <a:lnTo>
                  <a:pt x="2459" y="131"/>
                </a:lnTo>
                <a:lnTo>
                  <a:pt x="2459" y="130"/>
                </a:lnTo>
                <a:lnTo>
                  <a:pt x="2457" y="130"/>
                </a:lnTo>
                <a:lnTo>
                  <a:pt x="2456" y="130"/>
                </a:lnTo>
                <a:lnTo>
                  <a:pt x="2455" y="129"/>
                </a:lnTo>
                <a:lnTo>
                  <a:pt x="2454" y="129"/>
                </a:lnTo>
                <a:lnTo>
                  <a:pt x="2452" y="129"/>
                </a:lnTo>
                <a:lnTo>
                  <a:pt x="2450" y="129"/>
                </a:lnTo>
                <a:lnTo>
                  <a:pt x="2448" y="130"/>
                </a:lnTo>
                <a:lnTo>
                  <a:pt x="2447" y="130"/>
                </a:lnTo>
                <a:lnTo>
                  <a:pt x="2446" y="130"/>
                </a:lnTo>
                <a:lnTo>
                  <a:pt x="2444" y="130"/>
                </a:lnTo>
                <a:lnTo>
                  <a:pt x="2443" y="130"/>
                </a:lnTo>
                <a:lnTo>
                  <a:pt x="2442" y="130"/>
                </a:lnTo>
                <a:lnTo>
                  <a:pt x="2441" y="131"/>
                </a:lnTo>
                <a:lnTo>
                  <a:pt x="2441" y="131"/>
                </a:lnTo>
                <a:lnTo>
                  <a:pt x="2441" y="130"/>
                </a:lnTo>
                <a:lnTo>
                  <a:pt x="2440" y="130"/>
                </a:lnTo>
                <a:lnTo>
                  <a:pt x="2440" y="129"/>
                </a:lnTo>
                <a:lnTo>
                  <a:pt x="2441" y="129"/>
                </a:lnTo>
                <a:lnTo>
                  <a:pt x="2441" y="129"/>
                </a:lnTo>
                <a:lnTo>
                  <a:pt x="2442" y="129"/>
                </a:lnTo>
                <a:lnTo>
                  <a:pt x="2443" y="128"/>
                </a:lnTo>
                <a:lnTo>
                  <a:pt x="2444" y="128"/>
                </a:lnTo>
                <a:lnTo>
                  <a:pt x="2445" y="128"/>
                </a:lnTo>
                <a:lnTo>
                  <a:pt x="2447" y="128"/>
                </a:lnTo>
                <a:lnTo>
                  <a:pt x="2448" y="128"/>
                </a:lnTo>
                <a:lnTo>
                  <a:pt x="2451" y="128"/>
                </a:lnTo>
                <a:lnTo>
                  <a:pt x="2453" y="128"/>
                </a:lnTo>
                <a:lnTo>
                  <a:pt x="2455" y="128"/>
                </a:lnTo>
                <a:lnTo>
                  <a:pt x="2456" y="128"/>
                </a:lnTo>
                <a:lnTo>
                  <a:pt x="2457" y="129"/>
                </a:lnTo>
                <a:lnTo>
                  <a:pt x="2458" y="129"/>
                </a:lnTo>
                <a:lnTo>
                  <a:pt x="2459" y="129"/>
                </a:lnTo>
                <a:lnTo>
                  <a:pt x="2460" y="130"/>
                </a:lnTo>
                <a:lnTo>
                  <a:pt x="2462" y="130"/>
                </a:lnTo>
                <a:lnTo>
                  <a:pt x="2463" y="131"/>
                </a:lnTo>
                <a:lnTo>
                  <a:pt x="2464" y="131"/>
                </a:lnTo>
                <a:lnTo>
                  <a:pt x="2465" y="132"/>
                </a:lnTo>
                <a:lnTo>
                  <a:pt x="2466" y="133"/>
                </a:lnTo>
                <a:lnTo>
                  <a:pt x="2467" y="134"/>
                </a:lnTo>
                <a:lnTo>
                  <a:pt x="2468" y="134"/>
                </a:lnTo>
                <a:lnTo>
                  <a:pt x="2469" y="135"/>
                </a:lnTo>
                <a:lnTo>
                  <a:pt x="2470" y="136"/>
                </a:lnTo>
                <a:lnTo>
                  <a:pt x="2472" y="137"/>
                </a:lnTo>
                <a:lnTo>
                  <a:pt x="2473" y="138"/>
                </a:lnTo>
                <a:lnTo>
                  <a:pt x="2474" y="139"/>
                </a:lnTo>
                <a:lnTo>
                  <a:pt x="2475" y="139"/>
                </a:lnTo>
                <a:lnTo>
                  <a:pt x="2478" y="141"/>
                </a:lnTo>
                <a:lnTo>
                  <a:pt x="2480" y="143"/>
                </a:lnTo>
                <a:lnTo>
                  <a:pt x="2485" y="146"/>
                </a:lnTo>
                <a:lnTo>
                  <a:pt x="2487" y="147"/>
                </a:lnTo>
                <a:lnTo>
                  <a:pt x="2488" y="148"/>
                </a:lnTo>
                <a:lnTo>
                  <a:pt x="2489" y="148"/>
                </a:lnTo>
                <a:lnTo>
                  <a:pt x="2490" y="149"/>
                </a:lnTo>
                <a:lnTo>
                  <a:pt x="2491" y="149"/>
                </a:lnTo>
                <a:lnTo>
                  <a:pt x="2492" y="150"/>
                </a:lnTo>
                <a:lnTo>
                  <a:pt x="2493" y="150"/>
                </a:lnTo>
                <a:lnTo>
                  <a:pt x="2494" y="150"/>
                </a:lnTo>
                <a:lnTo>
                  <a:pt x="2496" y="151"/>
                </a:lnTo>
                <a:lnTo>
                  <a:pt x="2497" y="151"/>
                </a:lnTo>
                <a:lnTo>
                  <a:pt x="2497" y="151"/>
                </a:lnTo>
                <a:lnTo>
                  <a:pt x="2499" y="152"/>
                </a:lnTo>
                <a:lnTo>
                  <a:pt x="2500" y="152"/>
                </a:lnTo>
                <a:lnTo>
                  <a:pt x="2502" y="153"/>
                </a:lnTo>
                <a:lnTo>
                  <a:pt x="2504" y="154"/>
                </a:lnTo>
                <a:lnTo>
                  <a:pt x="2505" y="154"/>
                </a:lnTo>
                <a:lnTo>
                  <a:pt x="2506" y="154"/>
                </a:lnTo>
                <a:lnTo>
                  <a:pt x="2507" y="154"/>
                </a:lnTo>
                <a:lnTo>
                  <a:pt x="2508" y="154"/>
                </a:lnTo>
                <a:lnTo>
                  <a:pt x="2509" y="154"/>
                </a:lnTo>
                <a:lnTo>
                  <a:pt x="2510" y="154"/>
                </a:lnTo>
                <a:lnTo>
                  <a:pt x="2512" y="154"/>
                </a:lnTo>
                <a:lnTo>
                  <a:pt x="2513" y="154"/>
                </a:lnTo>
                <a:lnTo>
                  <a:pt x="2514" y="154"/>
                </a:lnTo>
                <a:lnTo>
                  <a:pt x="2515" y="154"/>
                </a:lnTo>
                <a:lnTo>
                  <a:pt x="2516" y="154"/>
                </a:lnTo>
                <a:lnTo>
                  <a:pt x="2517" y="154"/>
                </a:lnTo>
                <a:lnTo>
                  <a:pt x="2518" y="154"/>
                </a:lnTo>
                <a:lnTo>
                  <a:pt x="2519" y="154"/>
                </a:lnTo>
                <a:lnTo>
                  <a:pt x="2520" y="154"/>
                </a:lnTo>
                <a:lnTo>
                  <a:pt x="2521" y="154"/>
                </a:lnTo>
                <a:lnTo>
                  <a:pt x="2523" y="154"/>
                </a:lnTo>
                <a:lnTo>
                  <a:pt x="2524" y="154"/>
                </a:lnTo>
                <a:lnTo>
                  <a:pt x="2525" y="154"/>
                </a:lnTo>
                <a:lnTo>
                  <a:pt x="2526" y="154"/>
                </a:lnTo>
                <a:lnTo>
                  <a:pt x="2527" y="154"/>
                </a:lnTo>
                <a:lnTo>
                  <a:pt x="2530" y="154"/>
                </a:lnTo>
                <a:lnTo>
                  <a:pt x="2531" y="154"/>
                </a:lnTo>
                <a:lnTo>
                  <a:pt x="2534" y="153"/>
                </a:lnTo>
                <a:lnTo>
                  <a:pt x="2537" y="155"/>
                </a:lnTo>
                <a:lnTo>
                  <a:pt x="2538" y="154"/>
                </a:lnTo>
                <a:lnTo>
                  <a:pt x="2539" y="154"/>
                </a:lnTo>
                <a:lnTo>
                  <a:pt x="2540" y="154"/>
                </a:lnTo>
                <a:lnTo>
                  <a:pt x="2541" y="154"/>
                </a:lnTo>
                <a:lnTo>
                  <a:pt x="2542" y="154"/>
                </a:lnTo>
                <a:lnTo>
                  <a:pt x="2543" y="154"/>
                </a:lnTo>
                <a:lnTo>
                  <a:pt x="2544" y="154"/>
                </a:lnTo>
                <a:lnTo>
                  <a:pt x="2545" y="155"/>
                </a:lnTo>
                <a:lnTo>
                  <a:pt x="2546" y="155"/>
                </a:lnTo>
                <a:lnTo>
                  <a:pt x="2547" y="155"/>
                </a:lnTo>
                <a:lnTo>
                  <a:pt x="2548" y="156"/>
                </a:lnTo>
                <a:lnTo>
                  <a:pt x="2549" y="156"/>
                </a:lnTo>
                <a:lnTo>
                  <a:pt x="2550" y="156"/>
                </a:lnTo>
                <a:lnTo>
                  <a:pt x="2551" y="156"/>
                </a:lnTo>
                <a:lnTo>
                  <a:pt x="2552" y="156"/>
                </a:lnTo>
                <a:lnTo>
                  <a:pt x="2553" y="156"/>
                </a:lnTo>
                <a:lnTo>
                  <a:pt x="2554" y="156"/>
                </a:lnTo>
                <a:lnTo>
                  <a:pt x="2554" y="155"/>
                </a:lnTo>
                <a:lnTo>
                  <a:pt x="2554" y="155"/>
                </a:lnTo>
                <a:lnTo>
                  <a:pt x="2554" y="155"/>
                </a:lnTo>
                <a:lnTo>
                  <a:pt x="2554" y="156"/>
                </a:lnTo>
                <a:lnTo>
                  <a:pt x="2554" y="157"/>
                </a:lnTo>
                <a:lnTo>
                  <a:pt x="2554" y="157"/>
                </a:lnTo>
                <a:lnTo>
                  <a:pt x="2555" y="154"/>
                </a:lnTo>
                <a:lnTo>
                  <a:pt x="2556" y="154"/>
                </a:lnTo>
                <a:lnTo>
                  <a:pt x="2556" y="155"/>
                </a:lnTo>
                <a:lnTo>
                  <a:pt x="2555" y="154"/>
                </a:lnTo>
                <a:lnTo>
                  <a:pt x="2554" y="157"/>
                </a:lnTo>
                <a:lnTo>
                  <a:pt x="2555" y="157"/>
                </a:lnTo>
                <a:lnTo>
                  <a:pt x="2556" y="158"/>
                </a:lnTo>
                <a:lnTo>
                  <a:pt x="2557" y="158"/>
                </a:lnTo>
                <a:lnTo>
                  <a:pt x="2558" y="158"/>
                </a:lnTo>
                <a:lnTo>
                  <a:pt x="2559" y="158"/>
                </a:lnTo>
                <a:lnTo>
                  <a:pt x="2560" y="158"/>
                </a:lnTo>
                <a:lnTo>
                  <a:pt x="2561" y="158"/>
                </a:lnTo>
                <a:lnTo>
                  <a:pt x="2562" y="158"/>
                </a:lnTo>
                <a:lnTo>
                  <a:pt x="2563" y="158"/>
                </a:lnTo>
                <a:lnTo>
                  <a:pt x="2564" y="158"/>
                </a:lnTo>
                <a:lnTo>
                  <a:pt x="2565" y="158"/>
                </a:lnTo>
                <a:lnTo>
                  <a:pt x="2566" y="157"/>
                </a:lnTo>
                <a:lnTo>
                  <a:pt x="2566" y="156"/>
                </a:lnTo>
                <a:lnTo>
                  <a:pt x="2567" y="156"/>
                </a:lnTo>
                <a:lnTo>
                  <a:pt x="2567" y="157"/>
                </a:lnTo>
                <a:lnTo>
                  <a:pt x="2567" y="158"/>
                </a:lnTo>
                <a:lnTo>
                  <a:pt x="2568" y="157"/>
                </a:lnTo>
                <a:lnTo>
                  <a:pt x="2569" y="157"/>
                </a:lnTo>
                <a:lnTo>
                  <a:pt x="2570" y="157"/>
                </a:lnTo>
                <a:lnTo>
                  <a:pt x="2571" y="157"/>
                </a:lnTo>
                <a:lnTo>
                  <a:pt x="2571" y="156"/>
                </a:lnTo>
                <a:lnTo>
                  <a:pt x="2572" y="156"/>
                </a:lnTo>
                <a:lnTo>
                  <a:pt x="2573" y="156"/>
                </a:lnTo>
                <a:lnTo>
                  <a:pt x="2574" y="156"/>
                </a:lnTo>
                <a:lnTo>
                  <a:pt x="2574" y="156"/>
                </a:lnTo>
                <a:lnTo>
                  <a:pt x="2575" y="156"/>
                </a:lnTo>
                <a:lnTo>
                  <a:pt x="2575" y="155"/>
                </a:lnTo>
                <a:lnTo>
                  <a:pt x="2576" y="155"/>
                </a:lnTo>
                <a:lnTo>
                  <a:pt x="2577" y="155"/>
                </a:lnTo>
                <a:lnTo>
                  <a:pt x="2577" y="154"/>
                </a:lnTo>
                <a:lnTo>
                  <a:pt x="2578" y="154"/>
                </a:lnTo>
                <a:lnTo>
                  <a:pt x="2578" y="153"/>
                </a:lnTo>
                <a:lnTo>
                  <a:pt x="2579" y="153"/>
                </a:lnTo>
                <a:lnTo>
                  <a:pt x="2580" y="152"/>
                </a:lnTo>
                <a:lnTo>
                  <a:pt x="2581" y="152"/>
                </a:lnTo>
                <a:lnTo>
                  <a:pt x="2582" y="151"/>
                </a:lnTo>
                <a:lnTo>
                  <a:pt x="2582" y="150"/>
                </a:lnTo>
                <a:lnTo>
                  <a:pt x="2582" y="150"/>
                </a:lnTo>
                <a:lnTo>
                  <a:pt x="2582" y="149"/>
                </a:lnTo>
                <a:lnTo>
                  <a:pt x="2583" y="149"/>
                </a:lnTo>
                <a:lnTo>
                  <a:pt x="2583" y="150"/>
                </a:lnTo>
                <a:lnTo>
                  <a:pt x="2584" y="149"/>
                </a:lnTo>
                <a:lnTo>
                  <a:pt x="2585" y="149"/>
                </a:lnTo>
                <a:lnTo>
                  <a:pt x="2586" y="149"/>
                </a:lnTo>
                <a:lnTo>
                  <a:pt x="2587" y="149"/>
                </a:lnTo>
                <a:lnTo>
                  <a:pt x="2588" y="149"/>
                </a:lnTo>
                <a:lnTo>
                  <a:pt x="2588" y="148"/>
                </a:lnTo>
                <a:lnTo>
                  <a:pt x="2589" y="148"/>
                </a:lnTo>
                <a:lnTo>
                  <a:pt x="2590" y="148"/>
                </a:lnTo>
                <a:lnTo>
                  <a:pt x="2591" y="148"/>
                </a:lnTo>
                <a:lnTo>
                  <a:pt x="2591" y="147"/>
                </a:lnTo>
                <a:lnTo>
                  <a:pt x="2592" y="147"/>
                </a:lnTo>
                <a:lnTo>
                  <a:pt x="2592" y="148"/>
                </a:lnTo>
                <a:lnTo>
                  <a:pt x="2592" y="147"/>
                </a:lnTo>
                <a:lnTo>
                  <a:pt x="2593" y="147"/>
                </a:lnTo>
                <a:lnTo>
                  <a:pt x="2594" y="147"/>
                </a:lnTo>
                <a:lnTo>
                  <a:pt x="2595" y="147"/>
                </a:lnTo>
                <a:lnTo>
                  <a:pt x="2595" y="146"/>
                </a:lnTo>
                <a:lnTo>
                  <a:pt x="2596" y="146"/>
                </a:lnTo>
                <a:lnTo>
                  <a:pt x="2597" y="146"/>
                </a:lnTo>
                <a:lnTo>
                  <a:pt x="2598" y="147"/>
                </a:lnTo>
                <a:lnTo>
                  <a:pt x="2599" y="147"/>
                </a:lnTo>
                <a:lnTo>
                  <a:pt x="2600" y="147"/>
                </a:lnTo>
                <a:lnTo>
                  <a:pt x="2601" y="147"/>
                </a:lnTo>
                <a:lnTo>
                  <a:pt x="2602" y="147"/>
                </a:lnTo>
                <a:lnTo>
                  <a:pt x="2603" y="147"/>
                </a:lnTo>
                <a:lnTo>
                  <a:pt x="2604" y="147"/>
                </a:lnTo>
                <a:lnTo>
                  <a:pt x="2605" y="146"/>
                </a:lnTo>
                <a:lnTo>
                  <a:pt x="2606" y="146"/>
                </a:lnTo>
                <a:lnTo>
                  <a:pt x="2607" y="146"/>
                </a:lnTo>
                <a:lnTo>
                  <a:pt x="2608" y="145"/>
                </a:lnTo>
                <a:lnTo>
                  <a:pt x="2609" y="145"/>
                </a:lnTo>
                <a:lnTo>
                  <a:pt x="2609" y="144"/>
                </a:lnTo>
                <a:lnTo>
                  <a:pt x="2610" y="144"/>
                </a:lnTo>
                <a:lnTo>
                  <a:pt x="2610" y="143"/>
                </a:lnTo>
                <a:lnTo>
                  <a:pt x="2610" y="143"/>
                </a:lnTo>
                <a:lnTo>
                  <a:pt x="2611" y="142"/>
                </a:lnTo>
                <a:lnTo>
                  <a:pt x="2612" y="142"/>
                </a:lnTo>
                <a:lnTo>
                  <a:pt x="2612" y="141"/>
                </a:lnTo>
                <a:lnTo>
                  <a:pt x="2613" y="141"/>
                </a:lnTo>
                <a:lnTo>
                  <a:pt x="2613" y="140"/>
                </a:lnTo>
                <a:lnTo>
                  <a:pt x="2614" y="140"/>
                </a:lnTo>
                <a:lnTo>
                  <a:pt x="2615" y="139"/>
                </a:lnTo>
                <a:lnTo>
                  <a:pt x="2616" y="139"/>
                </a:lnTo>
                <a:lnTo>
                  <a:pt x="2616" y="138"/>
                </a:lnTo>
                <a:lnTo>
                  <a:pt x="2618" y="138"/>
                </a:lnTo>
                <a:lnTo>
                  <a:pt x="2619" y="138"/>
                </a:lnTo>
                <a:lnTo>
                  <a:pt x="2619" y="137"/>
                </a:lnTo>
                <a:lnTo>
                  <a:pt x="2620" y="137"/>
                </a:lnTo>
                <a:lnTo>
                  <a:pt x="2621" y="137"/>
                </a:lnTo>
                <a:lnTo>
                  <a:pt x="2622" y="137"/>
                </a:lnTo>
                <a:lnTo>
                  <a:pt x="2623" y="137"/>
                </a:lnTo>
                <a:lnTo>
                  <a:pt x="2624" y="137"/>
                </a:lnTo>
                <a:lnTo>
                  <a:pt x="2625" y="137"/>
                </a:lnTo>
                <a:lnTo>
                  <a:pt x="2626" y="137"/>
                </a:lnTo>
                <a:lnTo>
                  <a:pt x="2627" y="137"/>
                </a:lnTo>
                <a:lnTo>
                  <a:pt x="2628" y="137"/>
                </a:lnTo>
                <a:lnTo>
                  <a:pt x="2629" y="138"/>
                </a:lnTo>
                <a:lnTo>
                  <a:pt x="2630" y="138"/>
                </a:lnTo>
                <a:lnTo>
                  <a:pt x="2631" y="139"/>
                </a:lnTo>
                <a:lnTo>
                  <a:pt x="2631" y="140"/>
                </a:lnTo>
                <a:lnTo>
                  <a:pt x="2632" y="141"/>
                </a:lnTo>
                <a:lnTo>
                  <a:pt x="2633" y="141"/>
                </a:lnTo>
                <a:lnTo>
                  <a:pt x="2633" y="142"/>
                </a:lnTo>
                <a:lnTo>
                  <a:pt x="2634" y="142"/>
                </a:lnTo>
                <a:lnTo>
                  <a:pt x="2635" y="143"/>
                </a:lnTo>
                <a:lnTo>
                  <a:pt x="2636" y="144"/>
                </a:lnTo>
                <a:lnTo>
                  <a:pt x="2637" y="144"/>
                </a:lnTo>
                <a:lnTo>
                  <a:pt x="2637" y="145"/>
                </a:lnTo>
                <a:lnTo>
                  <a:pt x="2639" y="145"/>
                </a:lnTo>
                <a:lnTo>
                  <a:pt x="2639" y="146"/>
                </a:lnTo>
                <a:lnTo>
                  <a:pt x="2639" y="146"/>
                </a:lnTo>
                <a:lnTo>
                  <a:pt x="2640" y="147"/>
                </a:lnTo>
                <a:lnTo>
                  <a:pt x="2641" y="147"/>
                </a:lnTo>
                <a:lnTo>
                  <a:pt x="2642" y="148"/>
                </a:lnTo>
                <a:lnTo>
                  <a:pt x="2644" y="149"/>
                </a:lnTo>
                <a:lnTo>
                  <a:pt x="2645" y="150"/>
                </a:lnTo>
                <a:lnTo>
                  <a:pt x="2647" y="151"/>
                </a:lnTo>
                <a:lnTo>
                  <a:pt x="2649" y="151"/>
                </a:lnTo>
                <a:lnTo>
                  <a:pt x="2650" y="152"/>
                </a:lnTo>
                <a:lnTo>
                  <a:pt x="2653" y="153"/>
                </a:lnTo>
                <a:lnTo>
                  <a:pt x="2656" y="154"/>
                </a:lnTo>
                <a:lnTo>
                  <a:pt x="2659" y="155"/>
                </a:lnTo>
                <a:lnTo>
                  <a:pt x="2660" y="156"/>
                </a:lnTo>
                <a:lnTo>
                  <a:pt x="2662" y="156"/>
                </a:lnTo>
                <a:lnTo>
                  <a:pt x="2664" y="156"/>
                </a:lnTo>
                <a:lnTo>
                  <a:pt x="2666" y="156"/>
                </a:lnTo>
                <a:lnTo>
                  <a:pt x="2667" y="156"/>
                </a:lnTo>
                <a:lnTo>
                  <a:pt x="2668" y="157"/>
                </a:lnTo>
                <a:lnTo>
                  <a:pt x="2670" y="157"/>
                </a:lnTo>
                <a:lnTo>
                  <a:pt x="2671" y="157"/>
                </a:lnTo>
                <a:lnTo>
                  <a:pt x="2672" y="157"/>
                </a:lnTo>
                <a:lnTo>
                  <a:pt x="2672" y="156"/>
                </a:lnTo>
                <a:lnTo>
                  <a:pt x="2673" y="156"/>
                </a:lnTo>
                <a:lnTo>
                  <a:pt x="2674" y="156"/>
                </a:lnTo>
                <a:lnTo>
                  <a:pt x="2674" y="155"/>
                </a:lnTo>
                <a:lnTo>
                  <a:pt x="2675" y="155"/>
                </a:lnTo>
                <a:lnTo>
                  <a:pt x="2675" y="154"/>
                </a:lnTo>
                <a:lnTo>
                  <a:pt x="2676" y="153"/>
                </a:lnTo>
                <a:lnTo>
                  <a:pt x="2676" y="152"/>
                </a:lnTo>
                <a:lnTo>
                  <a:pt x="2677" y="152"/>
                </a:lnTo>
                <a:lnTo>
                  <a:pt x="2677" y="151"/>
                </a:lnTo>
                <a:lnTo>
                  <a:pt x="2678" y="151"/>
                </a:lnTo>
                <a:lnTo>
                  <a:pt x="2678" y="150"/>
                </a:lnTo>
                <a:lnTo>
                  <a:pt x="2678" y="149"/>
                </a:lnTo>
                <a:lnTo>
                  <a:pt x="2678" y="148"/>
                </a:lnTo>
                <a:lnTo>
                  <a:pt x="2679" y="148"/>
                </a:lnTo>
                <a:lnTo>
                  <a:pt x="2680" y="148"/>
                </a:lnTo>
                <a:lnTo>
                  <a:pt x="2680" y="147"/>
                </a:lnTo>
                <a:lnTo>
                  <a:pt x="2681" y="147"/>
                </a:lnTo>
                <a:lnTo>
                  <a:pt x="2682" y="146"/>
                </a:lnTo>
                <a:lnTo>
                  <a:pt x="2683" y="146"/>
                </a:lnTo>
                <a:lnTo>
                  <a:pt x="2684" y="146"/>
                </a:lnTo>
                <a:lnTo>
                  <a:pt x="2685" y="146"/>
                </a:lnTo>
                <a:lnTo>
                  <a:pt x="2686" y="145"/>
                </a:lnTo>
                <a:lnTo>
                  <a:pt x="2687" y="145"/>
                </a:lnTo>
                <a:lnTo>
                  <a:pt x="2688" y="145"/>
                </a:lnTo>
                <a:lnTo>
                  <a:pt x="2689" y="145"/>
                </a:lnTo>
                <a:lnTo>
                  <a:pt x="2690" y="145"/>
                </a:lnTo>
                <a:lnTo>
                  <a:pt x="2691" y="145"/>
                </a:lnTo>
                <a:lnTo>
                  <a:pt x="2692" y="145"/>
                </a:lnTo>
                <a:lnTo>
                  <a:pt x="2692" y="146"/>
                </a:lnTo>
                <a:lnTo>
                  <a:pt x="2693" y="146"/>
                </a:lnTo>
                <a:lnTo>
                  <a:pt x="2694" y="146"/>
                </a:lnTo>
                <a:lnTo>
                  <a:pt x="2695" y="146"/>
                </a:lnTo>
                <a:lnTo>
                  <a:pt x="2695" y="146"/>
                </a:lnTo>
                <a:lnTo>
                  <a:pt x="2696" y="146"/>
                </a:lnTo>
                <a:lnTo>
                  <a:pt x="2698" y="145"/>
                </a:lnTo>
                <a:lnTo>
                  <a:pt x="2699" y="145"/>
                </a:lnTo>
                <a:lnTo>
                  <a:pt x="2700" y="145"/>
                </a:lnTo>
                <a:lnTo>
                  <a:pt x="2701" y="144"/>
                </a:lnTo>
                <a:lnTo>
                  <a:pt x="2702" y="144"/>
                </a:lnTo>
                <a:lnTo>
                  <a:pt x="2703" y="143"/>
                </a:lnTo>
                <a:lnTo>
                  <a:pt x="2704" y="143"/>
                </a:lnTo>
                <a:lnTo>
                  <a:pt x="2704" y="142"/>
                </a:lnTo>
                <a:lnTo>
                  <a:pt x="2705" y="142"/>
                </a:lnTo>
                <a:lnTo>
                  <a:pt x="2705" y="141"/>
                </a:lnTo>
                <a:lnTo>
                  <a:pt x="2706" y="141"/>
                </a:lnTo>
                <a:lnTo>
                  <a:pt x="2707" y="141"/>
                </a:lnTo>
                <a:lnTo>
                  <a:pt x="2707" y="140"/>
                </a:lnTo>
                <a:lnTo>
                  <a:pt x="2708" y="140"/>
                </a:lnTo>
                <a:lnTo>
                  <a:pt x="2708" y="139"/>
                </a:lnTo>
                <a:lnTo>
                  <a:pt x="2709" y="139"/>
                </a:lnTo>
                <a:lnTo>
                  <a:pt x="2710" y="138"/>
                </a:lnTo>
                <a:lnTo>
                  <a:pt x="2711" y="138"/>
                </a:lnTo>
                <a:lnTo>
                  <a:pt x="2712" y="137"/>
                </a:lnTo>
                <a:lnTo>
                  <a:pt x="2713" y="137"/>
                </a:lnTo>
                <a:lnTo>
                  <a:pt x="2714" y="137"/>
                </a:lnTo>
                <a:lnTo>
                  <a:pt x="2715" y="137"/>
                </a:lnTo>
                <a:lnTo>
                  <a:pt x="2715" y="136"/>
                </a:lnTo>
                <a:lnTo>
                  <a:pt x="2716" y="136"/>
                </a:lnTo>
                <a:lnTo>
                  <a:pt x="2717" y="136"/>
                </a:lnTo>
                <a:lnTo>
                  <a:pt x="2718" y="136"/>
                </a:lnTo>
                <a:lnTo>
                  <a:pt x="2719" y="136"/>
                </a:lnTo>
                <a:lnTo>
                  <a:pt x="2720" y="136"/>
                </a:lnTo>
                <a:lnTo>
                  <a:pt x="2722" y="136"/>
                </a:lnTo>
                <a:lnTo>
                  <a:pt x="2723" y="136"/>
                </a:lnTo>
                <a:lnTo>
                  <a:pt x="2724" y="136"/>
                </a:lnTo>
                <a:lnTo>
                  <a:pt x="2725" y="136"/>
                </a:lnTo>
                <a:lnTo>
                  <a:pt x="2725" y="135"/>
                </a:lnTo>
                <a:lnTo>
                  <a:pt x="2725" y="136"/>
                </a:lnTo>
                <a:lnTo>
                  <a:pt x="2726" y="135"/>
                </a:lnTo>
                <a:lnTo>
                  <a:pt x="2727" y="135"/>
                </a:lnTo>
                <a:lnTo>
                  <a:pt x="2728" y="135"/>
                </a:lnTo>
                <a:lnTo>
                  <a:pt x="2729" y="135"/>
                </a:lnTo>
                <a:lnTo>
                  <a:pt x="2730" y="135"/>
                </a:lnTo>
                <a:lnTo>
                  <a:pt x="2731" y="134"/>
                </a:lnTo>
                <a:lnTo>
                  <a:pt x="2731" y="133"/>
                </a:lnTo>
                <a:lnTo>
                  <a:pt x="2731" y="132"/>
                </a:lnTo>
                <a:lnTo>
                  <a:pt x="2732" y="132"/>
                </a:lnTo>
                <a:lnTo>
                  <a:pt x="2732" y="133"/>
                </a:lnTo>
                <a:lnTo>
                  <a:pt x="2731" y="134"/>
                </a:lnTo>
                <a:lnTo>
                  <a:pt x="2731" y="135"/>
                </a:lnTo>
                <a:lnTo>
                  <a:pt x="2732" y="136"/>
                </a:lnTo>
                <a:lnTo>
                  <a:pt x="2733" y="136"/>
                </a:lnTo>
                <a:lnTo>
                  <a:pt x="2734" y="136"/>
                </a:lnTo>
                <a:lnTo>
                  <a:pt x="2735" y="136"/>
                </a:lnTo>
                <a:lnTo>
                  <a:pt x="2735" y="135"/>
                </a:lnTo>
                <a:lnTo>
                  <a:pt x="2736" y="135"/>
                </a:lnTo>
                <a:lnTo>
                  <a:pt x="2736" y="134"/>
                </a:lnTo>
                <a:lnTo>
                  <a:pt x="2737" y="134"/>
                </a:lnTo>
                <a:lnTo>
                  <a:pt x="2736" y="133"/>
                </a:lnTo>
                <a:lnTo>
                  <a:pt x="2735" y="133"/>
                </a:lnTo>
                <a:lnTo>
                  <a:pt x="2735" y="132"/>
                </a:lnTo>
                <a:lnTo>
                  <a:pt x="2734" y="132"/>
                </a:lnTo>
                <a:lnTo>
                  <a:pt x="2734" y="131"/>
                </a:lnTo>
                <a:lnTo>
                  <a:pt x="2735" y="131"/>
                </a:lnTo>
                <a:lnTo>
                  <a:pt x="2736" y="131"/>
                </a:lnTo>
                <a:lnTo>
                  <a:pt x="2736" y="132"/>
                </a:lnTo>
                <a:lnTo>
                  <a:pt x="2737" y="133"/>
                </a:lnTo>
                <a:lnTo>
                  <a:pt x="2738" y="133"/>
                </a:lnTo>
                <a:lnTo>
                  <a:pt x="2739" y="133"/>
                </a:lnTo>
                <a:lnTo>
                  <a:pt x="2740" y="134"/>
                </a:lnTo>
                <a:lnTo>
                  <a:pt x="2741" y="134"/>
                </a:lnTo>
                <a:lnTo>
                  <a:pt x="2741" y="135"/>
                </a:lnTo>
                <a:lnTo>
                  <a:pt x="2742" y="135"/>
                </a:lnTo>
                <a:lnTo>
                  <a:pt x="2743" y="135"/>
                </a:lnTo>
                <a:lnTo>
                  <a:pt x="2743" y="134"/>
                </a:lnTo>
                <a:lnTo>
                  <a:pt x="2744" y="133"/>
                </a:lnTo>
                <a:lnTo>
                  <a:pt x="2744" y="132"/>
                </a:lnTo>
                <a:lnTo>
                  <a:pt x="2743" y="131"/>
                </a:lnTo>
                <a:lnTo>
                  <a:pt x="2742" y="131"/>
                </a:lnTo>
                <a:lnTo>
                  <a:pt x="2741" y="131"/>
                </a:lnTo>
                <a:lnTo>
                  <a:pt x="2742" y="131"/>
                </a:lnTo>
                <a:lnTo>
                  <a:pt x="2743" y="131"/>
                </a:lnTo>
                <a:lnTo>
                  <a:pt x="2743" y="130"/>
                </a:lnTo>
                <a:lnTo>
                  <a:pt x="2744" y="130"/>
                </a:lnTo>
                <a:lnTo>
                  <a:pt x="2745" y="129"/>
                </a:lnTo>
                <a:lnTo>
                  <a:pt x="2745" y="130"/>
                </a:lnTo>
                <a:lnTo>
                  <a:pt x="2744" y="130"/>
                </a:lnTo>
                <a:lnTo>
                  <a:pt x="2744" y="131"/>
                </a:lnTo>
                <a:lnTo>
                  <a:pt x="2745" y="131"/>
                </a:lnTo>
                <a:lnTo>
                  <a:pt x="2745" y="132"/>
                </a:lnTo>
                <a:lnTo>
                  <a:pt x="2746" y="132"/>
                </a:lnTo>
                <a:lnTo>
                  <a:pt x="2746" y="133"/>
                </a:lnTo>
                <a:lnTo>
                  <a:pt x="2747" y="132"/>
                </a:lnTo>
                <a:lnTo>
                  <a:pt x="2748" y="131"/>
                </a:lnTo>
                <a:lnTo>
                  <a:pt x="2749" y="131"/>
                </a:lnTo>
                <a:lnTo>
                  <a:pt x="2749" y="130"/>
                </a:lnTo>
                <a:lnTo>
                  <a:pt x="2750" y="129"/>
                </a:lnTo>
                <a:lnTo>
                  <a:pt x="2750" y="128"/>
                </a:lnTo>
                <a:lnTo>
                  <a:pt x="2749" y="128"/>
                </a:lnTo>
                <a:lnTo>
                  <a:pt x="2749" y="127"/>
                </a:lnTo>
                <a:lnTo>
                  <a:pt x="2748" y="127"/>
                </a:lnTo>
                <a:lnTo>
                  <a:pt x="2748" y="128"/>
                </a:lnTo>
                <a:lnTo>
                  <a:pt x="2747" y="128"/>
                </a:lnTo>
                <a:lnTo>
                  <a:pt x="2746" y="128"/>
                </a:lnTo>
                <a:lnTo>
                  <a:pt x="2746" y="127"/>
                </a:lnTo>
                <a:lnTo>
                  <a:pt x="2747" y="127"/>
                </a:lnTo>
                <a:lnTo>
                  <a:pt x="2747" y="127"/>
                </a:lnTo>
                <a:lnTo>
                  <a:pt x="2748" y="127"/>
                </a:lnTo>
                <a:lnTo>
                  <a:pt x="2749" y="126"/>
                </a:lnTo>
                <a:lnTo>
                  <a:pt x="2750" y="126"/>
                </a:lnTo>
                <a:lnTo>
                  <a:pt x="2751" y="125"/>
                </a:lnTo>
                <a:lnTo>
                  <a:pt x="2751" y="125"/>
                </a:lnTo>
                <a:lnTo>
                  <a:pt x="2752" y="124"/>
                </a:lnTo>
                <a:lnTo>
                  <a:pt x="2754" y="123"/>
                </a:lnTo>
                <a:lnTo>
                  <a:pt x="2755" y="122"/>
                </a:lnTo>
                <a:lnTo>
                  <a:pt x="2756" y="122"/>
                </a:lnTo>
                <a:lnTo>
                  <a:pt x="2757" y="121"/>
                </a:lnTo>
                <a:lnTo>
                  <a:pt x="2758" y="120"/>
                </a:lnTo>
                <a:lnTo>
                  <a:pt x="2759" y="119"/>
                </a:lnTo>
                <a:lnTo>
                  <a:pt x="2760" y="119"/>
                </a:lnTo>
                <a:lnTo>
                  <a:pt x="2761" y="118"/>
                </a:lnTo>
                <a:lnTo>
                  <a:pt x="2762" y="117"/>
                </a:lnTo>
                <a:lnTo>
                  <a:pt x="2764" y="116"/>
                </a:lnTo>
                <a:lnTo>
                  <a:pt x="2764" y="115"/>
                </a:lnTo>
                <a:lnTo>
                  <a:pt x="2765" y="115"/>
                </a:lnTo>
                <a:lnTo>
                  <a:pt x="2765" y="114"/>
                </a:lnTo>
                <a:lnTo>
                  <a:pt x="2765" y="113"/>
                </a:lnTo>
                <a:lnTo>
                  <a:pt x="2766" y="113"/>
                </a:lnTo>
                <a:lnTo>
                  <a:pt x="2767" y="112"/>
                </a:lnTo>
                <a:lnTo>
                  <a:pt x="2769" y="112"/>
                </a:lnTo>
                <a:lnTo>
                  <a:pt x="2770" y="111"/>
                </a:lnTo>
                <a:lnTo>
                  <a:pt x="2771" y="111"/>
                </a:lnTo>
                <a:lnTo>
                  <a:pt x="2772" y="110"/>
                </a:lnTo>
                <a:lnTo>
                  <a:pt x="2773" y="110"/>
                </a:lnTo>
                <a:lnTo>
                  <a:pt x="2773" y="109"/>
                </a:lnTo>
                <a:lnTo>
                  <a:pt x="2774" y="109"/>
                </a:lnTo>
                <a:lnTo>
                  <a:pt x="2775" y="108"/>
                </a:lnTo>
                <a:lnTo>
                  <a:pt x="2776" y="107"/>
                </a:lnTo>
                <a:lnTo>
                  <a:pt x="2777" y="107"/>
                </a:lnTo>
                <a:lnTo>
                  <a:pt x="2778" y="106"/>
                </a:lnTo>
                <a:lnTo>
                  <a:pt x="2779" y="106"/>
                </a:lnTo>
                <a:lnTo>
                  <a:pt x="2780" y="105"/>
                </a:lnTo>
                <a:lnTo>
                  <a:pt x="2780" y="105"/>
                </a:lnTo>
                <a:lnTo>
                  <a:pt x="2781" y="105"/>
                </a:lnTo>
                <a:lnTo>
                  <a:pt x="2782" y="105"/>
                </a:lnTo>
                <a:lnTo>
                  <a:pt x="2783" y="105"/>
                </a:lnTo>
                <a:lnTo>
                  <a:pt x="2784" y="105"/>
                </a:lnTo>
                <a:lnTo>
                  <a:pt x="2785" y="105"/>
                </a:lnTo>
                <a:lnTo>
                  <a:pt x="2786" y="105"/>
                </a:lnTo>
                <a:lnTo>
                  <a:pt x="2787" y="105"/>
                </a:lnTo>
                <a:lnTo>
                  <a:pt x="2788" y="105"/>
                </a:lnTo>
                <a:lnTo>
                  <a:pt x="2789" y="105"/>
                </a:lnTo>
                <a:lnTo>
                  <a:pt x="2790" y="105"/>
                </a:lnTo>
                <a:lnTo>
                  <a:pt x="2791" y="105"/>
                </a:lnTo>
                <a:lnTo>
                  <a:pt x="2792" y="105"/>
                </a:lnTo>
                <a:lnTo>
                  <a:pt x="2793" y="105"/>
                </a:lnTo>
                <a:lnTo>
                  <a:pt x="2793" y="106"/>
                </a:lnTo>
                <a:lnTo>
                  <a:pt x="2794" y="106"/>
                </a:lnTo>
                <a:lnTo>
                  <a:pt x="2794" y="107"/>
                </a:lnTo>
                <a:lnTo>
                  <a:pt x="2795" y="108"/>
                </a:lnTo>
                <a:lnTo>
                  <a:pt x="2796" y="108"/>
                </a:lnTo>
                <a:lnTo>
                  <a:pt x="2796" y="109"/>
                </a:lnTo>
                <a:lnTo>
                  <a:pt x="2797" y="109"/>
                </a:lnTo>
                <a:lnTo>
                  <a:pt x="2798" y="109"/>
                </a:lnTo>
                <a:lnTo>
                  <a:pt x="2799" y="110"/>
                </a:lnTo>
                <a:lnTo>
                  <a:pt x="2800" y="111"/>
                </a:lnTo>
                <a:lnTo>
                  <a:pt x="2801" y="111"/>
                </a:lnTo>
                <a:lnTo>
                  <a:pt x="2801" y="112"/>
                </a:lnTo>
                <a:lnTo>
                  <a:pt x="2803" y="112"/>
                </a:lnTo>
                <a:lnTo>
                  <a:pt x="2804" y="113"/>
                </a:lnTo>
                <a:lnTo>
                  <a:pt x="2805" y="113"/>
                </a:lnTo>
                <a:lnTo>
                  <a:pt x="2806" y="114"/>
                </a:lnTo>
                <a:lnTo>
                  <a:pt x="2807" y="114"/>
                </a:lnTo>
                <a:lnTo>
                  <a:pt x="2807" y="115"/>
                </a:lnTo>
                <a:lnTo>
                  <a:pt x="2808" y="115"/>
                </a:lnTo>
                <a:lnTo>
                  <a:pt x="2808" y="115"/>
                </a:lnTo>
                <a:lnTo>
                  <a:pt x="2808" y="114"/>
                </a:lnTo>
                <a:lnTo>
                  <a:pt x="2809" y="114"/>
                </a:lnTo>
                <a:lnTo>
                  <a:pt x="2814" y="115"/>
                </a:lnTo>
                <a:lnTo>
                  <a:pt x="2815" y="115"/>
                </a:lnTo>
                <a:lnTo>
                  <a:pt x="2817" y="115"/>
                </a:lnTo>
                <a:lnTo>
                  <a:pt x="2818" y="116"/>
                </a:lnTo>
                <a:lnTo>
                  <a:pt x="2819" y="116"/>
                </a:lnTo>
                <a:lnTo>
                  <a:pt x="2820" y="117"/>
                </a:lnTo>
                <a:lnTo>
                  <a:pt x="2820" y="118"/>
                </a:lnTo>
                <a:lnTo>
                  <a:pt x="2820" y="119"/>
                </a:lnTo>
                <a:lnTo>
                  <a:pt x="2821" y="120"/>
                </a:lnTo>
                <a:lnTo>
                  <a:pt x="2822" y="120"/>
                </a:lnTo>
                <a:lnTo>
                  <a:pt x="2823" y="121"/>
                </a:lnTo>
                <a:lnTo>
                  <a:pt x="2824" y="121"/>
                </a:lnTo>
                <a:lnTo>
                  <a:pt x="2825" y="121"/>
                </a:lnTo>
                <a:lnTo>
                  <a:pt x="2826" y="121"/>
                </a:lnTo>
                <a:lnTo>
                  <a:pt x="2827" y="121"/>
                </a:lnTo>
                <a:lnTo>
                  <a:pt x="2828" y="121"/>
                </a:lnTo>
                <a:lnTo>
                  <a:pt x="2829" y="121"/>
                </a:lnTo>
                <a:lnTo>
                  <a:pt x="2830" y="121"/>
                </a:lnTo>
                <a:lnTo>
                  <a:pt x="2830" y="120"/>
                </a:lnTo>
                <a:lnTo>
                  <a:pt x="2831" y="120"/>
                </a:lnTo>
                <a:lnTo>
                  <a:pt x="2831" y="118"/>
                </a:lnTo>
                <a:lnTo>
                  <a:pt x="2831" y="117"/>
                </a:lnTo>
                <a:lnTo>
                  <a:pt x="2831" y="116"/>
                </a:lnTo>
                <a:lnTo>
                  <a:pt x="2832" y="116"/>
                </a:lnTo>
                <a:lnTo>
                  <a:pt x="2832" y="115"/>
                </a:lnTo>
                <a:lnTo>
                  <a:pt x="2832" y="116"/>
                </a:lnTo>
                <a:lnTo>
                  <a:pt x="2832" y="117"/>
                </a:lnTo>
                <a:lnTo>
                  <a:pt x="2832" y="119"/>
                </a:lnTo>
                <a:lnTo>
                  <a:pt x="2832" y="120"/>
                </a:lnTo>
                <a:lnTo>
                  <a:pt x="2832" y="121"/>
                </a:lnTo>
                <a:lnTo>
                  <a:pt x="2833" y="121"/>
                </a:lnTo>
                <a:lnTo>
                  <a:pt x="2834" y="121"/>
                </a:lnTo>
                <a:lnTo>
                  <a:pt x="2835" y="122"/>
                </a:lnTo>
                <a:lnTo>
                  <a:pt x="2836" y="122"/>
                </a:lnTo>
                <a:lnTo>
                  <a:pt x="2836" y="122"/>
                </a:lnTo>
                <a:lnTo>
                  <a:pt x="2837" y="121"/>
                </a:lnTo>
                <a:lnTo>
                  <a:pt x="2838" y="120"/>
                </a:lnTo>
                <a:lnTo>
                  <a:pt x="2839" y="120"/>
                </a:lnTo>
                <a:lnTo>
                  <a:pt x="2840" y="120"/>
                </a:lnTo>
                <a:lnTo>
                  <a:pt x="2840" y="119"/>
                </a:lnTo>
                <a:lnTo>
                  <a:pt x="2840" y="118"/>
                </a:lnTo>
                <a:lnTo>
                  <a:pt x="2841" y="118"/>
                </a:lnTo>
                <a:lnTo>
                  <a:pt x="2841" y="119"/>
                </a:lnTo>
                <a:lnTo>
                  <a:pt x="2842" y="119"/>
                </a:lnTo>
                <a:lnTo>
                  <a:pt x="2843" y="119"/>
                </a:lnTo>
                <a:lnTo>
                  <a:pt x="2844" y="119"/>
                </a:lnTo>
                <a:lnTo>
                  <a:pt x="2845" y="118"/>
                </a:lnTo>
                <a:lnTo>
                  <a:pt x="2846" y="118"/>
                </a:lnTo>
                <a:lnTo>
                  <a:pt x="2847" y="117"/>
                </a:lnTo>
                <a:lnTo>
                  <a:pt x="2848" y="116"/>
                </a:lnTo>
                <a:lnTo>
                  <a:pt x="2848" y="115"/>
                </a:lnTo>
                <a:lnTo>
                  <a:pt x="2849" y="115"/>
                </a:lnTo>
                <a:lnTo>
                  <a:pt x="2848" y="114"/>
                </a:lnTo>
                <a:lnTo>
                  <a:pt x="2848" y="113"/>
                </a:lnTo>
                <a:lnTo>
                  <a:pt x="2847" y="112"/>
                </a:lnTo>
                <a:lnTo>
                  <a:pt x="2847" y="111"/>
                </a:lnTo>
                <a:lnTo>
                  <a:pt x="2846" y="110"/>
                </a:lnTo>
                <a:lnTo>
                  <a:pt x="2845" y="110"/>
                </a:lnTo>
                <a:lnTo>
                  <a:pt x="2844" y="110"/>
                </a:lnTo>
                <a:lnTo>
                  <a:pt x="2844" y="111"/>
                </a:lnTo>
                <a:lnTo>
                  <a:pt x="2843" y="111"/>
                </a:lnTo>
                <a:lnTo>
                  <a:pt x="2843" y="110"/>
                </a:lnTo>
                <a:lnTo>
                  <a:pt x="2844" y="110"/>
                </a:lnTo>
                <a:lnTo>
                  <a:pt x="2845" y="110"/>
                </a:lnTo>
                <a:lnTo>
                  <a:pt x="2845" y="109"/>
                </a:lnTo>
                <a:lnTo>
                  <a:pt x="2847" y="109"/>
                </a:lnTo>
                <a:lnTo>
                  <a:pt x="2848" y="109"/>
                </a:lnTo>
                <a:lnTo>
                  <a:pt x="2848" y="110"/>
                </a:lnTo>
                <a:lnTo>
                  <a:pt x="2847" y="110"/>
                </a:lnTo>
                <a:lnTo>
                  <a:pt x="2848" y="111"/>
                </a:lnTo>
                <a:lnTo>
                  <a:pt x="2848" y="112"/>
                </a:lnTo>
                <a:lnTo>
                  <a:pt x="2849" y="113"/>
                </a:lnTo>
                <a:lnTo>
                  <a:pt x="2850" y="113"/>
                </a:lnTo>
                <a:lnTo>
                  <a:pt x="2851" y="114"/>
                </a:lnTo>
                <a:lnTo>
                  <a:pt x="2852" y="114"/>
                </a:lnTo>
                <a:lnTo>
                  <a:pt x="2853" y="114"/>
                </a:lnTo>
                <a:lnTo>
                  <a:pt x="2854" y="114"/>
                </a:lnTo>
                <a:lnTo>
                  <a:pt x="2855" y="114"/>
                </a:lnTo>
                <a:lnTo>
                  <a:pt x="2856" y="114"/>
                </a:lnTo>
                <a:lnTo>
                  <a:pt x="2857" y="113"/>
                </a:lnTo>
                <a:lnTo>
                  <a:pt x="2858" y="112"/>
                </a:lnTo>
                <a:lnTo>
                  <a:pt x="2858" y="111"/>
                </a:lnTo>
                <a:lnTo>
                  <a:pt x="2858" y="112"/>
                </a:lnTo>
                <a:lnTo>
                  <a:pt x="2859" y="112"/>
                </a:lnTo>
                <a:lnTo>
                  <a:pt x="2860" y="112"/>
                </a:lnTo>
                <a:lnTo>
                  <a:pt x="2861" y="111"/>
                </a:lnTo>
                <a:lnTo>
                  <a:pt x="2862" y="111"/>
                </a:lnTo>
                <a:lnTo>
                  <a:pt x="2863" y="111"/>
                </a:lnTo>
                <a:lnTo>
                  <a:pt x="2864" y="110"/>
                </a:lnTo>
                <a:lnTo>
                  <a:pt x="2864" y="110"/>
                </a:lnTo>
                <a:lnTo>
                  <a:pt x="2864" y="109"/>
                </a:lnTo>
                <a:lnTo>
                  <a:pt x="2865" y="108"/>
                </a:lnTo>
                <a:lnTo>
                  <a:pt x="2865" y="107"/>
                </a:lnTo>
                <a:lnTo>
                  <a:pt x="2865" y="106"/>
                </a:lnTo>
                <a:lnTo>
                  <a:pt x="2865" y="105"/>
                </a:lnTo>
                <a:lnTo>
                  <a:pt x="2864" y="104"/>
                </a:lnTo>
                <a:lnTo>
                  <a:pt x="2864" y="103"/>
                </a:lnTo>
                <a:lnTo>
                  <a:pt x="2864" y="103"/>
                </a:lnTo>
                <a:lnTo>
                  <a:pt x="2864" y="102"/>
                </a:lnTo>
                <a:lnTo>
                  <a:pt x="2864" y="103"/>
                </a:lnTo>
                <a:lnTo>
                  <a:pt x="2863" y="103"/>
                </a:lnTo>
                <a:lnTo>
                  <a:pt x="2863" y="102"/>
                </a:lnTo>
                <a:lnTo>
                  <a:pt x="2864" y="102"/>
                </a:lnTo>
                <a:lnTo>
                  <a:pt x="2864" y="102"/>
                </a:lnTo>
                <a:lnTo>
                  <a:pt x="2865" y="101"/>
                </a:lnTo>
                <a:lnTo>
                  <a:pt x="2865" y="102"/>
                </a:lnTo>
                <a:lnTo>
                  <a:pt x="2865" y="103"/>
                </a:lnTo>
                <a:lnTo>
                  <a:pt x="2865" y="104"/>
                </a:lnTo>
                <a:lnTo>
                  <a:pt x="2865" y="105"/>
                </a:lnTo>
                <a:lnTo>
                  <a:pt x="2866" y="105"/>
                </a:lnTo>
                <a:lnTo>
                  <a:pt x="2866" y="106"/>
                </a:lnTo>
                <a:lnTo>
                  <a:pt x="2866" y="107"/>
                </a:lnTo>
                <a:lnTo>
                  <a:pt x="2866" y="108"/>
                </a:lnTo>
                <a:lnTo>
                  <a:pt x="2867" y="108"/>
                </a:lnTo>
                <a:lnTo>
                  <a:pt x="2868" y="108"/>
                </a:lnTo>
                <a:lnTo>
                  <a:pt x="2869" y="108"/>
                </a:lnTo>
                <a:lnTo>
                  <a:pt x="2870" y="108"/>
                </a:lnTo>
                <a:lnTo>
                  <a:pt x="2872" y="108"/>
                </a:lnTo>
                <a:lnTo>
                  <a:pt x="2873" y="108"/>
                </a:lnTo>
                <a:lnTo>
                  <a:pt x="2875" y="107"/>
                </a:lnTo>
                <a:lnTo>
                  <a:pt x="2876" y="107"/>
                </a:lnTo>
                <a:lnTo>
                  <a:pt x="2878" y="106"/>
                </a:lnTo>
                <a:lnTo>
                  <a:pt x="2878" y="105"/>
                </a:lnTo>
                <a:lnTo>
                  <a:pt x="2878" y="104"/>
                </a:lnTo>
                <a:lnTo>
                  <a:pt x="2878" y="103"/>
                </a:lnTo>
                <a:lnTo>
                  <a:pt x="2877" y="101"/>
                </a:lnTo>
                <a:lnTo>
                  <a:pt x="2877" y="100"/>
                </a:lnTo>
                <a:lnTo>
                  <a:pt x="2878" y="100"/>
                </a:lnTo>
                <a:lnTo>
                  <a:pt x="2878" y="101"/>
                </a:lnTo>
                <a:lnTo>
                  <a:pt x="2878" y="102"/>
                </a:lnTo>
                <a:lnTo>
                  <a:pt x="2879" y="102"/>
                </a:lnTo>
                <a:lnTo>
                  <a:pt x="2879" y="103"/>
                </a:lnTo>
                <a:lnTo>
                  <a:pt x="2878" y="103"/>
                </a:lnTo>
                <a:lnTo>
                  <a:pt x="2878" y="104"/>
                </a:lnTo>
                <a:lnTo>
                  <a:pt x="2879" y="105"/>
                </a:lnTo>
                <a:lnTo>
                  <a:pt x="2879" y="106"/>
                </a:lnTo>
                <a:lnTo>
                  <a:pt x="2880" y="107"/>
                </a:lnTo>
                <a:lnTo>
                  <a:pt x="2880" y="108"/>
                </a:lnTo>
                <a:lnTo>
                  <a:pt x="2881" y="108"/>
                </a:lnTo>
                <a:lnTo>
                  <a:pt x="2882" y="108"/>
                </a:lnTo>
                <a:lnTo>
                  <a:pt x="2883" y="108"/>
                </a:lnTo>
                <a:lnTo>
                  <a:pt x="2884" y="108"/>
                </a:lnTo>
                <a:lnTo>
                  <a:pt x="2885" y="108"/>
                </a:lnTo>
                <a:lnTo>
                  <a:pt x="2886" y="108"/>
                </a:lnTo>
                <a:lnTo>
                  <a:pt x="2887" y="108"/>
                </a:lnTo>
                <a:lnTo>
                  <a:pt x="2888" y="108"/>
                </a:lnTo>
                <a:lnTo>
                  <a:pt x="2889" y="107"/>
                </a:lnTo>
                <a:lnTo>
                  <a:pt x="2890" y="106"/>
                </a:lnTo>
                <a:lnTo>
                  <a:pt x="2891" y="105"/>
                </a:lnTo>
                <a:lnTo>
                  <a:pt x="2891" y="104"/>
                </a:lnTo>
                <a:lnTo>
                  <a:pt x="2891" y="103"/>
                </a:lnTo>
                <a:lnTo>
                  <a:pt x="2890" y="103"/>
                </a:lnTo>
                <a:lnTo>
                  <a:pt x="2889" y="103"/>
                </a:lnTo>
                <a:lnTo>
                  <a:pt x="2889" y="102"/>
                </a:lnTo>
                <a:lnTo>
                  <a:pt x="2891" y="102"/>
                </a:lnTo>
                <a:lnTo>
                  <a:pt x="2891" y="103"/>
                </a:lnTo>
                <a:lnTo>
                  <a:pt x="2891" y="104"/>
                </a:lnTo>
                <a:lnTo>
                  <a:pt x="2891" y="105"/>
                </a:lnTo>
                <a:lnTo>
                  <a:pt x="2892" y="105"/>
                </a:lnTo>
                <a:lnTo>
                  <a:pt x="2892" y="106"/>
                </a:lnTo>
                <a:lnTo>
                  <a:pt x="2893" y="106"/>
                </a:lnTo>
                <a:lnTo>
                  <a:pt x="2893" y="106"/>
                </a:lnTo>
                <a:lnTo>
                  <a:pt x="2895" y="106"/>
                </a:lnTo>
                <a:lnTo>
                  <a:pt x="2896" y="106"/>
                </a:lnTo>
                <a:lnTo>
                  <a:pt x="2897" y="105"/>
                </a:lnTo>
                <a:lnTo>
                  <a:pt x="2898" y="105"/>
                </a:lnTo>
                <a:lnTo>
                  <a:pt x="2899" y="105"/>
                </a:lnTo>
                <a:lnTo>
                  <a:pt x="2899" y="104"/>
                </a:lnTo>
                <a:lnTo>
                  <a:pt x="2900" y="104"/>
                </a:lnTo>
                <a:lnTo>
                  <a:pt x="2900" y="103"/>
                </a:lnTo>
                <a:lnTo>
                  <a:pt x="2900" y="102"/>
                </a:lnTo>
                <a:lnTo>
                  <a:pt x="2900" y="101"/>
                </a:lnTo>
                <a:lnTo>
                  <a:pt x="2901" y="101"/>
                </a:lnTo>
                <a:lnTo>
                  <a:pt x="2901" y="100"/>
                </a:lnTo>
                <a:lnTo>
                  <a:pt x="2901" y="101"/>
                </a:lnTo>
                <a:lnTo>
                  <a:pt x="2902" y="101"/>
                </a:lnTo>
                <a:lnTo>
                  <a:pt x="2902" y="102"/>
                </a:lnTo>
                <a:lnTo>
                  <a:pt x="2903" y="103"/>
                </a:lnTo>
                <a:lnTo>
                  <a:pt x="2904" y="103"/>
                </a:lnTo>
                <a:lnTo>
                  <a:pt x="2905" y="103"/>
                </a:lnTo>
                <a:lnTo>
                  <a:pt x="2905" y="102"/>
                </a:lnTo>
                <a:lnTo>
                  <a:pt x="2906" y="102"/>
                </a:lnTo>
                <a:lnTo>
                  <a:pt x="2907" y="102"/>
                </a:lnTo>
                <a:lnTo>
                  <a:pt x="2908" y="102"/>
                </a:lnTo>
                <a:lnTo>
                  <a:pt x="2908" y="101"/>
                </a:lnTo>
                <a:lnTo>
                  <a:pt x="2908" y="100"/>
                </a:lnTo>
                <a:lnTo>
                  <a:pt x="2909" y="100"/>
                </a:lnTo>
                <a:lnTo>
                  <a:pt x="2909" y="99"/>
                </a:lnTo>
                <a:lnTo>
                  <a:pt x="2910" y="99"/>
                </a:lnTo>
                <a:lnTo>
                  <a:pt x="2910" y="98"/>
                </a:lnTo>
                <a:lnTo>
                  <a:pt x="2911" y="98"/>
                </a:lnTo>
                <a:lnTo>
                  <a:pt x="2911" y="97"/>
                </a:lnTo>
                <a:lnTo>
                  <a:pt x="2911" y="96"/>
                </a:lnTo>
                <a:lnTo>
                  <a:pt x="2911" y="95"/>
                </a:lnTo>
                <a:lnTo>
                  <a:pt x="2912" y="95"/>
                </a:lnTo>
                <a:lnTo>
                  <a:pt x="2912" y="96"/>
                </a:lnTo>
                <a:lnTo>
                  <a:pt x="2913" y="96"/>
                </a:lnTo>
                <a:lnTo>
                  <a:pt x="2914" y="96"/>
                </a:lnTo>
                <a:lnTo>
                  <a:pt x="2915" y="95"/>
                </a:lnTo>
                <a:lnTo>
                  <a:pt x="2915" y="94"/>
                </a:lnTo>
                <a:lnTo>
                  <a:pt x="2915" y="93"/>
                </a:lnTo>
                <a:lnTo>
                  <a:pt x="2914" y="93"/>
                </a:lnTo>
                <a:lnTo>
                  <a:pt x="2913" y="93"/>
                </a:lnTo>
                <a:lnTo>
                  <a:pt x="2913" y="94"/>
                </a:lnTo>
                <a:lnTo>
                  <a:pt x="2912" y="93"/>
                </a:lnTo>
                <a:lnTo>
                  <a:pt x="2913" y="92"/>
                </a:lnTo>
                <a:lnTo>
                  <a:pt x="2914" y="92"/>
                </a:lnTo>
                <a:lnTo>
                  <a:pt x="2914" y="91"/>
                </a:lnTo>
                <a:lnTo>
                  <a:pt x="2915" y="91"/>
                </a:lnTo>
                <a:lnTo>
                  <a:pt x="2916" y="91"/>
                </a:lnTo>
                <a:lnTo>
                  <a:pt x="2917" y="90"/>
                </a:lnTo>
                <a:lnTo>
                  <a:pt x="2918" y="90"/>
                </a:lnTo>
                <a:lnTo>
                  <a:pt x="2919" y="89"/>
                </a:lnTo>
                <a:lnTo>
                  <a:pt x="2919" y="88"/>
                </a:lnTo>
                <a:lnTo>
                  <a:pt x="2920" y="87"/>
                </a:lnTo>
                <a:lnTo>
                  <a:pt x="2920" y="86"/>
                </a:lnTo>
                <a:lnTo>
                  <a:pt x="2921" y="86"/>
                </a:lnTo>
                <a:lnTo>
                  <a:pt x="2921" y="85"/>
                </a:lnTo>
                <a:lnTo>
                  <a:pt x="2922" y="84"/>
                </a:lnTo>
                <a:lnTo>
                  <a:pt x="2923" y="84"/>
                </a:lnTo>
                <a:lnTo>
                  <a:pt x="2924" y="83"/>
                </a:lnTo>
                <a:lnTo>
                  <a:pt x="2925" y="82"/>
                </a:lnTo>
                <a:lnTo>
                  <a:pt x="2926" y="81"/>
                </a:lnTo>
                <a:lnTo>
                  <a:pt x="2926" y="80"/>
                </a:lnTo>
                <a:lnTo>
                  <a:pt x="2927" y="80"/>
                </a:lnTo>
                <a:lnTo>
                  <a:pt x="2927" y="79"/>
                </a:lnTo>
                <a:lnTo>
                  <a:pt x="2928" y="79"/>
                </a:lnTo>
                <a:lnTo>
                  <a:pt x="2929" y="78"/>
                </a:lnTo>
                <a:lnTo>
                  <a:pt x="2930" y="78"/>
                </a:lnTo>
                <a:lnTo>
                  <a:pt x="2930" y="77"/>
                </a:lnTo>
                <a:lnTo>
                  <a:pt x="2931" y="77"/>
                </a:lnTo>
                <a:lnTo>
                  <a:pt x="2932" y="76"/>
                </a:lnTo>
                <a:lnTo>
                  <a:pt x="2933" y="75"/>
                </a:lnTo>
                <a:lnTo>
                  <a:pt x="2934" y="74"/>
                </a:lnTo>
                <a:lnTo>
                  <a:pt x="2935" y="74"/>
                </a:lnTo>
                <a:lnTo>
                  <a:pt x="2935" y="73"/>
                </a:lnTo>
                <a:lnTo>
                  <a:pt x="2936" y="73"/>
                </a:lnTo>
                <a:lnTo>
                  <a:pt x="2937" y="73"/>
                </a:lnTo>
                <a:lnTo>
                  <a:pt x="2938" y="72"/>
                </a:lnTo>
                <a:lnTo>
                  <a:pt x="2939" y="72"/>
                </a:lnTo>
                <a:lnTo>
                  <a:pt x="2940" y="72"/>
                </a:lnTo>
                <a:lnTo>
                  <a:pt x="2941" y="72"/>
                </a:lnTo>
                <a:lnTo>
                  <a:pt x="2941" y="71"/>
                </a:lnTo>
                <a:lnTo>
                  <a:pt x="2942" y="71"/>
                </a:lnTo>
                <a:lnTo>
                  <a:pt x="2943" y="71"/>
                </a:lnTo>
                <a:lnTo>
                  <a:pt x="2944" y="71"/>
                </a:lnTo>
                <a:lnTo>
                  <a:pt x="2945" y="71"/>
                </a:lnTo>
                <a:lnTo>
                  <a:pt x="2946" y="71"/>
                </a:lnTo>
                <a:lnTo>
                  <a:pt x="2947" y="71"/>
                </a:lnTo>
                <a:lnTo>
                  <a:pt x="2948" y="71"/>
                </a:lnTo>
                <a:lnTo>
                  <a:pt x="2949" y="70"/>
                </a:lnTo>
                <a:lnTo>
                  <a:pt x="2949" y="70"/>
                </a:lnTo>
                <a:lnTo>
                  <a:pt x="2950" y="70"/>
                </a:lnTo>
                <a:lnTo>
                  <a:pt x="2951" y="70"/>
                </a:lnTo>
                <a:lnTo>
                  <a:pt x="2951" y="70"/>
                </a:lnTo>
                <a:lnTo>
                  <a:pt x="2952" y="70"/>
                </a:lnTo>
                <a:lnTo>
                  <a:pt x="2953" y="70"/>
                </a:lnTo>
                <a:lnTo>
                  <a:pt x="2954" y="70"/>
                </a:lnTo>
                <a:lnTo>
                  <a:pt x="2955" y="70"/>
                </a:lnTo>
                <a:lnTo>
                  <a:pt x="2956" y="70"/>
                </a:lnTo>
                <a:lnTo>
                  <a:pt x="2956" y="69"/>
                </a:lnTo>
                <a:lnTo>
                  <a:pt x="2957" y="69"/>
                </a:lnTo>
                <a:lnTo>
                  <a:pt x="2958" y="68"/>
                </a:lnTo>
                <a:lnTo>
                  <a:pt x="2959" y="68"/>
                </a:lnTo>
                <a:lnTo>
                  <a:pt x="2960" y="68"/>
                </a:lnTo>
                <a:lnTo>
                  <a:pt x="2961" y="68"/>
                </a:lnTo>
                <a:lnTo>
                  <a:pt x="2962" y="67"/>
                </a:lnTo>
                <a:lnTo>
                  <a:pt x="2963" y="67"/>
                </a:lnTo>
                <a:lnTo>
                  <a:pt x="2964" y="67"/>
                </a:lnTo>
                <a:lnTo>
                  <a:pt x="2965" y="67"/>
                </a:lnTo>
                <a:lnTo>
                  <a:pt x="2967" y="66"/>
                </a:lnTo>
                <a:lnTo>
                  <a:pt x="2968" y="66"/>
                </a:lnTo>
                <a:lnTo>
                  <a:pt x="2968" y="67"/>
                </a:lnTo>
                <a:lnTo>
                  <a:pt x="2968" y="69"/>
                </a:lnTo>
                <a:lnTo>
                  <a:pt x="2969" y="69"/>
                </a:lnTo>
                <a:lnTo>
                  <a:pt x="2969" y="68"/>
                </a:lnTo>
                <a:lnTo>
                  <a:pt x="2969" y="67"/>
                </a:lnTo>
                <a:lnTo>
                  <a:pt x="2969" y="66"/>
                </a:lnTo>
                <a:lnTo>
                  <a:pt x="2969" y="65"/>
                </a:lnTo>
                <a:lnTo>
                  <a:pt x="2970" y="64"/>
                </a:lnTo>
                <a:lnTo>
                  <a:pt x="2970" y="63"/>
                </a:lnTo>
                <a:lnTo>
                  <a:pt x="2970" y="62"/>
                </a:lnTo>
                <a:lnTo>
                  <a:pt x="2971" y="61"/>
                </a:lnTo>
                <a:lnTo>
                  <a:pt x="2971" y="62"/>
                </a:lnTo>
                <a:lnTo>
                  <a:pt x="2970" y="63"/>
                </a:lnTo>
                <a:lnTo>
                  <a:pt x="2970" y="64"/>
                </a:lnTo>
                <a:lnTo>
                  <a:pt x="2970" y="65"/>
                </a:lnTo>
                <a:lnTo>
                  <a:pt x="2970" y="66"/>
                </a:lnTo>
                <a:lnTo>
                  <a:pt x="2970" y="67"/>
                </a:lnTo>
                <a:lnTo>
                  <a:pt x="2971" y="67"/>
                </a:lnTo>
                <a:lnTo>
                  <a:pt x="2972" y="67"/>
                </a:lnTo>
                <a:lnTo>
                  <a:pt x="2973" y="67"/>
                </a:lnTo>
                <a:lnTo>
                  <a:pt x="2974" y="67"/>
                </a:lnTo>
                <a:lnTo>
                  <a:pt x="2974" y="66"/>
                </a:lnTo>
                <a:lnTo>
                  <a:pt x="2974" y="65"/>
                </a:lnTo>
                <a:lnTo>
                  <a:pt x="2974" y="64"/>
                </a:lnTo>
                <a:lnTo>
                  <a:pt x="2975" y="63"/>
                </a:lnTo>
                <a:lnTo>
                  <a:pt x="2975" y="62"/>
                </a:lnTo>
                <a:lnTo>
                  <a:pt x="2975" y="61"/>
                </a:lnTo>
                <a:lnTo>
                  <a:pt x="2974" y="61"/>
                </a:lnTo>
                <a:lnTo>
                  <a:pt x="2975" y="61"/>
                </a:lnTo>
                <a:lnTo>
                  <a:pt x="2976" y="61"/>
                </a:lnTo>
                <a:lnTo>
                  <a:pt x="2976" y="60"/>
                </a:lnTo>
                <a:lnTo>
                  <a:pt x="2977" y="60"/>
                </a:lnTo>
                <a:lnTo>
                  <a:pt x="2977" y="59"/>
                </a:lnTo>
                <a:lnTo>
                  <a:pt x="2978" y="59"/>
                </a:lnTo>
                <a:lnTo>
                  <a:pt x="2978" y="60"/>
                </a:lnTo>
                <a:lnTo>
                  <a:pt x="2977" y="60"/>
                </a:lnTo>
                <a:lnTo>
                  <a:pt x="2977" y="61"/>
                </a:lnTo>
                <a:lnTo>
                  <a:pt x="2976" y="61"/>
                </a:lnTo>
                <a:lnTo>
                  <a:pt x="2976" y="62"/>
                </a:lnTo>
                <a:lnTo>
                  <a:pt x="2975" y="62"/>
                </a:lnTo>
                <a:lnTo>
                  <a:pt x="2975" y="63"/>
                </a:lnTo>
                <a:lnTo>
                  <a:pt x="2975" y="64"/>
                </a:lnTo>
                <a:lnTo>
                  <a:pt x="2975" y="65"/>
                </a:lnTo>
                <a:lnTo>
                  <a:pt x="2975" y="66"/>
                </a:lnTo>
                <a:lnTo>
                  <a:pt x="2975" y="67"/>
                </a:lnTo>
                <a:lnTo>
                  <a:pt x="2977" y="68"/>
                </a:lnTo>
                <a:lnTo>
                  <a:pt x="2978" y="69"/>
                </a:lnTo>
                <a:lnTo>
                  <a:pt x="2979" y="69"/>
                </a:lnTo>
                <a:lnTo>
                  <a:pt x="2980" y="69"/>
                </a:lnTo>
                <a:lnTo>
                  <a:pt x="2981" y="68"/>
                </a:lnTo>
                <a:lnTo>
                  <a:pt x="2981" y="67"/>
                </a:lnTo>
                <a:lnTo>
                  <a:pt x="2981" y="66"/>
                </a:lnTo>
                <a:lnTo>
                  <a:pt x="2981" y="65"/>
                </a:lnTo>
                <a:lnTo>
                  <a:pt x="2981" y="64"/>
                </a:lnTo>
                <a:lnTo>
                  <a:pt x="2982" y="65"/>
                </a:lnTo>
                <a:lnTo>
                  <a:pt x="2982" y="66"/>
                </a:lnTo>
                <a:lnTo>
                  <a:pt x="2982" y="67"/>
                </a:lnTo>
                <a:lnTo>
                  <a:pt x="2982" y="68"/>
                </a:lnTo>
                <a:lnTo>
                  <a:pt x="2983" y="68"/>
                </a:lnTo>
                <a:lnTo>
                  <a:pt x="2985" y="68"/>
                </a:lnTo>
                <a:lnTo>
                  <a:pt x="2987" y="68"/>
                </a:lnTo>
                <a:lnTo>
                  <a:pt x="2989" y="68"/>
                </a:lnTo>
                <a:lnTo>
                  <a:pt x="2990" y="67"/>
                </a:lnTo>
                <a:lnTo>
                  <a:pt x="2991" y="67"/>
                </a:lnTo>
                <a:lnTo>
                  <a:pt x="2992" y="67"/>
                </a:lnTo>
                <a:lnTo>
                  <a:pt x="2991" y="66"/>
                </a:lnTo>
                <a:lnTo>
                  <a:pt x="2992" y="66"/>
                </a:lnTo>
                <a:lnTo>
                  <a:pt x="2992" y="65"/>
                </a:lnTo>
                <a:lnTo>
                  <a:pt x="2992" y="64"/>
                </a:lnTo>
                <a:lnTo>
                  <a:pt x="2993" y="65"/>
                </a:lnTo>
                <a:lnTo>
                  <a:pt x="2994" y="65"/>
                </a:lnTo>
                <a:lnTo>
                  <a:pt x="2995" y="65"/>
                </a:lnTo>
                <a:lnTo>
                  <a:pt x="2996" y="65"/>
                </a:lnTo>
                <a:lnTo>
                  <a:pt x="2997" y="65"/>
                </a:lnTo>
                <a:lnTo>
                  <a:pt x="2998" y="65"/>
                </a:lnTo>
                <a:lnTo>
                  <a:pt x="2999" y="64"/>
                </a:lnTo>
                <a:lnTo>
                  <a:pt x="2999" y="63"/>
                </a:lnTo>
                <a:lnTo>
                  <a:pt x="2999" y="62"/>
                </a:lnTo>
                <a:lnTo>
                  <a:pt x="3000" y="62"/>
                </a:lnTo>
                <a:lnTo>
                  <a:pt x="3001" y="62"/>
                </a:lnTo>
                <a:lnTo>
                  <a:pt x="3002" y="62"/>
                </a:lnTo>
                <a:lnTo>
                  <a:pt x="3003" y="63"/>
                </a:lnTo>
                <a:lnTo>
                  <a:pt x="3003" y="64"/>
                </a:lnTo>
                <a:lnTo>
                  <a:pt x="3003" y="65"/>
                </a:lnTo>
                <a:lnTo>
                  <a:pt x="3004" y="66"/>
                </a:lnTo>
                <a:lnTo>
                  <a:pt x="3004" y="67"/>
                </a:lnTo>
                <a:lnTo>
                  <a:pt x="3002" y="67"/>
                </a:lnTo>
                <a:lnTo>
                  <a:pt x="3003" y="69"/>
                </a:lnTo>
                <a:lnTo>
                  <a:pt x="3004" y="69"/>
                </a:lnTo>
                <a:lnTo>
                  <a:pt x="3003" y="69"/>
                </a:lnTo>
                <a:lnTo>
                  <a:pt x="3004" y="69"/>
                </a:lnTo>
                <a:lnTo>
                  <a:pt x="3005" y="69"/>
                </a:lnTo>
                <a:lnTo>
                  <a:pt x="3005" y="70"/>
                </a:lnTo>
                <a:lnTo>
                  <a:pt x="3005" y="70"/>
                </a:lnTo>
                <a:lnTo>
                  <a:pt x="3005" y="70"/>
                </a:lnTo>
                <a:lnTo>
                  <a:pt x="3005" y="71"/>
                </a:lnTo>
                <a:lnTo>
                  <a:pt x="3005" y="72"/>
                </a:lnTo>
                <a:lnTo>
                  <a:pt x="3006" y="73"/>
                </a:lnTo>
                <a:lnTo>
                  <a:pt x="3006" y="74"/>
                </a:lnTo>
                <a:lnTo>
                  <a:pt x="3007" y="74"/>
                </a:lnTo>
                <a:lnTo>
                  <a:pt x="3008" y="75"/>
                </a:lnTo>
                <a:lnTo>
                  <a:pt x="3008" y="76"/>
                </a:lnTo>
                <a:lnTo>
                  <a:pt x="3009" y="77"/>
                </a:lnTo>
                <a:lnTo>
                  <a:pt x="3009" y="78"/>
                </a:lnTo>
                <a:lnTo>
                  <a:pt x="3010" y="79"/>
                </a:lnTo>
                <a:lnTo>
                  <a:pt x="3011" y="80"/>
                </a:lnTo>
                <a:lnTo>
                  <a:pt x="3011" y="81"/>
                </a:lnTo>
                <a:lnTo>
                  <a:pt x="3012" y="81"/>
                </a:lnTo>
                <a:lnTo>
                  <a:pt x="3013" y="82"/>
                </a:lnTo>
                <a:lnTo>
                  <a:pt x="3014" y="82"/>
                </a:lnTo>
                <a:lnTo>
                  <a:pt x="3015" y="82"/>
                </a:lnTo>
                <a:lnTo>
                  <a:pt x="3018" y="82"/>
                </a:lnTo>
                <a:lnTo>
                  <a:pt x="3020" y="82"/>
                </a:lnTo>
                <a:lnTo>
                  <a:pt x="3021" y="82"/>
                </a:lnTo>
                <a:lnTo>
                  <a:pt x="3022" y="83"/>
                </a:lnTo>
                <a:lnTo>
                  <a:pt x="3023" y="83"/>
                </a:lnTo>
                <a:lnTo>
                  <a:pt x="3024" y="83"/>
                </a:lnTo>
                <a:lnTo>
                  <a:pt x="3025" y="82"/>
                </a:lnTo>
                <a:lnTo>
                  <a:pt x="3024" y="81"/>
                </a:lnTo>
                <a:lnTo>
                  <a:pt x="3024" y="80"/>
                </a:lnTo>
                <a:lnTo>
                  <a:pt x="3024" y="79"/>
                </a:lnTo>
                <a:lnTo>
                  <a:pt x="3023" y="79"/>
                </a:lnTo>
                <a:lnTo>
                  <a:pt x="3023" y="78"/>
                </a:lnTo>
                <a:lnTo>
                  <a:pt x="3022" y="78"/>
                </a:lnTo>
                <a:lnTo>
                  <a:pt x="3022" y="77"/>
                </a:lnTo>
                <a:lnTo>
                  <a:pt x="3021" y="76"/>
                </a:lnTo>
                <a:lnTo>
                  <a:pt x="3020" y="75"/>
                </a:lnTo>
                <a:lnTo>
                  <a:pt x="3019" y="75"/>
                </a:lnTo>
                <a:lnTo>
                  <a:pt x="3019" y="74"/>
                </a:lnTo>
                <a:lnTo>
                  <a:pt x="3018" y="73"/>
                </a:lnTo>
                <a:lnTo>
                  <a:pt x="3017" y="74"/>
                </a:lnTo>
                <a:lnTo>
                  <a:pt x="3017" y="75"/>
                </a:lnTo>
                <a:lnTo>
                  <a:pt x="3018" y="75"/>
                </a:lnTo>
                <a:lnTo>
                  <a:pt x="3018" y="76"/>
                </a:lnTo>
                <a:lnTo>
                  <a:pt x="3018" y="77"/>
                </a:lnTo>
                <a:lnTo>
                  <a:pt x="3017" y="77"/>
                </a:lnTo>
                <a:lnTo>
                  <a:pt x="3021" y="80"/>
                </a:lnTo>
                <a:lnTo>
                  <a:pt x="3021" y="79"/>
                </a:lnTo>
                <a:lnTo>
                  <a:pt x="3021" y="80"/>
                </a:lnTo>
                <a:lnTo>
                  <a:pt x="3020" y="80"/>
                </a:lnTo>
                <a:lnTo>
                  <a:pt x="3017" y="78"/>
                </a:lnTo>
                <a:lnTo>
                  <a:pt x="3017" y="77"/>
                </a:lnTo>
                <a:lnTo>
                  <a:pt x="3016" y="77"/>
                </a:lnTo>
                <a:lnTo>
                  <a:pt x="3015" y="77"/>
                </a:lnTo>
                <a:lnTo>
                  <a:pt x="3015" y="76"/>
                </a:lnTo>
                <a:lnTo>
                  <a:pt x="3014" y="76"/>
                </a:lnTo>
                <a:lnTo>
                  <a:pt x="3013" y="76"/>
                </a:lnTo>
                <a:lnTo>
                  <a:pt x="3013" y="75"/>
                </a:lnTo>
                <a:lnTo>
                  <a:pt x="3013" y="74"/>
                </a:lnTo>
                <a:lnTo>
                  <a:pt x="3013" y="73"/>
                </a:lnTo>
                <a:lnTo>
                  <a:pt x="3014" y="73"/>
                </a:lnTo>
                <a:lnTo>
                  <a:pt x="3014" y="74"/>
                </a:lnTo>
                <a:lnTo>
                  <a:pt x="3015" y="74"/>
                </a:lnTo>
                <a:lnTo>
                  <a:pt x="3014" y="73"/>
                </a:lnTo>
                <a:lnTo>
                  <a:pt x="3015" y="73"/>
                </a:lnTo>
                <a:lnTo>
                  <a:pt x="3016" y="74"/>
                </a:lnTo>
                <a:lnTo>
                  <a:pt x="3017" y="72"/>
                </a:lnTo>
                <a:lnTo>
                  <a:pt x="3015" y="71"/>
                </a:lnTo>
                <a:lnTo>
                  <a:pt x="3014" y="71"/>
                </a:lnTo>
                <a:lnTo>
                  <a:pt x="3013" y="71"/>
                </a:lnTo>
                <a:lnTo>
                  <a:pt x="3012" y="71"/>
                </a:lnTo>
                <a:lnTo>
                  <a:pt x="3012" y="70"/>
                </a:lnTo>
                <a:lnTo>
                  <a:pt x="3011" y="72"/>
                </a:lnTo>
                <a:lnTo>
                  <a:pt x="3009" y="73"/>
                </a:lnTo>
                <a:lnTo>
                  <a:pt x="3008" y="72"/>
                </a:lnTo>
                <a:lnTo>
                  <a:pt x="3007" y="71"/>
                </a:lnTo>
                <a:lnTo>
                  <a:pt x="3007" y="70"/>
                </a:lnTo>
                <a:lnTo>
                  <a:pt x="3007" y="70"/>
                </a:lnTo>
                <a:lnTo>
                  <a:pt x="3007" y="69"/>
                </a:lnTo>
                <a:lnTo>
                  <a:pt x="3006" y="68"/>
                </a:lnTo>
                <a:lnTo>
                  <a:pt x="3006" y="67"/>
                </a:lnTo>
                <a:lnTo>
                  <a:pt x="3005" y="67"/>
                </a:lnTo>
                <a:lnTo>
                  <a:pt x="3005" y="66"/>
                </a:lnTo>
                <a:lnTo>
                  <a:pt x="3005" y="65"/>
                </a:lnTo>
                <a:lnTo>
                  <a:pt x="3005" y="64"/>
                </a:lnTo>
                <a:lnTo>
                  <a:pt x="3005" y="63"/>
                </a:lnTo>
                <a:lnTo>
                  <a:pt x="3005" y="62"/>
                </a:lnTo>
                <a:lnTo>
                  <a:pt x="3004" y="62"/>
                </a:lnTo>
                <a:lnTo>
                  <a:pt x="3004" y="61"/>
                </a:lnTo>
                <a:lnTo>
                  <a:pt x="3004" y="60"/>
                </a:lnTo>
                <a:lnTo>
                  <a:pt x="3003" y="60"/>
                </a:lnTo>
                <a:lnTo>
                  <a:pt x="3003" y="59"/>
                </a:lnTo>
                <a:lnTo>
                  <a:pt x="3003" y="58"/>
                </a:lnTo>
                <a:lnTo>
                  <a:pt x="3002" y="58"/>
                </a:lnTo>
                <a:lnTo>
                  <a:pt x="3003" y="58"/>
                </a:lnTo>
                <a:lnTo>
                  <a:pt x="3003" y="57"/>
                </a:lnTo>
                <a:lnTo>
                  <a:pt x="3003" y="56"/>
                </a:lnTo>
                <a:lnTo>
                  <a:pt x="3004" y="57"/>
                </a:lnTo>
                <a:lnTo>
                  <a:pt x="3005" y="58"/>
                </a:lnTo>
                <a:lnTo>
                  <a:pt x="3005" y="59"/>
                </a:lnTo>
                <a:lnTo>
                  <a:pt x="3005" y="60"/>
                </a:lnTo>
                <a:lnTo>
                  <a:pt x="3006" y="60"/>
                </a:lnTo>
                <a:lnTo>
                  <a:pt x="3007" y="60"/>
                </a:lnTo>
                <a:lnTo>
                  <a:pt x="3007" y="59"/>
                </a:lnTo>
                <a:lnTo>
                  <a:pt x="3008" y="59"/>
                </a:lnTo>
                <a:lnTo>
                  <a:pt x="3007" y="58"/>
                </a:lnTo>
                <a:lnTo>
                  <a:pt x="3006" y="56"/>
                </a:lnTo>
                <a:lnTo>
                  <a:pt x="3007" y="57"/>
                </a:lnTo>
                <a:lnTo>
                  <a:pt x="3008" y="58"/>
                </a:lnTo>
                <a:lnTo>
                  <a:pt x="3008" y="59"/>
                </a:lnTo>
                <a:lnTo>
                  <a:pt x="3009" y="59"/>
                </a:lnTo>
                <a:lnTo>
                  <a:pt x="3010" y="59"/>
                </a:lnTo>
                <a:lnTo>
                  <a:pt x="3009" y="57"/>
                </a:lnTo>
                <a:lnTo>
                  <a:pt x="3008" y="56"/>
                </a:lnTo>
                <a:lnTo>
                  <a:pt x="3009" y="56"/>
                </a:lnTo>
                <a:lnTo>
                  <a:pt x="3010" y="57"/>
                </a:lnTo>
                <a:lnTo>
                  <a:pt x="3010" y="59"/>
                </a:lnTo>
                <a:lnTo>
                  <a:pt x="3011" y="58"/>
                </a:lnTo>
                <a:lnTo>
                  <a:pt x="3011" y="57"/>
                </a:lnTo>
                <a:lnTo>
                  <a:pt x="3012" y="57"/>
                </a:lnTo>
                <a:lnTo>
                  <a:pt x="3011" y="56"/>
                </a:lnTo>
                <a:lnTo>
                  <a:pt x="3012" y="57"/>
                </a:lnTo>
                <a:lnTo>
                  <a:pt x="3013" y="57"/>
                </a:lnTo>
                <a:lnTo>
                  <a:pt x="3013" y="56"/>
                </a:lnTo>
                <a:lnTo>
                  <a:pt x="3014" y="56"/>
                </a:lnTo>
                <a:lnTo>
                  <a:pt x="3015" y="57"/>
                </a:lnTo>
                <a:lnTo>
                  <a:pt x="3016" y="58"/>
                </a:lnTo>
                <a:lnTo>
                  <a:pt x="3017" y="58"/>
                </a:lnTo>
                <a:lnTo>
                  <a:pt x="3018" y="58"/>
                </a:lnTo>
                <a:lnTo>
                  <a:pt x="3019" y="58"/>
                </a:lnTo>
                <a:lnTo>
                  <a:pt x="3019" y="57"/>
                </a:lnTo>
                <a:lnTo>
                  <a:pt x="3020" y="56"/>
                </a:lnTo>
                <a:lnTo>
                  <a:pt x="3021" y="56"/>
                </a:lnTo>
                <a:lnTo>
                  <a:pt x="3020" y="56"/>
                </a:lnTo>
                <a:lnTo>
                  <a:pt x="3020" y="58"/>
                </a:lnTo>
                <a:lnTo>
                  <a:pt x="3019" y="59"/>
                </a:lnTo>
                <a:lnTo>
                  <a:pt x="3019" y="60"/>
                </a:lnTo>
                <a:lnTo>
                  <a:pt x="3019" y="61"/>
                </a:lnTo>
                <a:lnTo>
                  <a:pt x="3020" y="61"/>
                </a:lnTo>
                <a:lnTo>
                  <a:pt x="3020" y="62"/>
                </a:lnTo>
                <a:lnTo>
                  <a:pt x="3021" y="62"/>
                </a:lnTo>
                <a:lnTo>
                  <a:pt x="3022" y="63"/>
                </a:lnTo>
                <a:lnTo>
                  <a:pt x="3022" y="64"/>
                </a:lnTo>
                <a:lnTo>
                  <a:pt x="3023" y="64"/>
                </a:lnTo>
                <a:lnTo>
                  <a:pt x="3023" y="65"/>
                </a:lnTo>
                <a:lnTo>
                  <a:pt x="3024" y="65"/>
                </a:lnTo>
                <a:lnTo>
                  <a:pt x="3025" y="66"/>
                </a:lnTo>
                <a:lnTo>
                  <a:pt x="3026" y="66"/>
                </a:lnTo>
                <a:lnTo>
                  <a:pt x="3028" y="66"/>
                </a:lnTo>
                <a:lnTo>
                  <a:pt x="3029" y="65"/>
                </a:lnTo>
                <a:lnTo>
                  <a:pt x="3030" y="65"/>
                </a:lnTo>
                <a:lnTo>
                  <a:pt x="3028" y="67"/>
                </a:lnTo>
                <a:lnTo>
                  <a:pt x="3029" y="68"/>
                </a:lnTo>
                <a:lnTo>
                  <a:pt x="3030" y="69"/>
                </a:lnTo>
                <a:lnTo>
                  <a:pt x="3031" y="70"/>
                </a:lnTo>
                <a:lnTo>
                  <a:pt x="3032" y="70"/>
                </a:lnTo>
                <a:lnTo>
                  <a:pt x="3033" y="70"/>
                </a:lnTo>
                <a:lnTo>
                  <a:pt x="3034" y="70"/>
                </a:lnTo>
                <a:lnTo>
                  <a:pt x="3034" y="70"/>
                </a:lnTo>
                <a:lnTo>
                  <a:pt x="3034" y="70"/>
                </a:lnTo>
                <a:lnTo>
                  <a:pt x="3034" y="69"/>
                </a:lnTo>
                <a:lnTo>
                  <a:pt x="3034" y="68"/>
                </a:lnTo>
                <a:lnTo>
                  <a:pt x="3034" y="67"/>
                </a:lnTo>
                <a:lnTo>
                  <a:pt x="3034" y="66"/>
                </a:lnTo>
                <a:lnTo>
                  <a:pt x="3035" y="66"/>
                </a:lnTo>
                <a:lnTo>
                  <a:pt x="3035" y="67"/>
                </a:lnTo>
                <a:lnTo>
                  <a:pt x="3035" y="68"/>
                </a:lnTo>
                <a:lnTo>
                  <a:pt x="3035" y="69"/>
                </a:lnTo>
                <a:lnTo>
                  <a:pt x="3035" y="70"/>
                </a:lnTo>
                <a:lnTo>
                  <a:pt x="3034" y="70"/>
                </a:lnTo>
                <a:lnTo>
                  <a:pt x="3034" y="71"/>
                </a:lnTo>
                <a:lnTo>
                  <a:pt x="3034" y="72"/>
                </a:lnTo>
                <a:lnTo>
                  <a:pt x="3034" y="73"/>
                </a:lnTo>
                <a:lnTo>
                  <a:pt x="3034" y="74"/>
                </a:lnTo>
                <a:lnTo>
                  <a:pt x="3033" y="74"/>
                </a:lnTo>
                <a:lnTo>
                  <a:pt x="3033" y="75"/>
                </a:lnTo>
                <a:lnTo>
                  <a:pt x="3034" y="76"/>
                </a:lnTo>
                <a:lnTo>
                  <a:pt x="3034" y="77"/>
                </a:lnTo>
                <a:lnTo>
                  <a:pt x="3034" y="77"/>
                </a:lnTo>
                <a:lnTo>
                  <a:pt x="3034" y="78"/>
                </a:lnTo>
                <a:lnTo>
                  <a:pt x="3035" y="78"/>
                </a:lnTo>
                <a:lnTo>
                  <a:pt x="3035" y="79"/>
                </a:lnTo>
                <a:lnTo>
                  <a:pt x="3036" y="79"/>
                </a:lnTo>
                <a:lnTo>
                  <a:pt x="3037" y="80"/>
                </a:lnTo>
                <a:lnTo>
                  <a:pt x="3038" y="81"/>
                </a:lnTo>
                <a:lnTo>
                  <a:pt x="3040" y="82"/>
                </a:lnTo>
                <a:lnTo>
                  <a:pt x="3040" y="83"/>
                </a:lnTo>
                <a:lnTo>
                  <a:pt x="3041" y="83"/>
                </a:lnTo>
                <a:lnTo>
                  <a:pt x="3042" y="83"/>
                </a:lnTo>
                <a:lnTo>
                  <a:pt x="3043" y="83"/>
                </a:lnTo>
                <a:lnTo>
                  <a:pt x="3044" y="83"/>
                </a:lnTo>
                <a:lnTo>
                  <a:pt x="3044" y="84"/>
                </a:lnTo>
                <a:lnTo>
                  <a:pt x="3045" y="85"/>
                </a:lnTo>
                <a:lnTo>
                  <a:pt x="3045" y="86"/>
                </a:lnTo>
                <a:lnTo>
                  <a:pt x="3046" y="86"/>
                </a:lnTo>
                <a:lnTo>
                  <a:pt x="3046" y="87"/>
                </a:lnTo>
                <a:lnTo>
                  <a:pt x="3048" y="88"/>
                </a:lnTo>
                <a:lnTo>
                  <a:pt x="3049" y="89"/>
                </a:lnTo>
                <a:lnTo>
                  <a:pt x="3050" y="89"/>
                </a:lnTo>
                <a:lnTo>
                  <a:pt x="3051" y="90"/>
                </a:lnTo>
                <a:lnTo>
                  <a:pt x="3053" y="91"/>
                </a:lnTo>
                <a:lnTo>
                  <a:pt x="3054" y="92"/>
                </a:lnTo>
                <a:lnTo>
                  <a:pt x="3055" y="92"/>
                </a:lnTo>
                <a:lnTo>
                  <a:pt x="3056" y="93"/>
                </a:lnTo>
                <a:lnTo>
                  <a:pt x="3057" y="93"/>
                </a:lnTo>
                <a:lnTo>
                  <a:pt x="3058" y="94"/>
                </a:lnTo>
                <a:lnTo>
                  <a:pt x="3059" y="94"/>
                </a:lnTo>
                <a:lnTo>
                  <a:pt x="3061" y="95"/>
                </a:lnTo>
                <a:lnTo>
                  <a:pt x="3063" y="96"/>
                </a:lnTo>
                <a:lnTo>
                  <a:pt x="3065" y="97"/>
                </a:lnTo>
                <a:lnTo>
                  <a:pt x="3066" y="97"/>
                </a:lnTo>
                <a:lnTo>
                  <a:pt x="3067" y="98"/>
                </a:lnTo>
                <a:lnTo>
                  <a:pt x="3068" y="98"/>
                </a:lnTo>
                <a:lnTo>
                  <a:pt x="3069" y="98"/>
                </a:lnTo>
                <a:lnTo>
                  <a:pt x="3071" y="99"/>
                </a:lnTo>
                <a:lnTo>
                  <a:pt x="3073" y="99"/>
                </a:lnTo>
                <a:lnTo>
                  <a:pt x="3074" y="99"/>
                </a:lnTo>
                <a:lnTo>
                  <a:pt x="3075" y="99"/>
                </a:lnTo>
                <a:lnTo>
                  <a:pt x="3076" y="99"/>
                </a:lnTo>
                <a:lnTo>
                  <a:pt x="3077" y="99"/>
                </a:lnTo>
                <a:lnTo>
                  <a:pt x="3078" y="99"/>
                </a:lnTo>
                <a:lnTo>
                  <a:pt x="3079" y="99"/>
                </a:lnTo>
                <a:lnTo>
                  <a:pt x="3080" y="99"/>
                </a:lnTo>
                <a:lnTo>
                  <a:pt x="3081" y="99"/>
                </a:lnTo>
                <a:lnTo>
                  <a:pt x="3081" y="99"/>
                </a:lnTo>
                <a:lnTo>
                  <a:pt x="3080" y="98"/>
                </a:lnTo>
                <a:lnTo>
                  <a:pt x="3081" y="98"/>
                </a:lnTo>
                <a:lnTo>
                  <a:pt x="3081" y="99"/>
                </a:lnTo>
                <a:lnTo>
                  <a:pt x="3081" y="99"/>
                </a:lnTo>
                <a:lnTo>
                  <a:pt x="3082" y="99"/>
                </a:lnTo>
                <a:lnTo>
                  <a:pt x="3084" y="99"/>
                </a:lnTo>
                <a:lnTo>
                  <a:pt x="3086" y="99"/>
                </a:lnTo>
                <a:lnTo>
                  <a:pt x="3087" y="99"/>
                </a:lnTo>
                <a:lnTo>
                  <a:pt x="3089" y="99"/>
                </a:lnTo>
                <a:lnTo>
                  <a:pt x="3090" y="99"/>
                </a:lnTo>
                <a:lnTo>
                  <a:pt x="3090" y="99"/>
                </a:lnTo>
                <a:lnTo>
                  <a:pt x="3091" y="99"/>
                </a:lnTo>
                <a:lnTo>
                  <a:pt x="3092" y="99"/>
                </a:lnTo>
                <a:lnTo>
                  <a:pt x="3093" y="99"/>
                </a:lnTo>
                <a:lnTo>
                  <a:pt x="3094" y="99"/>
                </a:lnTo>
                <a:lnTo>
                  <a:pt x="3095" y="99"/>
                </a:lnTo>
                <a:lnTo>
                  <a:pt x="3096" y="99"/>
                </a:lnTo>
                <a:lnTo>
                  <a:pt x="3098" y="99"/>
                </a:lnTo>
                <a:lnTo>
                  <a:pt x="3099" y="99"/>
                </a:lnTo>
                <a:lnTo>
                  <a:pt x="3100" y="99"/>
                </a:lnTo>
                <a:lnTo>
                  <a:pt x="3100" y="99"/>
                </a:lnTo>
                <a:lnTo>
                  <a:pt x="3100" y="99"/>
                </a:lnTo>
                <a:lnTo>
                  <a:pt x="3101" y="99"/>
                </a:lnTo>
                <a:lnTo>
                  <a:pt x="3102" y="99"/>
                </a:lnTo>
                <a:lnTo>
                  <a:pt x="3103" y="99"/>
                </a:lnTo>
                <a:lnTo>
                  <a:pt x="3104" y="98"/>
                </a:lnTo>
                <a:lnTo>
                  <a:pt x="3105" y="98"/>
                </a:lnTo>
                <a:lnTo>
                  <a:pt x="3106" y="98"/>
                </a:lnTo>
                <a:lnTo>
                  <a:pt x="3109" y="98"/>
                </a:lnTo>
                <a:lnTo>
                  <a:pt x="3111" y="98"/>
                </a:lnTo>
                <a:lnTo>
                  <a:pt x="3113" y="98"/>
                </a:lnTo>
                <a:lnTo>
                  <a:pt x="3114" y="98"/>
                </a:lnTo>
                <a:lnTo>
                  <a:pt x="3115" y="98"/>
                </a:lnTo>
                <a:lnTo>
                  <a:pt x="3115" y="99"/>
                </a:lnTo>
                <a:lnTo>
                  <a:pt x="3116" y="99"/>
                </a:lnTo>
                <a:lnTo>
                  <a:pt x="3116" y="99"/>
                </a:lnTo>
                <a:lnTo>
                  <a:pt x="3117" y="99"/>
                </a:lnTo>
                <a:lnTo>
                  <a:pt x="3118" y="99"/>
                </a:lnTo>
                <a:lnTo>
                  <a:pt x="3118" y="100"/>
                </a:lnTo>
                <a:lnTo>
                  <a:pt x="3118" y="100"/>
                </a:lnTo>
                <a:lnTo>
                  <a:pt x="3119" y="100"/>
                </a:lnTo>
                <a:lnTo>
                  <a:pt x="3119" y="101"/>
                </a:lnTo>
                <a:lnTo>
                  <a:pt x="3120" y="101"/>
                </a:lnTo>
                <a:lnTo>
                  <a:pt x="3121" y="102"/>
                </a:lnTo>
                <a:lnTo>
                  <a:pt x="3122" y="102"/>
                </a:lnTo>
                <a:lnTo>
                  <a:pt x="3122" y="103"/>
                </a:lnTo>
                <a:lnTo>
                  <a:pt x="3123" y="103"/>
                </a:lnTo>
                <a:lnTo>
                  <a:pt x="3124" y="104"/>
                </a:lnTo>
                <a:lnTo>
                  <a:pt x="3124" y="105"/>
                </a:lnTo>
                <a:lnTo>
                  <a:pt x="3125" y="105"/>
                </a:lnTo>
                <a:lnTo>
                  <a:pt x="3127" y="106"/>
                </a:lnTo>
                <a:lnTo>
                  <a:pt x="3127" y="107"/>
                </a:lnTo>
                <a:lnTo>
                  <a:pt x="3128" y="107"/>
                </a:lnTo>
                <a:lnTo>
                  <a:pt x="3129" y="107"/>
                </a:lnTo>
                <a:lnTo>
                  <a:pt x="3130" y="107"/>
                </a:lnTo>
                <a:lnTo>
                  <a:pt x="3131" y="107"/>
                </a:lnTo>
                <a:lnTo>
                  <a:pt x="3132" y="107"/>
                </a:lnTo>
                <a:lnTo>
                  <a:pt x="3133" y="106"/>
                </a:lnTo>
                <a:lnTo>
                  <a:pt x="3134" y="106"/>
                </a:lnTo>
                <a:lnTo>
                  <a:pt x="3136" y="107"/>
                </a:lnTo>
                <a:lnTo>
                  <a:pt x="3135" y="107"/>
                </a:lnTo>
                <a:lnTo>
                  <a:pt x="3134" y="107"/>
                </a:lnTo>
                <a:lnTo>
                  <a:pt x="3134" y="108"/>
                </a:lnTo>
                <a:lnTo>
                  <a:pt x="3133" y="108"/>
                </a:lnTo>
                <a:lnTo>
                  <a:pt x="3133" y="109"/>
                </a:lnTo>
                <a:lnTo>
                  <a:pt x="3134" y="109"/>
                </a:lnTo>
                <a:lnTo>
                  <a:pt x="3134" y="110"/>
                </a:lnTo>
                <a:lnTo>
                  <a:pt x="3134" y="111"/>
                </a:lnTo>
                <a:lnTo>
                  <a:pt x="3135" y="111"/>
                </a:lnTo>
                <a:lnTo>
                  <a:pt x="3135" y="112"/>
                </a:lnTo>
                <a:lnTo>
                  <a:pt x="3136" y="112"/>
                </a:lnTo>
                <a:lnTo>
                  <a:pt x="3137" y="113"/>
                </a:lnTo>
                <a:lnTo>
                  <a:pt x="3138" y="113"/>
                </a:lnTo>
                <a:lnTo>
                  <a:pt x="3139" y="113"/>
                </a:lnTo>
                <a:lnTo>
                  <a:pt x="3140" y="113"/>
                </a:lnTo>
                <a:lnTo>
                  <a:pt x="3141" y="113"/>
                </a:lnTo>
                <a:lnTo>
                  <a:pt x="3141" y="112"/>
                </a:lnTo>
                <a:lnTo>
                  <a:pt x="3142" y="112"/>
                </a:lnTo>
                <a:lnTo>
                  <a:pt x="3143" y="111"/>
                </a:lnTo>
                <a:lnTo>
                  <a:pt x="3143" y="110"/>
                </a:lnTo>
                <a:lnTo>
                  <a:pt x="3144" y="110"/>
                </a:lnTo>
                <a:lnTo>
                  <a:pt x="3144" y="109"/>
                </a:lnTo>
                <a:lnTo>
                  <a:pt x="3144" y="108"/>
                </a:lnTo>
                <a:lnTo>
                  <a:pt x="3144" y="107"/>
                </a:lnTo>
                <a:lnTo>
                  <a:pt x="3143" y="107"/>
                </a:lnTo>
                <a:lnTo>
                  <a:pt x="3142" y="107"/>
                </a:lnTo>
                <a:lnTo>
                  <a:pt x="3141" y="107"/>
                </a:lnTo>
                <a:lnTo>
                  <a:pt x="3141" y="106"/>
                </a:lnTo>
                <a:lnTo>
                  <a:pt x="3141" y="105"/>
                </a:lnTo>
                <a:lnTo>
                  <a:pt x="3142" y="105"/>
                </a:lnTo>
                <a:lnTo>
                  <a:pt x="3143" y="105"/>
                </a:lnTo>
                <a:lnTo>
                  <a:pt x="3144" y="105"/>
                </a:lnTo>
                <a:lnTo>
                  <a:pt x="3144" y="104"/>
                </a:lnTo>
                <a:lnTo>
                  <a:pt x="3145" y="104"/>
                </a:lnTo>
                <a:lnTo>
                  <a:pt x="3146" y="103"/>
                </a:lnTo>
                <a:lnTo>
                  <a:pt x="3147" y="103"/>
                </a:lnTo>
                <a:lnTo>
                  <a:pt x="3147" y="104"/>
                </a:lnTo>
                <a:lnTo>
                  <a:pt x="3147" y="105"/>
                </a:lnTo>
                <a:lnTo>
                  <a:pt x="3147" y="106"/>
                </a:lnTo>
                <a:lnTo>
                  <a:pt x="3147" y="106"/>
                </a:lnTo>
                <a:lnTo>
                  <a:pt x="3148" y="106"/>
                </a:lnTo>
                <a:lnTo>
                  <a:pt x="3149" y="106"/>
                </a:lnTo>
                <a:lnTo>
                  <a:pt x="3149" y="107"/>
                </a:lnTo>
                <a:lnTo>
                  <a:pt x="3150" y="107"/>
                </a:lnTo>
                <a:lnTo>
                  <a:pt x="3151" y="107"/>
                </a:lnTo>
                <a:lnTo>
                  <a:pt x="3151" y="108"/>
                </a:lnTo>
                <a:lnTo>
                  <a:pt x="3152" y="108"/>
                </a:lnTo>
                <a:lnTo>
                  <a:pt x="3153" y="108"/>
                </a:lnTo>
                <a:lnTo>
                  <a:pt x="3154" y="109"/>
                </a:lnTo>
                <a:lnTo>
                  <a:pt x="3155" y="109"/>
                </a:lnTo>
                <a:lnTo>
                  <a:pt x="3156" y="110"/>
                </a:lnTo>
                <a:lnTo>
                  <a:pt x="3157" y="110"/>
                </a:lnTo>
                <a:lnTo>
                  <a:pt x="3158" y="110"/>
                </a:lnTo>
                <a:lnTo>
                  <a:pt x="3159" y="110"/>
                </a:lnTo>
                <a:lnTo>
                  <a:pt x="3160" y="110"/>
                </a:lnTo>
                <a:lnTo>
                  <a:pt x="3160" y="109"/>
                </a:lnTo>
                <a:lnTo>
                  <a:pt x="3161" y="109"/>
                </a:lnTo>
                <a:lnTo>
                  <a:pt x="3162" y="110"/>
                </a:lnTo>
                <a:lnTo>
                  <a:pt x="3163" y="110"/>
                </a:lnTo>
                <a:lnTo>
                  <a:pt x="3165" y="111"/>
                </a:lnTo>
                <a:lnTo>
                  <a:pt x="3166" y="111"/>
                </a:lnTo>
                <a:lnTo>
                  <a:pt x="3168" y="111"/>
                </a:lnTo>
                <a:lnTo>
                  <a:pt x="3169" y="111"/>
                </a:lnTo>
                <a:lnTo>
                  <a:pt x="3169" y="110"/>
                </a:lnTo>
                <a:lnTo>
                  <a:pt x="3170" y="110"/>
                </a:lnTo>
                <a:lnTo>
                  <a:pt x="3170" y="111"/>
                </a:lnTo>
                <a:lnTo>
                  <a:pt x="3171" y="110"/>
                </a:lnTo>
                <a:lnTo>
                  <a:pt x="3172" y="110"/>
                </a:lnTo>
                <a:lnTo>
                  <a:pt x="3173" y="110"/>
                </a:lnTo>
                <a:lnTo>
                  <a:pt x="3174" y="110"/>
                </a:lnTo>
                <a:lnTo>
                  <a:pt x="3175" y="110"/>
                </a:lnTo>
                <a:lnTo>
                  <a:pt x="3175" y="110"/>
                </a:lnTo>
                <a:lnTo>
                  <a:pt x="3175" y="109"/>
                </a:lnTo>
                <a:lnTo>
                  <a:pt x="3176" y="109"/>
                </a:lnTo>
                <a:lnTo>
                  <a:pt x="3176" y="110"/>
                </a:lnTo>
                <a:lnTo>
                  <a:pt x="3175" y="110"/>
                </a:lnTo>
                <a:lnTo>
                  <a:pt x="3175" y="111"/>
                </a:lnTo>
                <a:lnTo>
                  <a:pt x="3176" y="111"/>
                </a:lnTo>
                <a:lnTo>
                  <a:pt x="3177" y="112"/>
                </a:lnTo>
                <a:lnTo>
                  <a:pt x="3178" y="112"/>
                </a:lnTo>
                <a:lnTo>
                  <a:pt x="3179" y="112"/>
                </a:lnTo>
                <a:lnTo>
                  <a:pt x="3180" y="113"/>
                </a:lnTo>
                <a:lnTo>
                  <a:pt x="3181" y="113"/>
                </a:lnTo>
                <a:lnTo>
                  <a:pt x="3183" y="114"/>
                </a:lnTo>
                <a:lnTo>
                  <a:pt x="3184" y="114"/>
                </a:lnTo>
                <a:lnTo>
                  <a:pt x="3185" y="114"/>
                </a:lnTo>
                <a:lnTo>
                  <a:pt x="3186" y="114"/>
                </a:lnTo>
                <a:lnTo>
                  <a:pt x="3187" y="114"/>
                </a:lnTo>
                <a:lnTo>
                  <a:pt x="3189" y="114"/>
                </a:lnTo>
                <a:lnTo>
                  <a:pt x="3190" y="113"/>
                </a:lnTo>
                <a:lnTo>
                  <a:pt x="3191" y="113"/>
                </a:lnTo>
                <a:lnTo>
                  <a:pt x="3192" y="113"/>
                </a:lnTo>
                <a:lnTo>
                  <a:pt x="3192" y="112"/>
                </a:lnTo>
                <a:lnTo>
                  <a:pt x="3192" y="113"/>
                </a:lnTo>
                <a:lnTo>
                  <a:pt x="3193" y="113"/>
                </a:lnTo>
                <a:lnTo>
                  <a:pt x="3194" y="114"/>
                </a:lnTo>
                <a:lnTo>
                  <a:pt x="3195" y="114"/>
                </a:lnTo>
                <a:lnTo>
                  <a:pt x="3196" y="114"/>
                </a:lnTo>
                <a:lnTo>
                  <a:pt x="3197" y="115"/>
                </a:lnTo>
                <a:lnTo>
                  <a:pt x="3198" y="115"/>
                </a:lnTo>
                <a:lnTo>
                  <a:pt x="3199" y="115"/>
                </a:lnTo>
                <a:lnTo>
                  <a:pt x="3200" y="115"/>
                </a:lnTo>
                <a:lnTo>
                  <a:pt x="3201" y="115"/>
                </a:lnTo>
                <a:lnTo>
                  <a:pt x="3202" y="115"/>
                </a:lnTo>
                <a:lnTo>
                  <a:pt x="3202" y="116"/>
                </a:lnTo>
                <a:lnTo>
                  <a:pt x="3203" y="116"/>
                </a:lnTo>
                <a:lnTo>
                  <a:pt x="3203" y="117"/>
                </a:lnTo>
                <a:lnTo>
                  <a:pt x="3205" y="117"/>
                </a:lnTo>
                <a:lnTo>
                  <a:pt x="3208" y="118"/>
                </a:lnTo>
                <a:lnTo>
                  <a:pt x="3209" y="118"/>
                </a:lnTo>
                <a:lnTo>
                  <a:pt x="3210" y="118"/>
                </a:lnTo>
                <a:lnTo>
                  <a:pt x="3211" y="118"/>
                </a:lnTo>
                <a:lnTo>
                  <a:pt x="3212" y="118"/>
                </a:lnTo>
                <a:lnTo>
                  <a:pt x="3213" y="118"/>
                </a:lnTo>
                <a:lnTo>
                  <a:pt x="3214" y="118"/>
                </a:lnTo>
                <a:lnTo>
                  <a:pt x="3214" y="117"/>
                </a:lnTo>
                <a:lnTo>
                  <a:pt x="3215" y="117"/>
                </a:lnTo>
                <a:lnTo>
                  <a:pt x="3216" y="116"/>
                </a:lnTo>
                <a:lnTo>
                  <a:pt x="3217" y="115"/>
                </a:lnTo>
                <a:lnTo>
                  <a:pt x="3217" y="114"/>
                </a:lnTo>
                <a:lnTo>
                  <a:pt x="3218" y="114"/>
                </a:lnTo>
                <a:lnTo>
                  <a:pt x="3218" y="113"/>
                </a:lnTo>
                <a:lnTo>
                  <a:pt x="3219" y="113"/>
                </a:lnTo>
                <a:lnTo>
                  <a:pt x="3220" y="113"/>
                </a:lnTo>
                <a:lnTo>
                  <a:pt x="3220" y="112"/>
                </a:lnTo>
                <a:lnTo>
                  <a:pt x="3221" y="112"/>
                </a:lnTo>
                <a:lnTo>
                  <a:pt x="3222" y="111"/>
                </a:lnTo>
                <a:lnTo>
                  <a:pt x="3223" y="111"/>
                </a:lnTo>
                <a:lnTo>
                  <a:pt x="3224" y="111"/>
                </a:lnTo>
                <a:lnTo>
                  <a:pt x="3225" y="111"/>
                </a:lnTo>
                <a:lnTo>
                  <a:pt x="3226" y="111"/>
                </a:lnTo>
                <a:lnTo>
                  <a:pt x="3227" y="111"/>
                </a:lnTo>
                <a:lnTo>
                  <a:pt x="3228" y="111"/>
                </a:lnTo>
                <a:lnTo>
                  <a:pt x="3229" y="111"/>
                </a:lnTo>
                <a:lnTo>
                  <a:pt x="3229" y="112"/>
                </a:lnTo>
                <a:lnTo>
                  <a:pt x="3230" y="112"/>
                </a:lnTo>
                <a:lnTo>
                  <a:pt x="3230" y="113"/>
                </a:lnTo>
                <a:lnTo>
                  <a:pt x="3231" y="113"/>
                </a:lnTo>
                <a:lnTo>
                  <a:pt x="3231" y="113"/>
                </a:lnTo>
                <a:lnTo>
                  <a:pt x="3232" y="113"/>
                </a:lnTo>
                <a:lnTo>
                  <a:pt x="3233" y="113"/>
                </a:lnTo>
                <a:lnTo>
                  <a:pt x="3234" y="114"/>
                </a:lnTo>
                <a:lnTo>
                  <a:pt x="3235" y="114"/>
                </a:lnTo>
                <a:lnTo>
                  <a:pt x="3236" y="114"/>
                </a:lnTo>
                <a:lnTo>
                  <a:pt x="3237" y="114"/>
                </a:lnTo>
                <a:lnTo>
                  <a:pt x="3238" y="114"/>
                </a:lnTo>
                <a:lnTo>
                  <a:pt x="3239" y="114"/>
                </a:lnTo>
                <a:lnTo>
                  <a:pt x="3240" y="113"/>
                </a:lnTo>
                <a:lnTo>
                  <a:pt x="3241" y="113"/>
                </a:lnTo>
                <a:lnTo>
                  <a:pt x="3242" y="113"/>
                </a:lnTo>
                <a:lnTo>
                  <a:pt x="3243" y="113"/>
                </a:lnTo>
                <a:lnTo>
                  <a:pt x="3244" y="113"/>
                </a:lnTo>
                <a:lnTo>
                  <a:pt x="3246" y="113"/>
                </a:lnTo>
                <a:lnTo>
                  <a:pt x="3247" y="113"/>
                </a:lnTo>
                <a:lnTo>
                  <a:pt x="3248" y="113"/>
                </a:lnTo>
                <a:lnTo>
                  <a:pt x="3249" y="113"/>
                </a:lnTo>
                <a:lnTo>
                  <a:pt x="3250" y="113"/>
                </a:lnTo>
                <a:lnTo>
                  <a:pt x="3251" y="114"/>
                </a:lnTo>
                <a:lnTo>
                  <a:pt x="3252" y="114"/>
                </a:lnTo>
                <a:lnTo>
                  <a:pt x="3253" y="114"/>
                </a:lnTo>
                <a:lnTo>
                  <a:pt x="3254" y="114"/>
                </a:lnTo>
                <a:lnTo>
                  <a:pt x="3255" y="114"/>
                </a:lnTo>
                <a:lnTo>
                  <a:pt x="3256" y="114"/>
                </a:lnTo>
                <a:lnTo>
                  <a:pt x="3257" y="114"/>
                </a:lnTo>
                <a:lnTo>
                  <a:pt x="3258" y="114"/>
                </a:lnTo>
                <a:lnTo>
                  <a:pt x="3259" y="114"/>
                </a:lnTo>
                <a:lnTo>
                  <a:pt x="3259" y="115"/>
                </a:lnTo>
                <a:lnTo>
                  <a:pt x="3260" y="115"/>
                </a:lnTo>
                <a:lnTo>
                  <a:pt x="3261" y="114"/>
                </a:lnTo>
                <a:lnTo>
                  <a:pt x="3262" y="114"/>
                </a:lnTo>
                <a:lnTo>
                  <a:pt x="3263" y="114"/>
                </a:lnTo>
                <a:lnTo>
                  <a:pt x="3264" y="113"/>
                </a:lnTo>
                <a:lnTo>
                  <a:pt x="3265" y="113"/>
                </a:lnTo>
                <a:lnTo>
                  <a:pt x="3266" y="113"/>
                </a:lnTo>
                <a:lnTo>
                  <a:pt x="3267" y="112"/>
                </a:lnTo>
                <a:lnTo>
                  <a:pt x="3268" y="112"/>
                </a:lnTo>
                <a:lnTo>
                  <a:pt x="3269" y="111"/>
                </a:lnTo>
                <a:lnTo>
                  <a:pt x="3270" y="111"/>
                </a:lnTo>
                <a:lnTo>
                  <a:pt x="3271" y="111"/>
                </a:lnTo>
                <a:lnTo>
                  <a:pt x="3272" y="111"/>
                </a:lnTo>
                <a:lnTo>
                  <a:pt x="3273" y="111"/>
                </a:lnTo>
                <a:lnTo>
                  <a:pt x="3274" y="111"/>
                </a:lnTo>
                <a:lnTo>
                  <a:pt x="3275" y="111"/>
                </a:lnTo>
                <a:lnTo>
                  <a:pt x="3276" y="111"/>
                </a:lnTo>
                <a:lnTo>
                  <a:pt x="3277" y="111"/>
                </a:lnTo>
                <a:lnTo>
                  <a:pt x="3278" y="111"/>
                </a:lnTo>
                <a:lnTo>
                  <a:pt x="3279" y="111"/>
                </a:lnTo>
                <a:lnTo>
                  <a:pt x="3280" y="111"/>
                </a:lnTo>
                <a:lnTo>
                  <a:pt x="3280" y="110"/>
                </a:lnTo>
                <a:lnTo>
                  <a:pt x="3281" y="110"/>
                </a:lnTo>
                <a:lnTo>
                  <a:pt x="3282" y="110"/>
                </a:lnTo>
                <a:lnTo>
                  <a:pt x="3282" y="109"/>
                </a:lnTo>
                <a:lnTo>
                  <a:pt x="3283" y="109"/>
                </a:lnTo>
                <a:lnTo>
                  <a:pt x="3283" y="110"/>
                </a:lnTo>
                <a:lnTo>
                  <a:pt x="3284" y="110"/>
                </a:lnTo>
                <a:lnTo>
                  <a:pt x="3285" y="110"/>
                </a:lnTo>
                <a:lnTo>
                  <a:pt x="3286" y="110"/>
                </a:lnTo>
                <a:lnTo>
                  <a:pt x="3287" y="110"/>
                </a:lnTo>
                <a:lnTo>
                  <a:pt x="3288" y="110"/>
                </a:lnTo>
                <a:lnTo>
                  <a:pt x="3288" y="109"/>
                </a:lnTo>
                <a:lnTo>
                  <a:pt x="3289" y="109"/>
                </a:lnTo>
                <a:lnTo>
                  <a:pt x="3290" y="109"/>
                </a:lnTo>
                <a:lnTo>
                  <a:pt x="3291" y="109"/>
                </a:lnTo>
                <a:lnTo>
                  <a:pt x="3292" y="108"/>
                </a:lnTo>
                <a:lnTo>
                  <a:pt x="3294" y="108"/>
                </a:lnTo>
                <a:lnTo>
                  <a:pt x="3294" y="107"/>
                </a:lnTo>
                <a:lnTo>
                  <a:pt x="3295" y="107"/>
                </a:lnTo>
                <a:lnTo>
                  <a:pt x="3296" y="107"/>
                </a:lnTo>
                <a:lnTo>
                  <a:pt x="3297" y="107"/>
                </a:lnTo>
                <a:lnTo>
                  <a:pt x="3298" y="106"/>
                </a:lnTo>
                <a:lnTo>
                  <a:pt x="3299" y="106"/>
                </a:lnTo>
                <a:lnTo>
                  <a:pt x="3300" y="106"/>
                </a:lnTo>
                <a:lnTo>
                  <a:pt x="3302" y="106"/>
                </a:lnTo>
                <a:lnTo>
                  <a:pt x="3303" y="106"/>
                </a:lnTo>
                <a:lnTo>
                  <a:pt x="3305" y="106"/>
                </a:lnTo>
                <a:lnTo>
                  <a:pt x="3307" y="106"/>
                </a:lnTo>
                <a:lnTo>
                  <a:pt x="3309" y="106"/>
                </a:lnTo>
                <a:lnTo>
                  <a:pt x="3311" y="107"/>
                </a:lnTo>
                <a:lnTo>
                  <a:pt x="3314" y="107"/>
                </a:lnTo>
                <a:lnTo>
                  <a:pt x="3315" y="107"/>
                </a:lnTo>
                <a:lnTo>
                  <a:pt x="3316" y="107"/>
                </a:lnTo>
                <a:lnTo>
                  <a:pt x="3316" y="107"/>
                </a:lnTo>
                <a:lnTo>
                  <a:pt x="3318" y="107"/>
                </a:lnTo>
                <a:lnTo>
                  <a:pt x="3319" y="107"/>
                </a:lnTo>
                <a:lnTo>
                  <a:pt x="3320" y="107"/>
                </a:lnTo>
                <a:lnTo>
                  <a:pt x="3320" y="106"/>
                </a:lnTo>
                <a:lnTo>
                  <a:pt x="3321" y="106"/>
                </a:lnTo>
                <a:lnTo>
                  <a:pt x="3322" y="106"/>
                </a:lnTo>
                <a:lnTo>
                  <a:pt x="3323" y="105"/>
                </a:lnTo>
                <a:lnTo>
                  <a:pt x="3324" y="104"/>
                </a:lnTo>
                <a:lnTo>
                  <a:pt x="3325" y="104"/>
                </a:lnTo>
                <a:lnTo>
                  <a:pt x="3326" y="103"/>
                </a:lnTo>
                <a:lnTo>
                  <a:pt x="3327" y="103"/>
                </a:lnTo>
                <a:lnTo>
                  <a:pt x="3328" y="102"/>
                </a:lnTo>
                <a:lnTo>
                  <a:pt x="3329" y="102"/>
                </a:lnTo>
                <a:lnTo>
                  <a:pt x="3329" y="101"/>
                </a:lnTo>
                <a:lnTo>
                  <a:pt x="3330" y="101"/>
                </a:lnTo>
                <a:lnTo>
                  <a:pt x="3331" y="101"/>
                </a:lnTo>
                <a:lnTo>
                  <a:pt x="3332" y="101"/>
                </a:lnTo>
                <a:lnTo>
                  <a:pt x="3333" y="100"/>
                </a:lnTo>
                <a:lnTo>
                  <a:pt x="3334" y="100"/>
                </a:lnTo>
                <a:lnTo>
                  <a:pt x="3335" y="100"/>
                </a:lnTo>
                <a:lnTo>
                  <a:pt x="3336" y="100"/>
                </a:lnTo>
                <a:lnTo>
                  <a:pt x="3337" y="101"/>
                </a:lnTo>
                <a:lnTo>
                  <a:pt x="3338" y="101"/>
                </a:lnTo>
                <a:lnTo>
                  <a:pt x="3339" y="101"/>
                </a:lnTo>
                <a:lnTo>
                  <a:pt x="3340" y="102"/>
                </a:lnTo>
                <a:lnTo>
                  <a:pt x="3341" y="102"/>
                </a:lnTo>
                <a:lnTo>
                  <a:pt x="3342" y="102"/>
                </a:lnTo>
                <a:lnTo>
                  <a:pt x="3342" y="103"/>
                </a:lnTo>
                <a:lnTo>
                  <a:pt x="3343" y="103"/>
                </a:lnTo>
                <a:lnTo>
                  <a:pt x="3344" y="103"/>
                </a:lnTo>
                <a:lnTo>
                  <a:pt x="3344" y="103"/>
                </a:lnTo>
                <a:lnTo>
                  <a:pt x="3345" y="103"/>
                </a:lnTo>
                <a:lnTo>
                  <a:pt x="3346" y="103"/>
                </a:lnTo>
                <a:lnTo>
                  <a:pt x="3347" y="103"/>
                </a:lnTo>
                <a:lnTo>
                  <a:pt x="3348" y="103"/>
                </a:lnTo>
                <a:lnTo>
                  <a:pt x="3349" y="103"/>
                </a:lnTo>
                <a:lnTo>
                  <a:pt x="3350" y="103"/>
                </a:lnTo>
                <a:lnTo>
                  <a:pt x="3351" y="102"/>
                </a:lnTo>
                <a:lnTo>
                  <a:pt x="3352" y="102"/>
                </a:lnTo>
                <a:lnTo>
                  <a:pt x="3353" y="102"/>
                </a:lnTo>
                <a:lnTo>
                  <a:pt x="3354" y="101"/>
                </a:lnTo>
                <a:lnTo>
                  <a:pt x="3355" y="101"/>
                </a:lnTo>
                <a:lnTo>
                  <a:pt x="3356" y="101"/>
                </a:lnTo>
                <a:lnTo>
                  <a:pt x="3357" y="101"/>
                </a:lnTo>
                <a:lnTo>
                  <a:pt x="3357" y="100"/>
                </a:lnTo>
                <a:lnTo>
                  <a:pt x="3358" y="100"/>
                </a:lnTo>
                <a:lnTo>
                  <a:pt x="3358" y="99"/>
                </a:lnTo>
                <a:lnTo>
                  <a:pt x="3359" y="100"/>
                </a:lnTo>
                <a:lnTo>
                  <a:pt x="3359" y="99"/>
                </a:lnTo>
                <a:lnTo>
                  <a:pt x="3360" y="99"/>
                </a:lnTo>
                <a:lnTo>
                  <a:pt x="3361" y="99"/>
                </a:lnTo>
                <a:lnTo>
                  <a:pt x="3362" y="99"/>
                </a:lnTo>
                <a:lnTo>
                  <a:pt x="3362" y="99"/>
                </a:lnTo>
                <a:lnTo>
                  <a:pt x="3362" y="98"/>
                </a:lnTo>
                <a:lnTo>
                  <a:pt x="3363" y="98"/>
                </a:lnTo>
                <a:lnTo>
                  <a:pt x="3364" y="98"/>
                </a:lnTo>
                <a:lnTo>
                  <a:pt x="3364" y="97"/>
                </a:lnTo>
                <a:lnTo>
                  <a:pt x="3365" y="97"/>
                </a:lnTo>
                <a:lnTo>
                  <a:pt x="3365" y="96"/>
                </a:lnTo>
                <a:lnTo>
                  <a:pt x="3366" y="96"/>
                </a:lnTo>
                <a:lnTo>
                  <a:pt x="3366" y="97"/>
                </a:lnTo>
                <a:lnTo>
                  <a:pt x="3367" y="97"/>
                </a:lnTo>
                <a:lnTo>
                  <a:pt x="3367" y="98"/>
                </a:lnTo>
                <a:lnTo>
                  <a:pt x="3368" y="98"/>
                </a:lnTo>
                <a:lnTo>
                  <a:pt x="3369" y="98"/>
                </a:lnTo>
                <a:lnTo>
                  <a:pt x="3370" y="98"/>
                </a:lnTo>
                <a:lnTo>
                  <a:pt x="3371" y="99"/>
                </a:lnTo>
                <a:lnTo>
                  <a:pt x="3372" y="99"/>
                </a:lnTo>
                <a:lnTo>
                  <a:pt x="3372" y="99"/>
                </a:lnTo>
                <a:lnTo>
                  <a:pt x="3373" y="99"/>
                </a:lnTo>
                <a:lnTo>
                  <a:pt x="3374" y="99"/>
                </a:lnTo>
                <a:lnTo>
                  <a:pt x="3375" y="99"/>
                </a:lnTo>
                <a:lnTo>
                  <a:pt x="3375" y="99"/>
                </a:lnTo>
                <a:lnTo>
                  <a:pt x="3376" y="99"/>
                </a:lnTo>
                <a:lnTo>
                  <a:pt x="3377" y="99"/>
                </a:lnTo>
                <a:lnTo>
                  <a:pt x="3378" y="99"/>
                </a:lnTo>
                <a:lnTo>
                  <a:pt x="3380" y="99"/>
                </a:lnTo>
                <a:lnTo>
                  <a:pt x="3381" y="99"/>
                </a:lnTo>
                <a:lnTo>
                  <a:pt x="3382" y="99"/>
                </a:lnTo>
                <a:lnTo>
                  <a:pt x="3383" y="99"/>
                </a:lnTo>
                <a:lnTo>
                  <a:pt x="3384" y="99"/>
                </a:lnTo>
                <a:lnTo>
                  <a:pt x="3385" y="99"/>
                </a:lnTo>
                <a:lnTo>
                  <a:pt x="3386" y="99"/>
                </a:lnTo>
                <a:lnTo>
                  <a:pt x="3387" y="99"/>
                </a:lnTo>
                <a:lnTo>
                  <a:pt x="3388" y="99"/>
                </a:lnTo>
                <a:lnTo>
                  <a:pt x="3388" y="99"/>
                </a:lnTo>
                <a:lnTo>
                  <a:pt x="3388" y="99"/>
                </a:lnTo>
                <a:lnTo>
                  <a:pt x="3389" y="99"/>
                </a:lnTo>
                <a:lnTo>
                  <a:pt x="3389" y="99"/>
                </a:lnTo>
                <a:lnTo>
                  <a:pt x="3390" y="99"/>
                </a:lnTo>
                <a:lnTo>
                  <a:pt x="3391" y="99"/>
                </a:lnTo>
                <a:lnTo>
                  <a:pt x="3393" y="99"/>
                </a:lnTo>
                <a:lnTo>
                  <a:pt x="3394" y="99"/>
                </a:lnTo>
                <a:lnTo>
                  <a:pt x="3395" y="99"/>
                </a:lnTo>
                <a:lnTo>
                  <a:pt x="3396" y="99"/>
                </a:lnTo>
                <a:lnTo>
                  <a:pt x="3396" y="98"/>
                </a:lnTo>
                <a:lnTo>
                  <a:pt x="3397" y="98"/>
                </a:lnTo>
                <a:lnTo>
                  <a:pt x="3398" y="98"/>
                </a:lnTo>
                <a:lnTo>
                  <a:pt x="3399" y="98"/>
                </a:lnTo>
                <a:lnTo>
                  <a:pt x="3400" y="98"/>
                </a:lnTo>
                <a:lnTo>
                  <a:pt x="3400" y="97"/>
                </a:lnTo>
                <a:lnTo>
                  <a:pt x="3400" y="96"/>
                </a:lnTo>
                <a:lnTo>
                  <a:pt x="3401" y="97"/>
                </a:lnTo>
                <a:lnTo>
                  <a:pt x="3401" y="98"/>
                </a:lnTo>
                <a:lnTo>
                  <a:pt x="3401" y="97"/>
                </a:lnTo>
                <a:lnTo>
                  <a:pt x="3401" y="97"/>
                </a:lnTo>
                <a:lnTo>
                  <a:pt x="3401" y="97"/>
                </a:lnTo>
                <a:lnTo>
                  <a:pt x="3401" y="96"/>
                </a:lnTo>
                <a:lnTo>
                  <a:pt x="3401" y="96"/>
                </a:lnTo>
                <a:lnTo>
                  <a:pt x="3401" y="97"/>
                </a:lnTo>
                <a:lnTo>
                  <a:pt x="3402" y="97"/>
                </a:lnTo>
                <a:lnTo>
                  <a:pt x="3402" y="96"/>
                </a:lnTo>
                <a:lnTo>
                  <a:pt x="3403" y="96"/>
                </a:lnTo>
                <a:lnTo>
                  <a:pt x="3404" y="96"/>
                </a:lnTo>
                <a:lnTo>
                  <a:pt x="3404" y="95"/>
                </a:lnTo>
                <a:lnTo>
                  <a:pt x="3405" y="95"/>
                </a:lnTo>
                <a:lnTo>
                  <a:pt x="3405" y="94"/>
                </a:lnTo>
                <a:lnTo>
                  <a:pt x="3406" y="94"/>
                </a:lnTo>
                <a:lnTo>
                  <a:pt x="3406" y="93"/>
                </a:lnTo>
                <a:lnTo>
                  <a:pt x="3406" y="92"/>
                </a:lnTo>
                <a:lnTo>
                  <a:pt x="3407" y="92"/>
                </a:lnTo>
                <a:lnTo>
                  <a:pt x="3407" y="91"/>
                </a:lnTo>
                <a:lnTo>
                  <a:pt x="3408" y="91"/>
                </a:lnTo>
                <a:lnTo>
                  <a:pt x="3408" y="90"/>
                </a:lnTo>
                <a:lnTo>
                  <a:pt x="3409" y="90"/>
                </a:lnTo>
                <a:lnTo>
                  <a:pt x="3410" y="90"/>
                </a:lnTo>
                <a:lnTo>
                  <a:pt x="3410" y="89"/>
                </a:lnTo>
                <a:lnTo>
                  <a:pt x="3411" y="89"/>
                </a:lnTo>
                <a:lnTo>
                  <a:pt x="3411" y="88"/>
                </a:lnTo>
                <a:lnTo>
                  <a:pt x="3412" y="88"/>
                </a:lnTo>
                <a:lnTo>
                  <a:pt x="3412" y="87"/>
                </a:lnTo>
                <a:lnTo>
                  <a:pt x="3413" y="87"/>
                </a:lnTo>
                <a:lnTo>
                  <a:pt x="3414" y="87"/>
                </a:lnTo>
                <a:lnTo>
                  <a:pt x="3414" y="86"/>
                </a:lnTo>
                <a:lnTo>
                  <a:pt x="3415" y="86"/>
                </a:lnTo>
                <a:lnTo>
                  <a:pt x="3415" y="85"/>
                </a:lnTo>
                <a:lnTo>
                  <a:pt x="3416" y="85"/>
                </a:lnTo>
                <a:lnTo>
                  <a:pt x="3416" y="84"/>
                </a:lnTo>
                <a:lnTo>
                  <a:pt x="3415" y="84"/>
                </a:lnTo>
                <a:lnTo>
                  <a:pt x="3416" y="84"/>
                </a:lnTo>
                <a:lnTo>
                  <a:pt x="3416" y="83"/>
                </a:lnTo>
                <a:lnTo>
                  <a:pt x="3416" y="84"/>
                </a:lnTo>
                <a:lnTo>
                  <a:pt x="3417" y="84"/>
                </a:lnTo>
                <a:lnTo>
                  <a:pt x="3418" y="84"/>
                </a:lnTo>
                <a:lnTo>
                  <a:pt x="3418" y="83"/>
                </a:lnTo>
                <a:lnTo>
                  <a:pt x="3419" y="83"/>
                </a:lnTo>
                <a:lnTo>
                  <a:pt x="3420" y="83"/>
                </a:lnTo>
                <a:lnTo>
                  <a:pt x="3421" y="83"/>
                </a:lnTo>
                <a:lnTo>
                  <a:pt x="3422" y="83"/>
                </a:lnTo>
                <a:lnTo>
                  <a:pt x="3422" y="84"/>
                </a:lnTo>
                <a:lnTo>
                  <a:pt x="3423" y="84"/>
                </a:lnTo>
                <a:lnTo>
                  <a:pt x="3424" y="85"/>
                </a:lnTo>
                <a:lnTo>
                  <a:pt x="3425" y="85"/>
                </a:lnTo>
                <a:lnTo>
                  <a:pt x="3425" y="86"/>
                </a:lnTo>
                <a:lnTo>
                  <a:pt x="3426" y="86"/>
                </a:lnTo>
                <a:lnTo>
                  <a:pt x="3427" y="86"/>
                </a:lnTo>
                <a:lnTo>
                  <a:pt x="3429" y="87"/>
                </a:lnTo>
                <a:lnTo>
                  <a:pt x="3430" y="88"/>
                </a:lnTo>
                <a:lnTo>
                  <a:pt x="3431" y="88"/>
                </a:lnTo>
                <a:lnTo>
                  <a:pt x="3432" y="89"/>
                </a:lnTo>
                <a:lnTo>
                  <a:pt x="3433" y="89"/>
                </a:lnTo>
                <a:lnTo>
                  <a:pt x="3434" y="89"/>
                </a:lnTo>
                <a:lnTo>
                  <a:pt x="3435" y="89"/>
                </a:lnTo>
                <a:lnTo>
                  <a:pt x="3436" y="90"/>
                </a:lnTo>
                <a:lnTo>
                  <a:pt x="3437" y="90"/>
                </a:lnTo>
                <a:lnTo>
                  <a:pt x="3438" y="90"/>
                </a:lnTo>
                <a:lnTo>
                  <a:pt x="3440" y="91"/>
                </a:lnTo>
                <a:lnTo>
                  <a:pt x="3442" y="91"/>
                </a:lnTo>
                <a:lnTo>
                  <a:pt x="3443" y="92"/>
                </a:lnTo>
                <a:lnTo>
                  <a:pt x="3444" y="92"/>
                </a:lnTo>
                <a:lnTo>
                  <a:pt x="3445" y="92"/>
                </a:lnTo>
                <a:lnTo>
                  <a:pt x="3446" y="92"/>
                </a:lnTo>
                <a:lnTo>
                  <a:pt x="3446" y="93"/>
                </a:lnTo>
                <a:lnTo>
                  <a:pt x="3447" y="93"/>
                </a:lnTo>
                <a:lnTo>
                  <a:pt x="3448" y="93"/>
                </a:lnTo>
                <a:lnTo>
                  <a:pt x="3450" y="93"/>
                </a:lnTo>
                <a:lnTo>
                  <a:pt x="3451" y="93"/>
                </a:lnTo>
                <a:lnTo>
                  <a:pt x="3452" y="93"/>
                </a:lnTo>
                <a:lnTo>
                  <a:pt x="3453" y="93"/>
                </a:lnTo>
                <a:lnTo>
                  <a:pt x="3454" y="93"/>
                </a:lnTo>
                <a:lnTo>
                  <a:pt x="3455" y="93"/>
                </a:lnTo>
                <a:lnTo>
                  <a:pt x="3456" y="93"/>
                </a:lnTo>
                <a:lnTo>
                  <a:pt x="3457" y="93"/>
                </a:lnTo>
                <a:lnTo>
                  <a:pt x="3457" y="93"/>
                </a:lnTo>
                <a:lnTo>
                  <a:pt x="3458" y="93"/>
                </a:lnTo>
                <a:lnTo>
                  <a:pt x="3459" y="93"/>
                </a:lnTo>
                <a:lnTo>
                  <a:pt x="3460" y="93"/>
                </a:lnTo>
                <a:lnTo>
                  <a:pt x="3461" y="93"/>
                </a:lnTo>
                <a:lnTo>
                  <a:pt x="3462" y="93"/>
                </a:lnTo>
                <a:lnTo>
                  <a:pt x="3462" y="92"/>
                </a:lnTo>
                <a:lnTo>
                  <a:pt x="3463" y="92"/>
                </a:lnTo>
                <a:lnTo>
                  <a:pt x="3464" y="93"/>
                </a:lnTo>
                <a:lnTo>
                  <a:pt x="3465" y="93"/>
                </a:lnTo>
                <a:lnTo>
                  <a:pt x="3465" y="92"/>
                </a:lnTo>
                <a:lnTo>
                  <a:pt x="3466" y="92"/>
                </a:lnTo>
                <a:lnTo>
                  <a:pt x="3467" y="92"/>
                </a:lnTo>
                <a:lnTo>
                  <a:pt x="3468" y="92"/>
                </a:lnTo>
                <a:lnTo>
                  <a:pt x="3469" y="92"/>
                </a:lnTo>
                <a:lnTo>
                  <a:pt x="3470" y="92"/>
                </a:lnTo>
                <a:lnTo>
                  <a:pt x="3471" y="92"/>
                </a:lnTo>
                <a:lnTo>
                  <a:pt x="3472" y="92"/>
                </a:lnTo>
                <a:lnTo>
                  <a:pt x="3473" y="91"/>
                </a:lnTo>
                <a:lnTo>
                  <a:pt x="3474" y="91"/>
                </a:lnTo>
                <a:lnTo>
                  <a:pt x="3475" y="91"/>
                </a:lnTo>
                <a:lnTo>
                  <a:pt x="3476" y="90"/>
                </a:lnTo>
                <a:lnTo>
                  <a:pt x="3477" y="90"/>
                </a:lnTo>
                <a:lnTo>
                  <a:pt x="3478" y="89"/>
                </a:lnTo>
                <a:lnTo>
                  <a:pt x="3479" y="89"/>
                </a:lnTo>
                <a:lnTo>
                  <a:pt x="3480" y="90"/>
                </a:lnTo>
                <a:lnTo>
                  <a:pt x="3481" y="90"/>
                </a:lnTo>
                <a:lnTo>
                  <a:pt x="3482" y="90"/>
                </a:lnTo>
                <a:lnTo>
                  <a:pt x="3483" y="90"/>
                </a:lnTo>
                <a:lnTo>
                  <a:pt x="3484" y="90"/>
                </a:lnTo>
                <a:lnTo>
                  <a:pt x="3485" y="90"/>
                </a:lnTo>
                <a:lnTo>
                  <a:pt x="3485" y="90"/>
                </a:lnTo>
                <a:lnTo>
                  <a:pt x="3486" y="89"/>
                </a:lnTo>
                <a:lnTo>
                  <a:pt x="3487" y="89"/>
                </a:lnTo>
                <a:lnTo>
                  <a:pt x="3488" y="89"/>
                </a:lnTo>
                <a:lnTo>
                  <a:pt x="3489" y="89"/>
                </a:lnTo>
                <a:lnTo>
                  <a:pt x="3490" y="89"/>
                </a:lnTo>
                <a:lnTo>
                  <a:pt x="3491" y="89"/>
                </a:lnTo>
                <a:lnTo>
                  <a:pt x="3492" y="89"/>
                </a:lnTo>
                <a:lnTo>
                  <a:pt x="3493" y="89"/>
                </a:lnTo>
                <a:lnTo>
                  <a:pt x="3493" y="88"/>
                </a:lnTo>
                <a:lnTo>
                  <a:pt x="3494" y="88"/>
                </a:lnTo>
                <a:lnTo>
                  <a:pt x="3495" y="88"/>
                </a:lnTo>
                <a:lnTo>
                  <a:pt x="3496" y="88"/>
                </a:lnTo>
                <a:lnTo>
                  <a:pt x="3497" y="88"/>
                </a:lnTo>
                <a:lnTo>
                  <a:pt x="3498" y="88"/>
                </a:lnTo>
                <a:lnTo>
                  <a:pt x="3499" y="87"/>
                </a:lnTo>
                <a:lnTo>
                  <a:pt x="3500" y="87"/>
                </a:lnTo>
                <a:lnTo>
                  <a:pt x="3500" y="88"/>
                </a:lnTo>
                <a:lnTo>
                  <a:pt x="3501" y="88"/>
                </a:lnTo>
                <a:lnTo>
                  <a:pt x="3501" y="87"/>
                </a:lnTo>
                <a:lnTo>
                  <a:pt x="3502" y="87"/>
                </a:lnTo>
                <a:lnTo>
                  <a:pt x="3503" y="87"/>
                </a:lnTo>
                <a:lnTo>
                  <a:pt x="3504" y="87"/>
                </a:lnTo>
                <a:lnTo>
                  <a:pt x="3505" y="87"/>
                </a:lnTo>
                <a:lnTo>
                  <a:pt x="3506" y="87"/>
                </a:lnTo>
                <a:lnTo>
                  <a:pt x="3507" y="87"/>
                </a:lnTo>
                <a:lnTo>
                  <a:pt x="3508" y="86"/>
                </a:lnTo>
                <a:lnTo>
                  <a:pt x="3509" y="86"/>
                </a:lnTo>
                <a:lnTo>
                  <a:pt x="3510" y="86"/>
                </a:lnTo>
                <a:lnTo>
                  <a:pt x="3511" y="85"/>
                </a:lnTo>
                <a:lnTo>
                  <a:pt x="3512" y="85"/>
                </a:lnTo>
                <a:lnTo>
                  <a:pt x="3513" y="84"/>
                </a:lnTo>
                <a:lnTo>
                  <a:pt x="3513" y="83"/>
                </a:lnTo>
                <a:lnTo>
                  <a:pt x="3513" y="82"/>
                </a:lnTo>
                <a:lnTo>
                  <a:pt x="3513" y="81"/>
                </a:lnTo>
                <a:lnTo>
                  <a:pt x="3512" y="81"/>
                </a:lnTo>
                <a:lnTo>
                  <a:pt x="3512" y="80"/>
                </a:lnTo>
                <a:lnTo>
                  <a:pt x="3513" y="80"/>
                </a:lnTo>
                <a:lnTo>
                  <a:pt x="3513" y="81"/>
                </a:lnTo>
                <a:lnTo>
                  <a:pt x="3513" y="82"/>
                </a:lnTo>
                <a:lnTo>
                  <a:pt x="3514" y="82"/>
                </a:lnTo>
                <a:lnTo>
                  <a:pt x="3514" y="83"/>
                </a:lnTo>
                <a:lnTo>
                  <a:pt x="3514" y="83"/>
                </a:lnTo>
                <a:lnTo>
                  <a:pt x="3515" y="82"/>
                </a:lnTo>
                <a:lnTo>
                  <a:pt x="3516" y="82"/>
                </a:lnTo>
                <a:lnTo>
                  <a:pt x="3516" y="81"/>
                </a:lnTo>
                <a:lnTo>
                  <a:pt x="3515" y="80"/>
                </a:lnTo>
                <a:lnTo>
                  <a:pt x="3514" y="79"/>
                </a:lnTo>
                <a:lnTo>
                  <a:pt x="3514" y="78"/>
                </a:lnTo>
                <a:lnTo>
                  <a:pt x="3515" y="79"/>
                </a:lnTo>
                <a:lnTo>
                  <a:pt x="3516" y="80"/>
                </a:lnTo>
                <a:lnTo>
                  <a:pt x="3516" y="81"/>
                </a:lnTo>
                <a:lnTo>
                  <a:pt x="3517" y="81"/>
                </a:lnTo>
                <a:lnTo>
                  <a:pt x="3518" y="80"/>
                </a:lnTo>
                <a:lnTo>
                  <a:pt x="3519" y="79"/>
                </a:lnTo>
                <a:lnTo>
                  <a:pt x="3520" y="79"/>
                </a:lnTo>
                <a:lnTo>
                  <a:pt x="3521" y="78"/>
                </a:lnTo>
                <a:lnTo>
                  <a:pt x="3521" y="77"/>
                </a:lnTo>
                <a:lnTo>
                  <a:pt x="3522" y="77"/>
                </a:lnTo>
                <a:lnTo>
                  <a:pt x="3522" y="76"/>
                </a:lnTo>
                <a:lnTo>
                  <a:pt x="3522" y="75"/>
                </a:lnTo>
                <a:lnTo>
                  <a:pt x="3522" y="74"/>
                </a:lnTo>
                <a:lnTo>
                  <a:pt x="3521" y="74"/>
                </a:lnTo>
                <a:lnTo>
                  <a:pt x="3521" y="73"/>
                </a:lnTo>
                <a:lnTo>
                  <a:pt x="3521" y="72"/>
                </a:lnTo>
                <a:lnTo>
                  <a:pt x="3521" y="73"/>
                </a:lnTo>
                <a:lnTo>
                  <a:pt x="3522" y="73"/>
                </a:lnTo>
                <a:lnTo>
                  <a:pt x="3522" y="74"/>
                </a:lnTo>
                <a:lnTo>
                  <a:pt x="3523" y="74"/>
                </a:lnTo>
                <a:lnTo>
                  <a:pt x="3523" y="75"/>
                </a:lnTo>
                <a:lnTo>
                  <a:pt x="3524" y="75"/>
                </a:lnTo>
                <a:lnTo>
                  <a:pt x="3524" y="74"/>
                </a:lnTo>
                <a:lnTo>
                  <a:pt x="3525" y="73"/>
                </a:lnTo>
                <a:lnTo>
                  <a:pt x="3525" y="72"/>
                </a:lnTo>
                <a:lnTo>
                  <a:pt x="3525" y="71"/>
                </a:lnTo>
                <a:lnTo>
                  <a:pt x="3525" y="70"/>
                </a:lnTo>
                <a:lnTo>
                  <a:pt x="3523" y="70"/>
                </a:lnTo>
                <a:lnTo>
                  <a:pt x="3522" y="70"/>
                </a:lnTo>
                <a:lnTo>
                  <a:pt x="3521" y="70"/>
                </a:lnTo>
                <a:lnTo>
                  <a:pt x="3521" y="70"/>
                </a:lnTo>
                <a:lnTo>
                  <a:pt x="3522" y="70"/>
                </a:lnTo>
                <a:lnTo>
                  <a:pt x="3523" y="70"/>
                </a:lnTo>
                <a:lnTo>
                  <a:pt x="3522" y="70"/>
                </a:lnTo>
                <a:lnTo>
                  <a:pt x="3522" y="69"/>
                </a:lnTo>
                <a:lnTo>
                  <a:pt x="3522" y="68"/>
                </a:lnTo>
                <a:lnTo>
                  <a:pt x="3522" y="67"/>
                </a:lnTo>
                <a:lnTo>
                  <a:pt x="3522" y="68"/>
                </a:lnTo>
                <a:lnTo>
                  <a:pt x="3522" y="69"/>
                </a:lnTo>
                <a:lnTo>
                  <a:pt x="3523" y="69"/>
                </a:lnTo>
                <a:lnTo>
                  <a:pt x="3523" y="70"/>
                </a:lnTo>
                <a:lnTo>
                  <a:pt x="3524" y="70"/>
                </a:lnTo>
                <a:lnTo>
                  <a:pt x="3525" y="70"/>
                </a:lnTo>
                <a:lnTo>
                  <a:pt x="3526" y="70"/>
                </a:lnTo>
                <a:lnTo>
                  <a:pt x="3527" y="70"/>
                </a:lnTo>
                <a:lnTo>
                  <a:pt x="3528" y="70"/>
                </a:lnTo>
                <a:lnTo>
                  <a:pt x="3528" y="69"/>
                </a:lnTo>
                <a:lnTo>
                  <a:pt x="3529" y="69"/>
                </a:lnTo>
                <a:lnTo>
                  <a:pt x="3530" y="68"/>
                </a:lnTo>
                <a:lnTo>
                  <a:pt x="3530" y="67"/>
                </a:lnTo>
                <a:lnTo>
                  <a:pt x="3531" y="67"/>
                </a:lnTo>
                <a:lnTo>
                  <a:pt x="3531" y="66"/>
                </a:lnTo>
                <a:lnTo>
                  <a:pt x="3532" y="65"/>
                </a:lnTo>
                <a:lnTo>
                  <a:pt x="3532" y="64"/>
                </a:lnTo>
                <a:lnTo>
                  <a:pt x="3532" y="63"/>
                </a:lnTo>
                <a:lnTo>
                  <a:pt x="3533" y="62"/>
                </a:lnTo>
                <a:lnTo>
                  <a:pt x="3533" y="61"/>
                </a:lnTo>
                <a:lnTo>
                  <a:pt x="3533" y="60"/>
                </a:lnTo>
                <a:lnTo>
                  <a:pt x="3533" y="59"/>
                </a:lnTo>
                <a:lnTo>
                  <a:pt x="3533" y="58"/>
                </a:lnTo>
                <a:lnTo>
                  <a:pt x="3532" y="58"/>
                </a:lnTo>
                <a:lnTo>
                  <a:pt x="3532" y="55"/>
                </a:lnTo>
                <a:lnTo>
                  <a:pt x="3528" y="55"/>
                </a:lnTo>
                <a:lnTo>
                  <a:pt x="3528" y="54"/>
                </a:lnTo>
                <a:lnTo>
                  <a:pt x="3527" y="54"/>
                </a:lnTo>
                <a:lnTo>
                  <a:pt x="3526" y="54"/>
                </a:lnTo>
                <a:lnTo>
                  <a:pt x="3525" y="54"/>
                </a:lnTo>
                <a:lnTo>
                  <a:pt x="3526" y="53"/>
                </a:lnTo>
                <a:lnTo>
                  <a:pt x="3524" y="52"/>
                </a:lnTo>
                <a:lnTo>
                  <a:pt x="3523" y="51"/>
                </a:lnTo>
                <a:lnTo>
                  <a:pt x="3522" y="51"/>
                </a:lnTo>
                <a:lnTo>
                  <a:pt x="3522" y="52"/>
                </a:lnTo>
                <a:lnTo>
                  <a:pt x="3521" y="53"/>
                </a:lnTo>
                <a:lnTo>
                  <a:pt x="3522" y="54"/>
                </a:lnTo>
                <a:lnTo>
                  <a:pt x="3524" y="57"/>
                </a:lnTo>
                <a:lnTo>
                  <a:pt x="3524" y="56"/>
                </a:lnTo>
                <a:lnTo>
                  <a:pt x="3525" y="56"/>
                </a:lnTo>
                <a:lnTo>
                  <a:pt x="3524" y="57"/>
                </a:lnTo>
                <a:lnTo>
                  <a:pt x="3522" y="54"/>
                </a:lnTo>
                <a:lnTo>
                  <a:pt x="3521" y="54"/>
                </a:lnTo>
                <a:lnTo>
                  <a:pt x="3521" y="53"/>
                </a:lnTo>
                <a:lnTo>
                  <a:pt x="3519" y="54"/>
                </a:lnTo>
                <a:lnTo>
                  <a:pt x="3519" y="55"/>
                </a:lnTo>
                <a:lnTo>
                  <a:pt x="3522" y="58"/>
                </a:lnTo>
                <a:lnTo>
                  <a:pt x="3522" y="57"/>
                </a:lnTo>
                <a:lnTo>
                  <a:pt x="3522" y="58"/>
                </a:lnTo>
                <a:lnTo>
                  <a:pt x="3521" y="58"/>
                </a:lnTo>
                <a:lnTo>
                  <a:pt x="3522" y="58"/>
                </a:lnTo>
                <a:lnTo>
                  <a:pt x="3519" y="55"/>
                </a:lnTo>
                <a:lnTo>
                  <a:pt x="3517" y="57"/>
                </a:lnTo>
                <a:lnTo>
                  <a:pt x="3520" y="60"/>
                </a:lnTo>
                <a:lnTo>
                  <a:pt x="3520" y="59"/>
                </a:lnTo>
                <a:lnTo>
                  <a:pt x="3521" y="59"/>
                </a:lnTo>
                <a:lnTo>
                  <a:pt x="3520" y="59"/>
                </a:lnTo>
                <a:lnTo>
                  <a:pt x="3519" y="61"/>
                </a:lnTo>
                <a:lnTo>
                  <a:pt x="3519" y="60"/>
                </a:lnTo>
                <a:lnTo>
                  <a:pt x="3520" y="60"/>
                </a:lnTo>
                <a:lnTo>
                  <a:pt x="3519" y="58"/>
                </a:lnTo>
                <a:lnTo>
                  <a:pt x="3517" y="57"/>
                </a:lnTo>
                <a:lnTo>
                  <a:pt x="3516" y="57"/>
                </a:lnTo>
                <a:lnTo>
                  <a:pt x="3516" y="58"/>
                </a:lnTo>
                <a:lnTo>
                  <a:pt x="3515" y="59"/>
                </a:lnTo>
                <a:lnTo>
                  <a:pt x="3515" y="60"/>
                </a:lnTo>
                <a:lnTo>
                  <a:pt x="3517" y="62"/>
                </a:lnTo>
                <a:lnTo>
                  <a:pt x="3518" y="62"/>
                </a:lnTo>
                <a:lnTo>
                  <a:pt x="3517" y="62"/>
                </a:lnTo>
                <a:lnTo>
                  <a:pt x="3515" y="60"/>
                </a:lnTo>
                <a:lnTo>
                  <a:pt x="3514" y="60"/>
                </a:lnTo>
                <a:lnTo>
                  <a:pt x="3514" y="61"/>
                </a:lnTo>
                <a:lnTo>
                  <a:pt x="3514" y="61"/>
                </a:lnTo>
                <a:lnTo>
                  <a:pt x="3513" y="61"/>
                </a:lnTo>
                <a:lnTo>
                  <a:pt x="3512" y="60"/>
                </a:lnTo>
                <a:lnTo>
                  <a:pt x="3512" y="59"/>
                </a:lnTo>
                <a:lnTo>
                  <a:pt x="3513" y="59"/>
                </a:lnTo>
                <a:lnTo>
                  <a:pt x="3513" y="58"/>
                </a:lnTo>
                <a:lnTo>
                  <a:pt x="3514" y="58"/>
                </a:lnTo>
                <a:lnTo>
                  <a:pt x="3514" y="57"/>
                </a:lnTo>
                <a:lnTo>
                  <a:pt x="3514" y="57"/>
                </a:lnTo>
                <a:lnTo>
                  <a:pt x="3514" y="56"/>
                </a:lnTo>
                <a:lnTo>
                  <a:pt x="3515" y="56"/>
                </a:lnTo>
                <a:lnTo>
                  <a:pt x="3515" y="55"/>
                </a:lnTo>
                <a:lnTo>
                  <a:pt x="3516" y="55"/>
                </a:lnTo>
                <a:lnTo>
                  <a:pt x="3516" y="54"/>
                </a:lnTo>
                <a:lnTo>
                  <a:pt x="3517" y="54"/>
                </a:lnTo>
                <a:lnTo>
                  <a:pt x="3518" y="53"/>
                </a:lnTo>
                <a:lnTo>
                  <a:pt x="3519" y="52"/>
                </a:lnTo>
                <a:lnTo>
                  <a:pt x="3520" y="51"/>
                </a:lnTo>
                <a:lnTo>
                  <a:pt x="3521" y="50"/>
                </a:lnTo>
                <a:lnTo>
                  <a:pt x="3522" y="49"/>
                </a:lnTo>
                <a:lnTo>
                  <a:pt x="3522" y="48"/>
                </a:lnTo>
                <a:lnTo>
                  <a:pt x="3523" y="48"/>
                </a:lnTo>
                <a:lnTo>
                  <a:pt x="3523" y="47"/>
                </a:lnTo>
                <a:lnTo>
                  <a:pt x="3524" y="47"/>
                </a:lnTo>
                <a:lnTo>
                  <a:pt x="3525" y="47"/>
                </a:lnTo>
                <a:lnTo>
                  <a:pt x="3525" y="46"/>
                </a:lnTo>
                <a:lnTo>
                  <a:pt x="3526" y="46"/>
                </a:lnTo>
                <a:lnTo>
                  <a:pt x="3526" y="47"/>
                </a:lnTo>
                <a:lnTo>
                  <a:pt x="3526" y="48"/>
                </a:lnTo>
                <a:lnTo>
                  <a:pt x="3525" y="48"/>
                </a:lnTo>
                <a:lnTo>
                  <a:pt x="3526" y="49"/>
                </a:lnTo>
                <a:lnTo>
                  <a:pt x="3527" y="50"/>
                </a:lnTo>
                <a:lnTo>
                  <a:pt x="3528" y="51"/>
                </a:lnTo>
                <a:lnTo>
                  <a:pt x="3529" y="51"/>
                </a:lnTo>
                <a:lnTo>
                  <a:pt x="3530" y="51"/>
                </a:lnTo>
                <a:lnTo>
                  <a:pt x="3531" y="51"/>
                </a:lnTo>
                <a:lnTo>
                  <a:pt x="3532" y="52"/>
                </a:lnTo>
                <a:lnTo>
                  <a:pt x="3533" y="52"/>
                </a:lnTo>
                <a:lnTo>
                  <a:pt x="3534" y="52"/>
                </a:lnTo>
                <a:lnTo>
                  <a:pt x="3535" y="52"/>
                </a:lnTo>
                <a:lnTo>
                  <a:pt x="3536" y="52"/>
                </a:lnTo>
                <a:lnTo>
                  <a:pt x="3537" y="52"/>
                </a:lnTo>
                <a:lnTo>
                  <a:pt x="3538" y="52"/>
                </a:lnTo>
                <a:lnTo>
                  <a:pt x="3539" y="52"/>
                </a:lnTo>
                <a:lnTo>
                  <a:pt x="3539" y="51"/>
                </a:lnTo>
                <a:lnTo>
                  <a:pt x="3539" y="50"/>
                </a:lnTo>
                <a:lnTo>
                  <a:pt x="3540" y="50"/>
                </a:lnTo>
                <a:lnTo>
                  <a:pt x="3540" y="49"/>
                </a:lnTo>
                <a:lnTo>
                  <a:pt x="3540" y="48"/>
                </a:lnTo>
                <a:lnTo>
                  <a:pt x="3541" y="48"/>
                </a:lnTo>
                <a:lnTo>
                  <a:pt x="3541" y="47"/>
                </a:lnTo>
                <a:lnTo>
                  <a:pt x="3542" y="47"/>
                </a:lnTo>
                <a:lnTo>
                  <a:pt x="3542" y="47"/>
                </a:lnTo>
                <a:lnTo>
                  <a:pt x="3542" y="45"/>
                </a:lnTo>
                <a:lnTo>
                  <a:pt x="3542" y="44"/>
                </a:lnTo>
                <a:lnTo>
                  <a:pt x="3543" y="44"/>
                </a:lnTo>
                <a:lnTo>
                  <a:pt x="3544" y="44"/>
                </a:lnTo>
                <a:lnTo>
                  <a:pt x="3545" y="44"/>
                </a:lnTo>
                <a:lnTo>
                  <a:pt x="3546" y="44"/>
                </a:lnTo>
                <a:lnTo>
                  <a:pt x="3546" y="43"/>
                </a:lnTo>
                <a:lnTo>
                  <a:pt x="3547" y="43"/>
                </a:lnTo>
                <a:lnTo>
                  <a:pt x="3547" y="42"/>
                </a:lnTo>
                <a:lnTo>
                  <a:pt x="3548" y="42"/>
                </a:lnTo>
                <a:lnTo>
                  <a:pt x="3549" y="42"/>
                </a:lnTo>
                <a:lnTo>
                  <a:pt x="3550" y="41"/>
                </a:lnTo>
                <a:lnTo>
                  <a:pt x="3551" y="41"/>
                </a:lnTo>
                <a:lnTo>
                  <a:pt x="3552" y="41"/>
                </a:lnTo>
                <a:lnTo>
                  <a:pt x="3553" y="41"/>
                </a:lnTo>
                <a:lnTo>
                  <a:pt x="3554" y="41"/>
                </a:lnTo>
                <a:lnTo>
                  <a:pt x="3556" y="41"/>
                </a:lnTo>
                <a:lnTo>
                  <a:pt x="3557" y="41"/>
                </a:lnTo>
                <a:lnTo>
                  <a:pt x="3558" y="41"/>
                </a:lnTo>
                <a:lnTo>
                  <a:pt x="3559" y="41"/>
                </a:lnTo>
                <a:lnTo>
                  <a:pt x="3560" y="41"/>
                </a:lnTo>
                <a:lnTo>
                  <a:pt x="3561" y="41"/>
                </a:lnTo>
                <a:lnTo>
                  <a:pt x="3562" y="41"/>
                </a:lnTo>
                <a:lnTo>
                  <a:pt x="3562" y="40"/>
                </a:lnTo>
                <a:lnTo>
                  <a:pt x="3563" y="40"/>
                </a:lnTo>
                <a:lnTo>
                  <a:pt x="3563" y="39"/>
                </a:lnTo>
                <a:lnTo>
                  <a:pt x="3564" y="39"/>
                </a:lnTo>
                <a:lnTo>
                  <a:pt x="3564" y="38"/>
                </a:lnTo>
                <a:lnTo>
                  <a:pt x="3565" y="38"/>
                </a:lnTo>
                <a:lnTo>
                  <a:pt x="3566" y="38"/>
                </a:lnTo>
                <a:lnTo>
                  <a:pt x="3566" y="37"/>
                </a:lnTo>
                <a:lnTo>
                  <a:pt x="3567" y="37"/>
                </a:lnTo>
                <a:lnTo>
                  <a:pt x="3567" y="38"/>
                </a:lnTo>
                <a:lnTo>
                  <a:pt x="3568" y="38"/>
                </a:lnTo>
                <a:lnTo>
                  <a:pt x="3567" y="38"/>
                </a:lnTo>
                <a:lnTo>
                  <a:pt x="3566" y="38"/>
                </a:lnTo>
                <a:lnTo>
                  <a:pt x="3565" y="38"/>
                </a:lnTo>
                <a:lnTo>
                  <a:pt x="3565" y="39"/>
                </a:lnTo>
                <a:lnTo>
                  <a:pt x="3564" y="39"/>
                </a:lnTo>
                <a:lnTo>
                  <a:pt x="3564" y="40"/>
                </a:lnTo>
                <a:lnTo>
                  <a:pt x="3564" y="41"/>
                </a:lnTo>
                <a:lnTo>
                  <a:pt x="3564" y="41"/>
                </a:lnTo>
                <a:lnTo>
                  <a:pt x="3565" y="41"/>
                </a:lnTo>
                <a:lnTo>
                  <a:pt x="3565" y="42"/>
                </a:lnTo>
                <a:lnTo>
                  <a:pt x="3566" y="42"/>
                </a:lnTo>
                <a:lnTo>
                  <a:pt x="3567" y="42"/>
                </a:lnTo>
                <a:lnTo>
                  <a:pt x="3567" y="43"/>
                </a:lnTo>
                <a:lnTo>
                  <a:pt x="3568" y="43"/>
                </a:lnTo>
                <a:lnTo>
                  <a:pt x="3568" y="44"/>
                </a:lnTo>
                <a:lnTo>
                  <a:pt x="3569" y="44"/>
                </a:lnTo>
                <a:lnTo>
                  <a:pt x="3569" y="45"/>
                </a:lnTo>
                <a:lnTo>
                  <a:pt x="3570" y="45"/>
                </a:lnTo>
                <a:lnTo>
                  <a:pt x="3570" y="45"/>
                </a:lnTo>
                <a:lnTo>
                  <a:pt x="3571" y="45"/>
                </a:lnTo>
                <a:lnTo>
                  <a:pt x="3572" y="45"/>
                </a:lnTo>
                <a:lnTo>
                  <a:pt x="3572" y="44"/>
                </a:lnTo>
                <a:lnTo>
                  <a:pt x="3573" y="44"/>
                </a:lnTo>
                <a:lnTo>
                  <a:pt x="3573" y="43"/>
                </a:lnTo>
                <a:lnTo>
                  <a:pt x="3572" y="41"/>
                </a:lnTo>
                <a:lnTo>
                  <a:pt x="3572" y="41"/>
                </a:lnTo>
                <a:lnTo>
                  <a:pt x="3573" y="41"/>
                </a:lnTo>
                <a:lnTo>
                  <a:pt x="3573" y="41"/>
                </a:lnTo>
                <a:lnTo>
                  <a:pt x="3573" y="42"/>
                </a:lnTo>
                <a:lnTo>
                  <a:pt x="3574" y="42"/>
                </a:lnTo>
                <a:lnTo>
                  <a:pt x="3574" y="43"/>
                </a:lnTo>
                <a:lnTo>
                  <a:pt x="3575" y="43"/>
                </a:lnTo>
                <a:lnTo>
                  <a:pt x="3576" y="43"/>
                </a:lnTo>
                <a:lnTo>
                  <a:pt x="3577" y="42"/>
                </a:lnTo>
                <a:lnTo>
                  <a:pt x="3578" y="42"/>
                </a:lnTo>
                <a:lnTo>
                  <a:pt x="3578" y="43"/>
                </a:lnTo>
                <a:lnTo>
                  <a:pt x="3579" y="43"/>
                </a:lnTo>
                <a:lnTo>
                  <a:pt x="3580" y="43"/>
                </a:lnTo>
                <a:lnTo>
                  <a:pt x="3581" y="43"/>
                </a:lnTo>
                <a:lnTo>
                  <a:pt x="3581" y="44"/>
                </a:lnTo>
                <a:lnTo>
                  <a:pt x="3580" y="44"/>
                </a:lnTo>
                <a:lnTo>
                  <a:pt x="3579" y="43"/>
                </a:lnTo>
                <a:lnTo>
                  <a:pt x="3578" y="43"/>
                </a:lnTo>
                <a:lnTo>
                  <a:pt x="3577" y="43"/>
                </a:lnTo>
                <a:lnTo>
                  <a:pt x="3576" y="43"/>
                </a:lnTo>
                <a:lnTo>
                  <a:pt x="3575" y="43"/>
                </a:lnTo>
                <a:lnTo>
                  <a:pt x="3575" y="44"/>
                </a:lnTo>
                <a:lnTo>
                  <a:pt x="3574" y="44"/>
                </a:lnTo>
                <a:lnTo>
                  <a:pt x="3574" y="45"/>
                </a:lnTo>
                <a:lnTo>
                  <a:pt x="3574" y="46"/>
                </a:lnTo>
                <a:lnTo>
                  <a:pt x="3574" y="47"/>
                </a:lnTo>
                <a:lnTo>
                  <a:pt x="3574" y="48"/>
                </a:lnTo>
                <a:lnTo>
                  <a:pt x="3575" y="49"/>
                </a:lnTo>
                <a:lnTo>
                  <a:pt x="3575" y="50"/>
                </a:lnTo>
                <a:lnTo>
                  <a:pt x="3576" y="51"/>
                </a:lnTo>
                <a:lnTo>
                  <a:pt x="3577" y="51"/>
                </a:lnTo>
                <a:lnTo>
                  <a:pt x="3577" y="52"/>
                </a:lnTo>
                <a:lnTo>
                  <a:pt x="3578" y="52"/>
                </a:lnTo>
                <a:lnTo>
                  <a:pt x="3579" y="53"/>
                </a:lnTo>
                <a:lnTo>
                  <a:pt x="3580" y="53"/>
                </a:lnTo>
                <a:lnTo>
                  <a:pt x="3581" y="53"/>
                </a:lnTo>
                <a:lnTo>
                  <a:pt x="3581" y="52"/>
                </a:lnTo>
                <a:lnTo>
                  <a:pt x="3582" y="51"/>
                </a:lnTo>
                <a:lnTo>
                  <a:pt x="3582" y="50"/>
                </a:lnTo>
                <a:lnTo>
                  <a:pt x="3583" y="50"/>
                </a:lnTo>
                <a:lnTo>
                  <a:pt x="3582" y="49"/>
                </a:lnTo>
                <a:lnTo>
                  <a:pt x="3582" y="48"/>
                </a:lnTo>
                <a:lnTo>
                  <a:pt x="3582" y="47"/>
                </a:lnTo>
                <a:lnTo>
                  <a:pt x="3583" y="47"/>
                </a:lnTo>
                <a:lnTo>
                  <a:pt x="3583" y="48"/>
                </a:lnTo>
                <a:lnTo>
                  <a:pt x="3583" y="49"/>
                </a:lnTo>
                <a:lnTo>
                  <a:pt x="3583" y="50"/>
                </a:lnTo>
                <a:lnTo>
                  <a:pt x="3583" y="51"/>
                </a:lnTo>
                <a:lnTo>
                  <a:pt x="3582" y="52"/>
                </a:lnTo>
                <a:lnTo>
                  <a:pt x="3582" y="53"/>
                </a:lnTo>
                <a:lnTo>
                  <a:pt x="3582" y="54"/>
                </a:lnTo>
                <a:lnTo>
                  <a:pt x="3583" y="54"/>
                </a:lnTo>
                <a:lnTo>
                  <a:pt x="3583" y="55"/>
                </a:lnTo>
                <a:lnTo>
                  <a:pt x="3584" y="55"/>
                </a:lnTo>
                <a:lnTo>
                  <a:pt x="3585" y="55"/>
                </a:lnTo>
                <a:lnTo>
                  <a:pt x="3585" y="54"/>
                </a:lnTo>
                <a:lnTo>
                  <a:pt x="3586" y="54"/>
                </a:lnTo>
                <a:lnTo>
                  <a:pt x="3587" y="54"/>
                </a:lnTo>
                <a:lnTo>
                  <a:pt x="3588" y="54"/>
                </a:lnTo>
                <a:lnTo>
                  <a:pt x="3589" y="53"/>
                </a:lnTo>
                <a:lnTo>
                  <a:pt x="3590" y="53"/>
                </a:lnTo>
                <a:lnTo>
                  <a:pt x="3590" y="52"/>
                </a:lnTo>
                <a:lnTo>
                  <a:pt x="3590" y="51"/>
                </a:lnTo>
                <a:lnTo>
                  <a:pt x="3589" y="50"/>
                </a:lnTo>
                <a:lnTo>
                  <a:pt x="3589" y="49"/>
                </a:lnTo>
                <a:lnTo>
                  <a:pt x="3588" y="48"/>
                </a:lnTo>
                <a:lnTo>
                  <a:pt x="3587" y="47"/>
                </a:lnTo>
                <a:lnTo>
                  <a:pt x="3586" y="47"/>
                </a:lnTo>
                <a:lnTo>
                  <a:pt x="3586" y="46"/>
                </a:lnTo>
                <a:lnTo>
                  <a:pt x="3587" y="46"/>
                </a:lnTo>
                <a:lnTo>
                  <a:pt x="3588" y="46"/>
                </a:lnTo>
                <a:lnTo>
                  <a:pt x="3589" y="48"/>
                </a:lnTo>
                <a:lnTo>
                  <a:pt x="3590" y="49"/>
                </a:lnTo>
                <a:lnTo>
                  <a:pt x="3591" y="50"/>
                </a:lnTo>
                <a:lnTo>
                  <a:pt x="3591" y="51"/>
                </a:lnTo>
                <a:lnTo>
                  <a:pt x="3591" y="52"/>
                </a:lnTo>
                <a:lnTo>
                  <a:pt x="3591" y="53"/>
                </a:lnTo>
                <a:lnTo>
                  <a:pt x="3591" y="54"/>
                </a:lnTo>
                <a:lnTo>
                  <a:pt x="3591" y="55"/>
                </a:lnTo>
                <a:lnTo>
                  <a:pt x="3592" y="55"/>
                </a:lnTo>
                <a:lnTo>
                  <a:pt x="3593" y="55"/>
                </a:lnTo>
                <a:lnTo>
                  <a:pt x="3594" y="55"/>
                </a:lnTo>
                <a:lnTo>
                  <a:pt x="3595" y="55"/>
                </a:lnTo>
                <a:lnTo>
                  <a:pt x="3595" y="56"/>
                </a:lnTo>
                <a:lnTo>
                  <a:pt x="3596" y="56"/>
                </a:lnTo>
                <a:lnTo>
                  <a:pt x="3597" y="56"/>
                </a:lnTo>
                <a:lnTo>
                  <a:pt x="3597" y="57"/>
                </a:lnTo>
                <a:lnTo>
                  <a:pt x="3598" y="57"/>
                </a:lnTo>
                <a:lnTo>
                  <a:pt x="3598" y="57"/>
                </a:lnTo>
                <a:lnTo>
                  <a:pt x="3598" y="59"/>
                </a:lnTo>
                <a:lnTo>
                  <a:pt x="3599" y="60"/>
                </a:lnTo>
                <a:lnTo>
                  <a:pt x="3600" y="60"/>
                </a:lnTo>
                <a:lnTo>
                  <a:pt x="3602" y="61"/>
                </a:lnTo>
                <a:lnTo>
                  <a:pt x="3603" y="61"/>
                </a:lnTo>
                <a:lnTo>
                  <a:pt x="3604" y="61"/>
                </a:lnTo>
                <a:lnTo>
                  <a:pt x="3605" y="61"/>
                </a:lnTo>
                <a:lnTo>
                  <a:pt x="3606" y="62"/>
                </a:lnTo>
                <a:lnTo>
                  <a:pt x="3607" y="62"/>
                </a:lnTo>
                <a:lnTo>
                  <a:pt x="3608" y="62"/>
                </a:lnTo>
                <a:lnTo>
                  <a:pt x="3608" y="63"/>
                </a:lnTo>
                <a:lnTo>
                  <a:pt x="3609" y="63"/>
                </a:lnTo>
                <a:lnTo>
                  <a:pt x="3610" y="63"/>
                </a:lnTo>
                <a:lnTo>
                  <a:pt x="3610" y="64"/>
                </a:lnTo>
                <a:lnTo>
                  <a:pt x="3611" y="64"/>
                </a:lnTo>
                <a:lnTo>
                  <a:pt x="3612" y="64"/>
                </a:lnTo>
                <a:lnTo>
                  <a:pt x="3613" y="65"/>
                </a:lnTo>
                <a:lnTo>
                  <a:pt x="3614" y="65"/>
                </a:lnTo>
                <a:lnTo>
                  <a:pt x="3615" y="65"/>
                </a:lnTo>
                <a:lnTo>
                  <a:pt x="3616" y="66"/>
                </a:lnTo>
                <a:lnTo>
                  <a:pt x="3617" y="66"/>
                </a:lnTo>
                <a:lnTo>
                  <a:pt x="3618" y="66"/>
                </a:lnTo>
                <a:lnTo>
                  <a:pt x="3618" y="67"/>
                </a:lnTo>
                <a:lnTo>
                  <a:pt x="3619" y="67"/>
                </a:lnTo>
                <a:lnTo>
                  <a:pt x="3620" y="67"/>
                </a:lnTo>
                <a:lnTo>
                  <a:pt x="3621" y="68"/>
                </a:lnTo>
                <a:lnTo>
                  <a:pt x="3622" y="68"/>
                </a:lnTo>
                <a:lnTo>
                  <a:pt x="3623" y="68"/>
                </a:lnTo>
                <a:lnTo>
                  <a:pt x="3624" y="68"/>
                </a:lnTo>
                <a:lnTo>
                  <a:pt x="3625" y="68"/>
                </a:lnTo>
                <a:lnTo>
                  <a:pt x="3626" y="69"/>
                </a:lnTo>
                <a:lnTo>
                  <a:pt x="3626" y="69"/>
                </a:lnTo>
                <a:lnTo>
                  <a:pt x="3627" y="69"/>
                </a:lnTo>
                <a:lnTo>
                  <a:pt x="3628" y="69"/>
                </a:lnTo>
                <a:lnTo>
                  <a:pt x="3628" y="70"/>
                </a:lnTo>
                <a:lnTo>
                  <a:pt x="3629" y="70"/>
                </a:lnTo>
                <a:lnTo>
                  <a:pt x="3630" y="70"/>
                </a:lnTo>
                <a:lnTo>
                  <a:pt x="3631" y="70"/>
                </a:lnTo>
                <a:lnTo>
                  <a:pt x="3632" y="70"/>
                </a:lnTo>
                <a:lnTo>
                  <a:pt x="3633" y="70"/>
                </a:lnTo>
                <a:lnTo>
                  <a:pt x="3633" y="70"/>
                </a:lnTo>
                <a:lnTo>
                  <a:pt x="3634" y="70"/>
                </a:lnTo>
                <a:lnTo>
                  <a:pt x="3635" y="70"/>
                </a:lnTo>
                <a:lnTo>
                  <a:pt x="3636" y="70"/>
                </a:lnTo>
                <a:lnTo>
                  <a:pt x="3637" y="70"/>
                </a:lnTo>
                <a:lnTo>
                  <a:pt x="3637" y="70"/>
                </a:lnTo>
                <a:lnTo>
                  <a:pt x="3638" y="70"/>
                </a:lnTo>
                <a:lnTo>
                  <a:pt x="3639" y="70"/>
                </a:lnTo>
                <a:lnTo>
                  <a:pt x="3640" y="70"/>
                </a:lnTo>
                <a:lnTo>
                  <a:pt x="3641" y="70"/>
                </a:lnTo>
                <a:lnTo>
                  <a:pt x="3642" y="70"/>
                </a:lnTo>
                <a:lnTo>
                  <a:pt x="3644" y="70"/>
                </a:lnTo>
                <a:lnTo>
                  <a:pt x="3645" y="70"/>
                </a:lnTo>
                <a:lnTo>
                  <a:pt x="3645" y="69"/>
                </a:lnTo>
                <a:lnTo>
                  <a:pt x="3645" y="68"/>
                </a:lnTo>
                <a:lnTo>
                  <a:pt x="3645" y="67"/>
                </a:lnTo>
                <a:lnTo>
                  <a:pt x="3645" y="66"/>
                </a:lnTo>
                <a:lnTo>
                  <a:pt x="3645" y="65"/>
                </a:lnTo>
                <a:lnTo>
                  <a:pt x="3645" y="64"/>
                </a:lnTo>
                <a:lnTo>
                  <a:pt x="3646" y="65"/>
                </a:lnTo>
                <a:lnTo>
                  <a:pt x="3646" y="66"/>
                </a:lnTo>
                <a:lnTo>
                  <a:pt x="3646" y="67"/>
                </a:lnTo>
                <a:lnTo>
                  <a:pt x="3646" y="68"/>
                </a:lnTo>
                <a:lnTo>
                  <a:pt x="3647" y="68"/>
                </a:lnTo>
                <a:lnTo>
                  <a:pt x="3648" y="68"/>
                </a:lnTo>
                <a:lnTo>
                  <a:pt x="3649" y="68"/>
                </a:lnTo>
                <a:lnTo>
                  <a:pt x="3651" y="68"/>
                </a:lnTo>
                <a:lnTo>
                  <a:pt x="3652" y="68"/>
                </a:lnTo>
                <a:lnTo>
                  <a:pt x="3653" y="68"/>
                </a:lnTo>
                <a:lnTo>
                  <a:pt x="3653" y="67"/>
                </a:lnTo>
                <a:lnTo>
                  <a:pt x="3654" y="67"/>
                </a:lnTo>
                <a:lnTo>
                  <a:pt x="3654" y="66"/>
                </a:lnTo>
                <a:lnTo>
                  <a:pt x="3654" y="65"/>
                </a:lnTo>
                <a:lnTo>
                  <a:pt x="3655" y="65"/>
                </a:lnTo>
                <a:lnTo>
                  <a:pt x="3655" y="66"/>
                </a:lnTo>
                <a:lnTo>
                  <a:pt x="3655" y="66"/>
                </a:lnTo>
                <a:lnTo>
                  <a:pt x="3656" y="66"/>
                </a:lnTo>
                <a:lnTo>
                  <a:pt x="3657" y="66"/>
                </a:lnTo>
                <a:lnTo>
                  <a:pt x="3658" y="65"/>
                </a:lnTo>
                <a:lnTo>
                  <a:pt x="3659" y="65"/>
                </a:lnTo>
                <a:lnTo>
                  <a:pt x="3659" y="64"/>
                </a:lnTo>
                <a:lnTo>
                  <a:pt x="3660" y="64"/>
                </a:lnTo>
                <a:lnTo>
                  <a:pt x="3660" y="63"/>
                </a:lnTo>
                <a:lnTo>
                  <a:pt x="3660" y="62"/>
                </a:lnTo>
                <a:lnTo>
                  <a:pt x="3660" y="61"/>
                </a:lnTo>
                <a:lnTo>
                  <a:pt x="3660" y="62"/>
                </a:lnTo>
                <a:lnTo>
                  <a:pt x="3661" y="62"/>
                </a:lnTo>
                <a:lnTo>
                  <a:pt x="3661" y="63"/>
                </a:lnTo>
                <a:lnTo>
                  <a:pt x="3662" y="62"/>
                </a:lnTo>
                <a:lnTo>
                  <a:pt x="3663" y="62"/>
                </a:lnTo>
                <a:lnTo>
                  <a:pt x="3664" y="62"/>
                </a:lnTo>
                <a:lnTo>
                  <a:pt x="3664" y="61"/>
                </a:lnTo>
                <a:lnTo>
                  <a:pt x="3666" y="61"/>
                </a:lnTo>
                <a:lnTo>
                  <a:pt x="3667" y="60"/>
                </a:lnTo>
                <a:lnTo>
                  <a:pt x="3667" y="59"/>
                </a:lnTo>
                <a:lnTo>
                  <a:pt x="3668" y="59"/>
                </a:lnTo>
                <a:lnTo>
                  <a:pt x="3668" y="58"/>
                </a:lnTo>
                <a:lnTo>
                  <a:pt x="3669" y="58"/>
                </a:lnTo>
                <a:lnTo>
                  <a:pt x="3669" y="57"/>
                </a:lnTo>
                <a:lnTo>
                  <a:pt x="3670" y="56"/>
                </a:lnTo>
                <a:lnTo>
                  <a:pt x="3670" y="55"/>
                </a:lnTo>
                <a:lnTo>
                  <a:pt x="3671" y="54"/>
                </a:lnTo>
                <a:lnTo>
                  <a:pt x="3671" y="53"/>
                </a:lnTo>
                <a:lnTo>
                  <a:pt x="3671" y="52"/>
                </a:lnTo>
                <a:lnTo>
                  <a:pt x="3671" y="50"/>
                </a:lnTo>
                <a:lnTo>
                  <a:pt x="3671" y="49"/>
                </a:lnTo>
                <a:lnTo>
                  <a:pt x="3670" y="48"/>
                </a:lnTo>
                <a:lnTo>
                  <a:pt x="3670" y="47"/>
                </a:lnTo>
                <a:lnTo>
                  <a:pt x="3669" y="46"/>
                </a:lnTo>
                <a:lnTo>
                  <a:pt x="3668" y="45"/>
                </a:lnTo>
                <a:lnTo>
                  <a:pt x="3667" y="44"/>
                </a:lnTo>
                <a:lnTo>
                  <a:pt x="3666" y="44"/>
                </a:lnTo>
                <a:lnTo>
                  <a:pt x="3665" y="44"/>
                </a:lnTo>
                <a:lnTo>
                  <a:pt x="3664" y="44"/>
                </a:lnTo>
                <a:lnTo>
                  <a:pt x="3664" y="45"/>
                </a:lnTo>
                <a:lnTo>
                  <a:pt x="3664" y="46"/>
                </a:lnTo>
                <a:lnTo>
                  <a:pt x="3663" y="46"/>
                </a:lnTo>
                <a:lnTo>
                  <a:pt x="3663" y="45"/>
                </a:lnTo>
                <a:lnTo>
                  <a:pt x="3663" y="44"/>
                </a:lnTo>
                <a:lnTo>
                  <a:pt x="3663" y="43"/>
                </a:lnTo>
                <a:lnTo>
                  <a:pt x="3663" y="42"/>
                </a:lnTo>
                <a:lnTo>
                  <a:pt x="3663" y="41"/>
                </a:lnTo>
                <a:lnTo>
                  <a:pt x="3664" y="41"/>
                </a:lnTo>
                <a:lnTo>
                  <a:pt x="3665" y="41"/>
                </a:lnTo>
                <a:lnTo>
                  <a:pt x="3666" y="41"/>
                </a:lnTo>
                <a:lnTo>
                  <a:pt x="3668" y="41"/>
                </a:lnTo>
                <a:lnTo>
                  <a:pt x="3669" y="41"/>
                </a:lnTo>
                <a:lnTo>
                  <a:pt x="3670" y="41"/>
                </a:lnTo>
                <a:lnTo>
                  <a:pt x="3673" y="41"/>
                </a:lnTo>
                <a:lnTo>
                  <a:pt x="3673" y="40"/>
                </a:lnTo>
                <a:lnTo>
                  <a:pt x="3674" y="39"/>
                </a:lnTo>
                <a:lnTo>
                  <a:pt x="3675" y="38"/>
                </a:lnTo>
                <a:lnTo>
                  <a:pt x="3676" y="38"/>
                </a:lnTo>
                <a:lnTo>
                  <a:pt x="3676" y="39"/>
                </a:lnTo>
                <a:lnTo>
                  <a:pt x="3675" y="39"/>
                </a:lnTo>
                <a:lnTo>
                  <a:pt x="3675" y="40"/>
                </a:lnTo>
                <a:lnTo>
                  <a:pt x="3674" y="40"/>
                </a:lnTo>
                <a:lnTo>
                  <a:pt x="3674" y="41"/>
                </a:lnTo>
                <a:lnTo>
                  <a:pt x="3674" y="41"/>
                </a:lnTo>
                <a:lnTo>
                  <a:pt x="3675" y="42"/>
                </a:lnTo>
                <a:lnTo>
                  <a:pt x="3677" y="43"/>
                </a:lnTo>
                <a:lnTo>
                  <a:pt x="3678" y="43"/>
                </a:lnTo>
                <a:lnTo>
                  <a:pt x="3679" y="43"/>
                </a:lnTo>
                <a:lnTo>
                  <a:pt x="3679" y="44"/>
                </a:lnTo>
                <a:lnTo>
                  <a:pt x="3680" y="44"/>
                </a:lnTo>
                <a:lnTo>
                  <a:pt x="3680" y="43"/>
                </a:lnTo>
                <a:lnTo>
                  <a:pt x="3680" y="42"/>
                </a:lnTo>
                <a:lnTo>
                  <a:pt x="3681" y="42"/>
                </a:lnTo>
                <a:lnTo>
                  <a:pt x="3682" y="42"/>
                </a:lnTo>
                <a:lnTo>
                  <a:pt x="3682" y="43"/>
                </a:lnTo>
                <a:lnTo>
                  <a:pt x="3682" y="44"/>
                </a:lnTo>
                <a:lnTo>
                  <a:pt x="3683" y="44"/>
                </a:lnTo>
                <a:lnTo>
                  <a:pt x="3683" y="44"/>
                </a:lnTo>
                <a:lnTo>
                  <a:pt x="3684" y="44"/>
                </a:lnTo>
                <a:lnTo>
                  <a:pt x="3685" y="44"/>
                </a:lnTo>
                <a:lnTo>
                  <a:pt x="3686" y="44"/>
                </a:lnTo>
                <a:lnTo>
                  <a:pt x="3686" y="43"/>
                </a:lnTo>
                <a:lnTo>
                  <a:pt x="3686" y="42"/>
                </a:lnTo>
                <a:lnTo>
                  <a:pt x="3686" y="41"/>
                </a:lnTo>
                <a:lnTo>
                  <a:pt x="3686" y="42"/>
                </a:lnTo>
                <a:lnTo>
                  <a:pt x="3687" y="42"/>
                </a:lnTo>
                <a:lnTo>
                  <a:pt x="3687" y="43"/>
                </a:lnTo>
                <a:lnTo>
                  <a:pt x="3687" y="44"/>
                </a:lnTo>
                <a:lnTo>
                  <a:pt x="3688" y="44"/>
                </a:lnTo>
                <a:lnTo>
                  <a:pt x="3689" y="44"/>
                </a:lnTo>
                <a:lnTo>
                  <a:pt x="3690" y="44"/>
                </a:lnTo>
                <a:lnTo>
                  <a:pt x="3691" y="44"/>
                </a:lnTo>
                <a:lnTo>
                  <a:pt x="3692" y="44"/>
                </a:lnTo>
                <a:lnTo>
                  <a:pt x="3693" y="44"/>
                </a:lnTo>
                <a:lnTo>
                  <a:pt x="3693" y="43"/>
                </a:lnTo>
                <a:lnTo>
                  <a:pt x="3694" y="43"/>
                </a:lnTo>
                <a:lnTo>
                  <a:pt x="3695" y="43"/>
                </a:lnTo>
                <a:lnTo>
                  <a:pt x="3696" y="43"/>
                </a:lnTo>
                <a:lnTo>
                  <a:pt x="3696" y="42"/>
                </a:lnTo>
                <a:lnTo>
                  <a:pt x="3697" y="42"/>
                </a:lnTo>
                <a:lnTo>
                  <a:pt x="3697" y="41"/>
                </a:lnTo>
                <a:lnTo>
                  <a:pt x="3696" y="41"/>
                </a:lnTo>
                <a:lnTo>
                  <a:pt x="3697" y="41"/>
                </a:lnTo>
                <a:lnTo>
                  <a:pt x="3697" y="42"/>
                </a:lnTo>
                <a:lnTo>
                  <a:pt x="3698" y="42"/>
                </a:lnTo>
                <a:lnTo>
                  <a:pt x="3698" y="43"/>
                </a:lnTo>
                <a:lnTo>
                  <a:pt x="3699" y="43"/>
                </a:lnTo>
                <a:lnTo>
                  <a:pt x="3699" y="44"/>
                </a:lnTo>
                <a:lnTo>
                  <a:pt x="3700" y="45"/>
                </a:lnTo>
                <a:lnTo>
                  <a:pt x="3701" y="45"/>
                </a:lnTo>
                <a:lnTo>
                  <a:pt x="3700" y="45"/>
                </a:lnTo>
                <a:lnTo>
                  <a:pt x="3701" y="45"/>
                </a:lnTo>
                <a:lnTo>
                  <a:pt x="3701" y="46"/>
                </a:lnTo>
                <a:lnTo>
                  <a:pt x="3702" y="46"/>
                </a:lnTo>
                <a:lnTo>
                  <a:pt x="3703" y="46"/>
                </a:lnTo>
                <a:lnTo>
                  <a:pt x="3704" y="45"/>
                </a:lnTo>
                <a:lnTo>
                  <a:pt x="3705" y="45"/>
                </a:lnTo>
                <a:lnTo>
                  <a:pt x="3705" y="44"/>
                </a:lnTo>
                <a:lnTo>
                  <a:pt x="3705" y="43"/>
                </a:lnTo>
                <a:lnTo>
                  <a:pt x="3705" y="42"/>
                </a:lnTo>
                <a:lnTo>
                  <a:pt x="3706" y="42"/>
                </a:lnTo>
                <a:lnTo>
                  <a:pt x="3706" y="43"/>
                </a:lnTo>
                <a:lnTo>
                  <a:pt x="3706" y="44"/>
                </a:lnTo>
                <a:lnTo>
                  <a:pt x="3706" y="45"/>
                </a:lnTo>
                <a:lnTo>
                  <a:pt x="3705" y="45"/>
                </a:lnTo>
                <a:lnTo>
                  <a:pt x="3705" y="46"/>
                </a:lnTo>
                <a:lnTo>
                  <a:pt x="3704" y="46"/>
                </a:lnTo>
                <a:lnTo>
                  <a:pt x="3704" y="47"/>
                </a:lnTo>
                <a:lnTo>
                  <a:pt x="3705" y="47"/>
                </a:lnTo>
                <a:lnTo>
                  <a:pt x="3705" y="48"/>
                </a:lnTo>
                <a:lnTo>
                  <a:pt x="3706" y="48"/>
                </a:lnTo>
                <a:lnTo>
                  <a:pt x="3706" y="49"/>
                </a:lnTo>
                <a:lnTo>
                  <a:pt x="3707" y="49"/>
                </a:lnTo>
                <a:lnTo>
                  <a:pt x="3708" y="49"/>
                </a:lnTo>
                <a:lnTo>
                  <a:pt x="3709" y="50"/>
                </a:lnTo>
                <a:lnTo>
                  <a:pt x="3710" y="50"/>
                </a:lnTo>
                <a:lnTo>
                  <a:pt x="3710" y="51"/>
                </a:lnTo>
                <a:lnTo>
                  <a:pt x="3711" y="51"/>
                </a:lnTo>
                <a:lnTo>
                  <a:pt x="3711" y="52"/>
                </a:lnTo>
                <a:lnTo>
                  <a:pt x="3711" y="52"/>
                </a:lnTo>
                <a:lnTo>
                  <a:pt x="3712" y="53"/>
                </a:lnTo>
                <a:lnTo>
                  <a:pt x="3713" y="53"/>
                </a:lnTo>
                <a:lnTo>
                  <a:pt x="3714" y="54"/>
                </a:lnTo>
                <a:lnTo>
                  <a:pt x="3715" y="54"/>
                </a:lnTo>
                <a:lnTo>
                  <a:pt x="3715" y="55"/>
                </a:lnTo>
                <a:lnTo>
                  <a:pt x="3716" y="55"/>
                </a:lnTo>
                <a:lnTo>
                  <a:pt x="3717" y="55"/>
                </a:lnTo>
                <a:lnTo>
                  <a:pt x="3717" y="56"/>
                </a:lnTo>
                <a:lnTo>
                  <a:pt x="3718" y="56"/>
                </a:lnTo>
                <a:lnTo>
                  <a:pt x="3719" y="56"/>
                </a:lnTo>
                <a:lnTo>
                  <a:pt x="3720" y="57"/>
                </a:lnTo>
                <a:lnTo>
                  <a:pt x="3721" y="57"/>
                </a:lnTo>
                <a:lnTo>
                  <a:pt x="3722" y="57"/>
                </a:lnTo>
                <a:lnTo>
                  <a:pt x="3723" y="56"/>
                </a:lnTo>
                <a:lnTo>
                  <a:pt x="3724" y="56"/>
                </a:lnTo>
                <a:lnTo>
                  <a:pt x="3724" y="57"/>
                </a:lnTo>
                <a:lnTo>
                  <a:pt x="3725" y="57"/>
                </a:lnTo>
                <a:lnTo>
                  <a:pt x="3726" y="57"/>
                </a:lnTo>
                <a:lnTo>
                  <a:pt x="3726" y="58"/>
                </a:lnTo>
                <a:lnTo>
                  <a:pt x="3727" y="58"/>
                </a:lnTo>
                <a:lnTo>
                  <a:pt x="3728" y="58"/>
                </a:lnTo>
                <a:lnTo>
                  <a:pt x="3729" y="58"/>
                </a:lnTo>
                <a:lnTo>
                  <a:pt x="3730" y="58"/>
                </a:lnTo>
                <a:lnTo>
                  <a:pt x="3730" y="57"/>
                </a:lnTo>
                <a:lnTo>
                  <a:pt x="3731" y="57"/>
                </a:lnTo>
                <a:lnTo>
                  <a:pt x="3731" y="58"/>
                </a:lnTo>
                <a:lnTo>
                  <a:pt x="3732" y="58"/>
                </a:lnTo>
                <a:lnTo>
                  <a:pt x="3733" y="58"/>
                </a:lnTo>
                <a:lnTo>
                  <a:pt x="3734" y="58"/>
                </a:lnTo>
                <a:lnTo>
                  <a:pt x="3735" y="58"/>
                </a:lnTo>
                <a:lnTo>
                  <a:pt x="3736" y="58"/>
                </a:lnTo>
                <a:lnTo>
                  <a:pt x="3736" y="57"/>
                </a:lnTo>
                <a:lnTo>
                  <a:pt x="3737" y="56"/>
                </a:lnTo>
                <a:lnTo>
                  <a:pt x="3738" y="56"/>
                </a:lnTo>
                <a:lnTo>
                  <a:pt x="3739" y="56"/>
                </a:lnTo>
                <a:lnTo>
                  <a:pt x="3739" y="55"/>
                </a:lnTo>
                <a:lnTo>
                  <a:pt x="3739" y="55"/>
                </a:lnTo>
                <a:lnTo>
                  <a:pt x="3740" y="55"/>
                </a:lnTo>
                <a:lnTo>
                  <a:pt x="3741" y="55"/>
                </a:lnTo>
                <a:lnTo>
                  <a:pt x="3742" y="55"/>
                </a:lnTo>
                <a:lnTo>
                  <a:pt x="3742" y="54"/>
                </a:lnTo>
                <a:lnTo>
                  <a:pt x="3743" y="54"/>
                </a:lnTo>
                <a:lnTo>
                  <a:pt x="3743" y="55"/>
                </a:lnTo>
                <a:lnTo>
                  <a:pt x="3744" y="55"/>
                </a:lnTo>
                <a:lnTo>
                  <a:pt x="3745" y="55"/>
                </a:lnTo>
                <a:lnTo>
                  <a:pt x="3746" y="55"/>
                </a:lnTo>
                <a:lnTo>
                  <a:pt x="3747" y="55"/>
                </a:lnTo>
                <a:lnTo>
                  <a:pt x="3749" y="55"/>
                </a:lnTo>
                <a:lnTo>
                  <a:pt x="3750" y="55"/>
                </a:lnTo>
                <a:lnTo>
                  <a:pt x="3751" y="56"/>
                </a:lnTo>
                <a:lnTo>
                  <a:pt x="3752" y="56"/>
                </a:lnTo>
                <a:lnTo>
                  <a:pt x="3753" y="56"/>
                </a:lnTo>
                <a:lnTo>
                  <a:pt x="3754" y="56"/>
                </a:lnTo>
                <a:lnTo>
                  <a:pt x="3755" y="56"/>
                </a:lnTo>
                <a:lnTo>
                  <a:pt x="3756" y="56"/>
                </a:lnTo>
                <a:lnTo>
                  <a:pt x="3757" y="56"/>
                </a:lnTo>
                <a:lnTo>
                  <a:pt x="3758" y="56"/>
                </a:lnTo>
                <a:lnTo>
                  <a:pt x="3759" y="56"/>
                </a:lnTo>
                <a:lnTo>
                  <a:pt x="3759" y="57"/>
                </a:lnTo>
                <a:lnTo>
                  <a:pt x="3760" y="57"/>
                </a:lnTo>
                <a:lnTo>
                  <a:pt x="3761" y="57"/>
                </a:lnTo>
                <a:lnTo>
                  <a:pt x="3762" y="57"/>
                </a:lnTo>
                <a:lnTo>
                  <a:pt x="3763" y="57"/>
                </a:lnTo>
                <a:lnTo>
                  <a:pt x="3764" y="56"/>
                </a:lnTo>
                <a:lnTo>
                  <a:pt x="3765" y="56"/>
                </a:lnTo>
                <a:lnTo>
                  <a:pt x="3765" y="57"/>
                </a:lnTo>
                <a:lnTo>
                  <a:pt x="3765" y="56"/>
                </a:lnTo>
                <a:lnTo>
                  <a:pt x="3766" y="56"/>
                </a:lnTo>
                <a:lnTo>
                  <a:pt x="3767" y="56"/>
                </a:lnTo>
                <a:lnTo>
                  <a:pt x="3768" y="56"/>
                </a:lnTo>
                <a:lnTo>
                  <a:pt x="3768" y="55"/>
                </a:lnTo>
                <a:lnTo>
                  <a:pt x="3768" y="54"/>
                </a:lnTo>
                <a:lnTo>
                  <a:pt x="3768" y="54"/>
                </a:lnTo>
                <a:lnTo>
                  <a:pt x="3768" y="55"/>
                </a:lnTo>
                <a:lnTo>
                  <a:pt x="3769" y="55"/>
                </a:lnTo>
                <a:lnTo>
                  <a:pt x="3770" y="54"/>
                </a:lnTo>
                <a:lnTo>
                  <a:pt x="3771" y="54"/>
                </a:lnTo>
                <a:lnTo>
                  <a:pt x="3771" y="53"/>
                </a:lnTo>
                <a:lnTo>
                  <a:pt x="3772" y="54"/>
                </a:lnTo>
                <a:lnTo>
                  <a:pt x="3773" y="54"/>
                </a:lnTo>
                <a:lnTo>
                  <a:pt x="3774" y="55"/>
                </a:lnTo>
                <a:lnTo>
                  <a:pt x="3786" y="51"/>
                </a:lnTo>
                <a:lnTo>
                  <a:pt x="3788" y="51"/>
                </a:lnTo>
                <a:lnTo>
                  <a:pt x="3793" y="49"/>
                </a:lnTo>
                <a:lnTo>
                  <a:pt x="3797" y="47"/>
                </a:lnTo>
                <a:lnTo>
                  <a:pt x="3800" y="45"/>
                </a:lnTo>
                <a:lnTo>
                  <a:pt x="3805" y="45"/>
                </a:lnTo>
                <a:lnTo>
                  <a:pt x="3811" y="47"/>
                </a:lnTo>
                <a:lnTo>
                  <a:pt x="3815" y="46"/>
                </a:lnTo>
                <a:lnTo>
                  <a:pt x="3822" y="46"/>
                </a:lnTo>
                <a:lnTo>
                  <a:pt x="3827" y="49"/>
                </a:lnTo>
                <a:lnTo>
                  <a:pt x="3832" y="50"/>
                </a:lnTo>
                <a:lnTo>
                  <a:pt x="3835" y="50"/>
                </a:lnTo>
                <a:lnTo>
                  <a:pt x="3843" y="48"/>
                </a:lnTo>
                <a:lnTo>
                  <a:pt x="3846" y="47"/>
                </a:lnTo>
                <a:lnTo>
                  <a:pt x="3853" y="45"/>
                </a:lnTo>
                <a:lnTo>
                  <a:pt x="3861" y="43"/>
                </a:lnTo>
                <a:lnTo>
                  <a:pt x="3867" y="44"/>
                </a:lnTo>
                <a:lnTo>
                  <a:pt x="3870" y="45"/>
                </a:lnTo>
                <a:lnTo>
                  <a:pt x="3875" y="47"/>
                </a:lnTo>
                <a:lnTo>
                  <a:pt x="3880" y="48"/>
                </a:lnTo>
                <a:lnTo>
                  <a:pt x="3888" y="48"/>
                </a:lnTo>
                <a:lnTo>
                  <a:pt x="3893" y="48"/>
                </a:lnTo>
                <a:lnTo>
                  <a:pt x="3901" y="48"/>
                </a:lnTo>
                <a:lnTo>
                  <a:pt x="3908" y="50"/>
                </a:lnTo>
                <a:lnTo>
                  <a:pt x="3914" y="51"/>
                </a:lnTo>
                <a:lnTo>
                  <a:pt x="3921" y="51"/>
                </a:lnTo>
                <a:lnTo>
                  <a:pt x="3929" y="53"/>
                </a:lnTo>
                <a:lnTo>
                  <a:pt x="3935" y="54"/>
                </a:lnTo>
                <a:lnTo>
                  <a:pt x="3942" y="55"/>
                </a:lnTo>
                <a:lnTo>
                  <a:pt x="3948" y="53"/>
                </a:lnTo>
                <a:lnTo>
                  <a:pt x="3955" y="51"/>
                </a:lnTo>
                <a:lnTo>
                  <a:pt x="3958" y="52"/>
                </a:lnTo>
                <a:lnTo>
                  <a:pt x="3962" y="52"/>
                </a:lnTo>
                <a:lnTo>
                  <a:pt x="3966" y="52"/>
                </a:lnTo>
                <a:lnTo>
                  <a:pt x="3974" y="50"/>
                </a:lnTo>
                <a:lnTo>
                  <a:pt x="3979" y="51"/>
                </a:lnTo>
                <a:lnTo>
                  <a:pt x="3988" y="53"/>
                </a:lnTo>
                <a:lnTo>
                  <a:pt x="3992" y="49"/>
                </a:lnTo>
                <a:lnTo>
                  <a:pt x="3996" y="47"/>
                </a:lnTo>
                <a:lnTo>
                  <a:pt x="3999" y="46"/>
                </a:lnTo>
                <a:lnTo>
                  <a:pt x="4003" y="43"/>
                </a:lnTo>
                <a:lnTo>
                  <a:pt x="4008" y="43"/>
                </a:lnTo>
                <a:lnTo>
                  <a:pt x="4010" y="42"/>
                </a:lnTo>
                <a:lnTo>
                  <a:pt x="4016" y="41"/>
                </a:lnTo>
                <a:lnTo>
                  <a:pt x="4021" y="42"/>
                </a:lnTo>
                <a:lnTo>
                  <a:pt x="4024" y="43"/>
                </a:lnTo>
                <a:lnTo>
                  <a:pt x="4027" y="45"/>
                </a:lnTo>
                <a:lnTo>
                  <a:pt x="4031" y="47"/>
                </a:lnTo>
                <a:lnTo>
                  <a:pt x="4037" y="47"/>
                </a:lnTo>
                <a:lnTo>
                  <a:pt x="4041" y="46"/>
                </a:lnTo>
                <a:lnTo>
                  <a:pt x="4048" y="44"/>
                </a:lnTo>
                <a:lnTo>
                  <a:pt x="4054" y="43"/>
                </a:lnTo>
                <a:lnTo>
                  <a:pt x="4060" y="41"/>
                </a:lnTo>
                <a:lnTo>
                  <a:pt x="4063" y="41"/>
                </a:lnTo>
                <a:lnTo>
                  <a:pt x="4068" y="40"/>
                </a:lnTo>
                <a:lnTo>
                  <a:pt x="4073" y="39"/>
                </a:lnTo>
                <a:lnTo>
                  <a:pt x="4078" y="38"/>
                </a:lnTo>
                <a:lnTo>
                  <a:pt x="4085" y="37"/>
                </a:lnTo>
                <a:lnTo>
                  <a:pt x="4089" y="35"/>
                </a:lnTo>
                <a:lnTo>
                  <a:pt x="4095" y="33"/>
                </a:lnTo>
                <a:lnTo>
                  <a:pt x="4103" y="33"/>
                </a:lnTo>
                <a:lnTo>
                  <a:pt x="4111" y="34"/>
                </a:lnTo>
                <a:lnTo>
                  <a:pt x="4118" y="35"/>
                </a:lnTo>
                <a:lnTo>
                  <a:pt x="4127" y="36"/>
                </a:lnTo>
                <a:lnTo>
                  <a:pt x="4134" y="35"/>
                </a:lnTo>
                <a:lnTo>
                  <a:pt x="4146" y="30"/>
                </a:lnTo>
                <a:lnTo>
                  <a:pt x="4156" y="28"/>
                </a:lnTo>
                <a:lnTo>
                  <a:pt x="4166" y="29"/>
                </a:lnTo>
                <a:lnTo>
                  <a:pt x="4172" y="29"/>
                </a:lnTo>
                <a:lnTo>
                  <a:pt x="4180" y="31"/>
                </a:lnTo>
                <a:lnTo>
                  <a:pt x="4191" y="31"/>
                </a:lnTo>
                <a:lnTo>
                  <a:pt x="4200" y="29"/>
                </a:lnTo>
                <a:lnTo>
                  <a:pt x="4206" y="27"/>
                </a:lnTo>
                <a:lnTo>
                  <a:pt x="4211" y="28"/>
                </a:lnTo>
                <a:lnTo>
                  <a:pt x="4216" y="31"/>
                </a:lnTo>
                <a:lnTo>
                  <a:pt x="4222" y="34"/>
                </a:lnTo>
                <a:lnTo>
                  <a:pt x="4229" y="35"/>
                </a:lnTo>
                <a:lnTo>
                  <a:pt x="4234" y="35"/>
                </a:lnTo>
                <a:lnTo>
                  <a:pt x="4241" y="35"/>
                </a:lnTo>
                <a:lnTo>
                  <a:pt x="4251" y="35"/>
                </a:lnTo>
                <a:lnTo>
                  <a:pt x="4258" y="34"/>
                </a:lnTo>
                <a:lnTo>
                  <a:pt x="4266" y="31"/>
                </a:lnTo>
                <a:lnTo>
                  <a:pt x="4271" y="31"/>
                </a:lnTo>
                <a:lnTo>
                  <a:pt x="4276" y="29"/>
                </a:lnTo>
                <a:lnTo>
                  <a:pt x="4282" y="27"/>
                </a:lnTo>
                <a:lnTo>
                  <a:pt x="4288" y="26"/>
                </a:lnTo>
                <a:lnTo>
                  <a:pt x="4294" y="26"/>
                </a:lnTo>
                <a:lnTo>
                  <a:pt x="4304" y="24"/>
                </a:lnTo>
                <a:lnTo>
                  <a:pt x="4311" y="24"/>
                </a:lnTo>
                <a:lnTo>
                  <a:pt x="4316" y="26"/>
                </a:lnTo>
                <a:lnTo>
                  <a:pt x="4323" y="27"/>
                </a:lnTo>
                <a:lnTo>
                  <a:pt x="4333" y="25"/>
                </a:lnTo>
                <a:lnTo>
                  <a:pt x="4339" y="23"/>
                </a:lnTo>
                <a:lnTo>
                  <a:pt x="4341" y="20"/>
                </a:lnTo>
                <a:lnTo>
                  <a:pt x="4347" y="18"/>
                </a:lnTo>
                <a:lnTo>
                  <a:pt x="4353" y="20"/>
                </a:lnTo>
                <a:lnTo>
                  <a:pt x="4358" y="21"/>
                </a:lnTo>
                <a:lnTo>
                  <a:pt x="4363" y="23"/>
                </a:lnTo>
                <a:lnTo>
                  <a:pt x="4368" y="24"/>
                </a:lnTo>
                <a:lnTo>
                  <a:pt x="4373" y="25"/>
                </a:lnTo>
                <a:lnTo>
                  <a:pt x="4380" y="25"/>
                </a:lnTo>
                <a:lnTo>
                  <a:pt x="4386" y="26"/>
                </a:lnTo>
                <a:lnTo>
                  <a:pt x="4392" y="24"/>
                </a:lnTo>
                <a:lnTo>
                  <a:pt x="4399" y="25"/>
                </a:lnTo>
                <a:lnTo>
                  <a:pt x="4409" y="25"/>
                </a:lnTo>
                <a:lnTo>
                  <a:pt x="4415" y="25"/>
                </a:lnTo>
                <a:lnTo>
                  <a:pt x="4419" y="25"/>
                </a:lnTo>
                <a:lnTo>
                  <a:pt x="4421" y="24"/>
                </a:lnTo>
                <a:lnTo>
                  <a:pt x="4424" y="22"/>
                </a:lnTo>
                <a:lnTo>
                  <a:pt x="4427" y="20"/>
                </a:lnTo>
                <a:lnTo>
                  <a:pt x="4432" y="18"/>
                </a:lnTo>
                <a:lnTo>
                  <a:pt x="4435" y="18"/>
                </a:lnTo>
                <a:lnTo>
                  <a:pt x="4439" y="20"/>
                </a:lnTo>
                <a:lnTo>
                  <a:pt x="4442" y="21"/>
                </a:lnTo>
                <a:lnTo>
                  <a:pt x="4446" y="20"/>
                </a:lnTo>
                <a:lnTo>
                  <a:pt x="4451" y="17"/>
                </a:lnTo>
                <a:lnTo>
                  <a:pt x="4455" y="15"/>
                </a:lnTo>
                <a:lnTo>
                  <a:pt x="4459" y="13"/>
                </a:lnTo>
                <a:lnTo>
                  <a:pt x="4461" y="17"/>
                </a:lnTo>
                <a:lnTo>
                  <a:pt x="4466" y="20"/>
                </a:lnTo>
                <a:lnTo>
                  <a:pt x="4469" y="21"/>
                </a:lnTo>
                <a:lnTo>
                  <a:pt x="4476" y="22"/>
                </a:lnTo>
                <a:lnTo>
                  <a:pt x="4483" y="24"/>
                </a:lnTo>
                <a:lnTo>
                  <a:pt x="4487" y="25"/>
                </a:lnTo>
                <a:lnTo>
                  <a:pt x="4493" y="27"/>
                </a:lnTo>
                <a:lnTo>
                  <a:pt x="4497" y="28"/>
                </a:lnTo>
                <a:lnTo>
                  <a:pt x="4501" y="26"/>
                </a:lnTo>
                <a:lnTo>
                  <a:pt x="4505" y="24"/>
                </a:lnTo>
                <a:lnTo>
                  <a:pt x="4509" y="24"/>
                </a:lnTo>
                <a:lnTo>
                  <a:pt x="4514" y="25"/>
                </a:lnTo>
                <a:lnTo>
                  <a:pt x="4521" y="26"/>
                </a:lnTo>
                <a:lnTo>
                  <a:pt x="4530" y="25"/>
                </a:lnTo>
                <a:lnTo>
                  <a:pt x="4535" y="23"/>
                </a:lnTo>
                <a:lnTo>
                  <a:pt x="4543" y="23"/>
                </a:lnTo>
                <a:lnTo>
                  <a:pt x="4548" y="22"/>
                </a:lnTo>
                <a:lnTo>
                  <a:pt x="4563" y="19"/>
                </a:lnTo>
                <a:lnTo>
                  <a:pt x="4568" y="19"/>
                </a:lnTo>
                <a:lnTo>
                  <a:pt x="4573" y="20"/>
                </a:lnTo>
                <a:lnTo>
                  <a:pt x="4580" y="19"/>
                </a:lnTo>
                <a:lnTo>
                  <a:pt x="4587" y="18"/>
                </a:lnTo>
                <a:lnTo>
                  <a:pt x="4596" y="17"/>
                </a:lnTo>
                <a:lnTo>
                  <a:pt x="4602" y="16"/>
                </a:lnTo>
                <a:lnTo>
                  <a:pt x="4607" y="16"/>
                </a:lnTo>
                <a:lnTo>
                  <a:pt x="4613" y="14"/>
                </a:lnTo>
                <a:lnTo>
                  <a:pt x="4616" y="14"/>
                </a:lnTo>
                <a:lnTo>
                  <a:pt x="4624" y="12"/>
                </a:lnTo>
                <a:lnTo>
                  <a:pt x="4628" y="15"/>
                </a:lnTo>
                <a:lnTo>
                  <a:pt x="4632" y="16"/>
                </a:lnTo>
                <a:lnTo>
                  <a:pt x="4637" y="16"/>
                </a:lnTo>
                <a:lnTo>
                  <a:pt x="4642" y="16"/>
                </a:lnTo>
                <a:lnTo>
                  <a:pt x="4645" y="16"/>
                </a:lnTo>
                <a:lnTo>
                  <a:pt x="4650" y="15"/>
                </a:lnTo>
                <a:lnTo>
                  <a:pt x="4653" y="15"/>
                </a:lnTo>
                <a:lnTo>
                  <a:pt x="4658" y="14"/>
                </a:lnTo>
                <a:lnTo>
                  <a:pt x="4668" y="14"/>
                </a:lnTo>
                <a:lnTo>
                  <a:pt x="4683" y="17"/>
                </a:lnTo>
                <a:lnTo>
                  <a:pt x="4686" y="16"/>
                </a:lnTo>
                <a:lnTo>
                  <a:pt x="4691" y="16"/>
                </a:lnTo>
                <a:lnTo>
                  <a:pt x="4697" y="13"/>
                </a:lnTo>
                <a:lnTo>
                  <a:pt x="4702" y="12"/>
                </a:lnTo>
                <a:lnTo>
                  <a:pt x="4710" y="9"/>
                </a:lnTo>
                <a:lnTo>
                  <a:pt x="4716" y="7"/>
                </a:lnTo>
                <a:lnTo>
                  <a:pt x="4721" y="6"/>
                </a:lnTo>
                <a:lnTo>
                  <a:pt x="4728" y="7"/>
                </a:lnTo>
                <a:lnTo>
                  <a:pt x="4733" y="8"/>
                </a:lnTo>
                <a:lnTo>
                  <a:pt x="4738" y="8"/>
                </a:lnTo>
                <a:lnTo>
                  <a:pt x="4743" y="6"/>
                </a:lnTo>
                <a:lnTo>
                  <a:pt x="4749" y="6"/>
                </a:lnTo>
                <a:lnTo>
                  <a:pt x="4755" y="8"/>
                </a:lnTo>
                <a:lnTo>
                  <a:pt x="4758" y="7"/>
                </a:lnTo>
                <a:lnTo>
                  <a:pt x="4763" y="11"/>
                </a:lnTo>
                <a:lnTo>
                  <a:pt x="4768" y="12"/>
                </a:lnTo>
                <a:lnTo>
                  <a:pt x="4774" y="11"/>
                </a:lnTo>
                <a:lnTo>
                  <a:pt x="4783" y="9"/>
                </a:lnTo>
                <a:lnTo>
                  <a:pt x="4788" y="7"/>
                </a:lnTo>
                <a:lnTo>
                  <a:pt x="4793" y="4"/>
                </a:lnTo>
                <a:lnTo>
                  <a:pt x="4798" y="2"/>
                </a:lnTo>
                <a:lnTo>
                  <a:pt x="4804" y="7"/>
                </a:lnTo>
                <a:lnTo>
                  <a:pt x="4809" y="9"/>
                </a:lnTo>
                <a:lnTo>
                  <a:pt x="4816" y="7"/>
                </a:lnTo>
                <a:lnTo>
                  <a:pt x="4826" y="7"/>
                </a:lnTo>
                <a:lnTo>
                  <a:pt x="4838" y="7"/>
                </a:lnTo>
                <a:lnTo>
                  <a:pt x="4847" y="1"/>
                </a:lnTo>
                <a:lnTo>
                  <a:pt x="4852" y="0"/>
                </a:lnTo>
                <a:lnTo>
                  <a:pt x="4857" y="2"/>
                </a:lnTo>
                <a:lnTo>
                  <a:pt x="4862" y="3"/>
                </a:lnTo>
                <a:lnTo>
                  <a:pt x="4870" y="4"/>
                </a:lnTo>
                <a:lnTo>
                  <a:pt x="4878" y="5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E6E4B147-F8B5-4DA0-ADCC-7E384908F4D4}"/>
              </a:ext>
            </a:extLst>
          </p:cNvPr>
          <p:cNvSpPr txBox="1"/>
          <p:nvPr/>
        </p:nvSpPr>
        <p:spPr>
          <a:xfrm>
            <a:off x="170331" y="2191517"/>
            <a:ext cx="185166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1789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ACUMULATIVO DE RESCATES DE PERSONAS, CUERPOS RECUPERADOS Y MASCOTAS RESCATADAS</a:t>
            </a:r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E87996B4-9141-44BB-B2A2-64E7753A1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736" y="-200986"/>
            <a:ext cx="2798244" cy="2178031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026EE03A-C5DE-4F1A-8190-B5066F5B8B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9" t="30800" r="18000" b="26000"/>
          <a:stretch/>
        </p:blipFill>
        <p:spPr>
          <a:xfrm>
            <a:off x="170331" y="254555"/>
            <a:ext cx="1704405" cy="1314827"/>
          </a:xfrm>
          <a:prstGeom prst="rect">
            <a:avLst/>
          </a:prstGeom>
        </p:spPr>
      </p:pic>
      <p:sp>
        <p:nvSpPr>
          <p:cNvPr id="17" name="Rectangle 75">
            <a:extLst>
              <a:ext uri="{FF2B5EF4-FFF2-40B4-BE49-F238E27FC236}">
                <a16:creationId xmlns:a16="http://schemas.microsoft.com/office/drawing/2014/main" id="{18B3E8C1-4635-4D08-AC47-E225C395C5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72980" y="8588259"/>
            <a:ext cx="44955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600" b="1" i="1" dirty="0">
                <a:solidFill>
                  <a:srgbClr val="000000"/>
                </a:solidFill>
              </a:rPr>
              <a:t>LA GUAIRA</a:t>
            </a:r>
            <a:endParaRPr kumimoji="0" lang="es-CO" altLang="es-C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31B506-3F51-1BFA-3F62-EC5A615702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800" y="2702132"/>
            <a:ext cx="11847181" cy="47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28429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7">
            <a:extLst>
              <a:ext uri="{FF2B5EF4-FFF2-40B4-BE49-F238E27FC236}">
                <a16:creationId xmlns:a16="http://schemas.microsoft.com/office/drawing/2014/main" id="{D088021E-9252-48D0-A645-57A760C9F952}"/>
              </a:ext>
            </a:extLst>
          </p:cNvPr>
          <p:cNvSpPr txBox="1"/>
          <p:nvPr/>
        </p:nvSpPr>
        <p:spPr>
          <a:xfrm>
            <a:off x="505893" y="293595"/>
            <a:ext cx="18288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292C7B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DIRECCIÓN NACIONAL DE PROTECCIÓN CIVIL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292C7B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Y ADMINISTRACIÓN DE DESASTRES</a:t>
            </a:r>
          </a:p>
        </p:txBody>
      </p:sp>
      <p:grpSp>
        <p:nvGrpSpPr>
          <p:cNvPr id="33" name="Group 20">
            <a:extLst>
              <a:ext uri="{FF2B5EF4-FFF2-40B4-BE49-F238E27FC236}">
                <a16:creationId xmlns:a16="http://schemas.microsoft.com/office/drawing/2014/main" id="{D5FD1336-D918-4317-A13C-5D15C7ABBDBA}"/>
              </a:ext>
            </a:extLst>
          </p:cNvPr>
          <p:cNvGrpSpPr/>
          <p:nvPr/>
        </p:nvGrpSpPr>
        <p:grpSpPr>
          <a:xfrm rot="5400000">
            <a:off x="8443692" y="512477"/>
            <a:ext cx="1326902" cy="18214286"/>
            <a:chOff x="0" y="0"/>
            <a:chExt cx="469430" cy="6388841"/>
          </a:xfrm>
        </p:grpSpPr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6532D6C0-8A87-464C-AE1D-BC1BED1E0EBD}"/>
                </a:ext>
              </a:extLst>
            </p:cNvPr>
            <p:cNvSpPr/>
            <p:nvPr/>
          </p:nvSpPr>
          <p:spPr>
            <a:xfrm>
              <a:off x="0" y="0"/>
              <a:ext cx="469430" cy="6388841"/>
            </a:xfrm>
            <a:custGeom>
              <a:avLst/>
              <a:gdLst/>
              <a:ahLst/>
              <a:cxnLst/>
              <a:rect l="l" t="t" r="r" b="b"/>
              <a:pathLst>
                <a:path w="469430" h="6388841">
                  <a:moveTo>
                    <a:pt x="0" y="0"/>
                  </a:moveTo>
                  <a:lnTo>
                    <a:pt x="469430" y="0"/>
                  </a:lnTo>
                  <a:lnTo>
                    <a:pt x="469430" y="6388841"/>
                  </a:lnTo>
                  <a:lnTo>
                    <a:pt x="0" y="6388841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59456492-19B1-43C2-83F3-FA1DE1E0F751}"/>
                </a:ext>
              </a:extLst>
            </p:cNvPr>
            <p:cNvSpPr txBox="1"/>
            <p:nvPr/>
          </p:nvSpPr>
          <p:spPr>
            <a:xfrm>
              <a:off x="0" y="-38100"/>
              <a:ext cx="469430" cy="642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6" name="Freeform 32">
            <a:extLst>
              <a:ext uri="{FF2B5EF4-FFF2-40B4-BE49-F238E27FC236}">
                <a16:creationId xmlns:a16="http://schemas.microsoft.com/office/drawing/2014/main" id="{50F8C573-D9C9-4748-BFD6-23D43DA29D43}"/>
              </a:ext>
            </a:extLst>
          </p:cNvPr>
          <p:cNvSpPr/>
          <p:nvPr/>
        </p:nvSpPr>
        <p:spPr>
          <a:xfrm rot="5400000">
            <a:off x="15434468" y="6549232"/>
            <a:ext cx="1130542" cy="3195878"/>
          </a:xfrm>
          <a:custGeom>
            <a:avLst/>
            <a:gdLst/>
            <a:ahLst/>
            <a:cxnLst/>
            <a:rect l="l" t="t" r="r" b="b"/>
            <a:pathLst>
              <a:path w="1130542" h="3195878">
                <a:moveTo>
                  <a:pt x="0" y="0"/>
                </a:moveTo>
                <a:lnTo>
                  <a:pt x="1130541" y="0"/>
                </a:lnTo>
                <a:lnTo>
                  <a:pt x="1130541" y="3195877"/>
                </a:lnTo>
                <a:lnTo>
                  <a:pt x="0" y="3195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VE" dirty="0"/>
          </a:p>
        </p:txBody>
      </p:sp>
      <p:sp>
        <p:nvSpPr>
          <p:cNvPr id="37" name="Freeform 33">
            <a:extLst>
              <a:ext uri="{FF2B5EF4-FFF2-40B4-BE49-F238E27FC236}">
                <a16:creationId xmlns:a16="http://schemas.microsoft.com/office/drawing/2014/main" id="{11483B86-0ADE-465C-818F-19FF038C3165}"/>
              </a:ext>
            </a:extLst>
          </p:cNvPr>
          <p:cNvSpPr/>
          <p:nvPr/>
        </p:nvSpPr>
        <p:spPr>
          <a:xfrm>
            <a:off x="15181329" y="7502172"/>
            <a:ext cx="3032957" cy="1664335"/>
          </a:xfrm>
          <a:custGeom>
            <a:avLst/>
            <a:gdLst/>
            <a:ahLst/>
            <a:cxnLst/>
            <a:rect l="l" t="t" r="r" b="b"/>
            <a:pathLst>
              <a:path w="3032957" h="1664335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4">
            <a:extLst>
              <a:ext uri="{FF2B5EF4-FFF2-40B4-BE49-F238E27FC236}">
                <a16:creationId xmlns:a16="http://schemas.microsoft.com/office/drawing/2014/main" id="{569043A1-2DD3-4733-B2BD-7D70A4AAD170}"/>
              </a:ext>
            </a:extLst>
          </p:cNvPr>
          <p:cNvGrpSpPr/>
          <p:nvPr/>
        </p:nvGrpSpPr>
        <p:grpSpPr>
          <a:xfrm>
            <a:off x="18081" y="1617942"/>
            <a:ext cx="12619123" cy="337406"/>
            <a:chOff x="0" y="0"/>
            <a:chExt cx="3323555" cy="88864"/>
          </a:xfrm>
        </p:grpSpPr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12CE7935-2DBF-4CCD-A7A1-D2ADFA40E263}"/>
                </a:ext>
              </a:extLst>
            </p:cNvPr>
            <p:cNvSpPr/>
            <p:nvPr/>
          </p:nvSpPr>
          <p:spPr>
            <a:xfrm>
              <a:off x="0" y="0"/>
              <a:ext cx="3323555" cy="88864"/>
            </a:xfrm>
            <a:custGeom>
              <a:avLst/>
              <a:gdLst/>
              <a:ahLst/>
              <a:cxnLst/>
              <a:rect l="l" t="t" r="r" b="b"/>
              <a:pathLst>
                <a:path w="3323555" h="88864">
                  <a:moveTo>
                    <a:pt x="0" y="0"/>
                  </a:moveTo>
                  <a:lnTo>
                    <a:pt x="3323555" y="0"/>
                  </a:lnTo>
                  <a:lnTo>
                    <a:pt x="3323555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C1A82B58-A623-407E-BA17-1C679C453125}"/>
                </a:ext>
              </a:extLst>
            </p:cNvPr>
            <p:cNvSpPr txBox="1"/>
            <p:nvPr/>
          </p:nvSpPr>
          <p:spPr>
            <a:xfrm>
              <a:off x="0" y="-38100"/>
              <a:ext cx="3323555" cy="126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1" name="Imagen 40">
            <a:extLst>
              <a:ext uri="{FF2B5EF4-FFF2-40B4-BE49-F238E27FC236}">
                <a16:creationId xmlns:a16="http://schemas.microsoft.com/office/drawing/2014/main" id="{4CB97054-940A-447D-92B1-B7B72AAE11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510" y="105589"/>
            <a:ext cx="2024597" cy="2028654"/>
          </a:xfrm>
          <a:prstGeom prst="rect">
            <a:avLst/>
          </a:prstGeom>
        </p:spPr>
      </p:pic>
      <p:sp>
        <p:nvSpPr>
          <p:cNvPr id="42" name="Freeform 74">
            <a:extLst>
              <a:ext uri="{FF2B5EF4-FFF2-40B4-BE49-F238E27FC236}">
                <a16:creationId xmlns:a16="http://schemas.microsoft.com/office/drawing/2014/main" id="{A5566BA6-A972-4CA0-B69F-1DF90E9835C8}"/>
              </a:ext>
            </a:extLst>
          </p:cNvPr>
          <p:cNvSpPr>
            <a:spLocks noChangeAspect="1"/>
          </p:cNvSpPr>
          <p:nvPr/>
        </p:nvSpPr>
        <p:spPr bwMode="auto">
          <a:xfrm>
            <a:off x="379885" y="7755173"/>
            <a:ext cx="7352973" cy="1982462"/>
          </a:xfrm>
          <a:custGeom>
            <a:avLst/>
            <a:gdLst>
              <a:gd name="T0" fmla="*/ 5622 w 5832"/>
              <a:gd name="T1" fmla="*/ 135 h 1293"/>
              <a:gd name="T2" fmla="*/ 5701 w 5832"/>
              <a:gd name="T3" fmla="*/ 561 h 1293"/>
              <a:gd name="T4" fmla="*/ 4985 w 5832"/>
              <a:gd name="T5" fmla="*/ 523 h 1293"/>
              <a:gd name="T6" fmla="*/ 4152 w 5832"/>
              <a:gd name="T7" fmla="*/ 483 h 1293"/>
              <a:gd name="T8" fmla="*/ 3209 w 5832"/>
              <a:gd name="T9" fmla="*/ 481 h 1293"/>
              <a:gd name="T10" fmla="*/ 2389 w 5832"/>
              <a:gd name="T11" fmla="*/ 443 h 1293"/>
              <a:gd name="T12" fmla="*/ 1874 w 5832"/>
              <a:gd name="T13" fmla="*/ 743 h 1293"/>
              <a:gd name="T14" fmla="*/ 1887 w 5832"/>
              <a:gd name="T15" fmla="*/ 811 h 1293"/>
              <a:gd name="T16" fmla="*/ 1762 w 5832"/>
              <a:gd name="T17" fmla="*/ 906 h 1293"/>
              <a:gd name="T18" fmla="*/ 1575 w 5832"/>
              <a:gd name="T19" fmla="*/ 917 h 1293"/>
              <a:gd name="T20" fmla="*/ 779 w 5832"/>
              <a:gd name="T21" fmla="*/ 1107 h 1293"/>
              <a:gd name="T22" fmla="*/ 210 w 5832"/>
              <a:gd name="T23" fmla="*/ 966 h 1293"/>
              <a:gd name="T24" fmla="*/ 0 w 5832"/>
              <a:gd name="T25" fmla="*/ 636 h 1293"/>
              <a:gd name="T26" fmla="*/ 445 w 5832"/>
              <a:gd name="T27" fmla="*/ 478 h 1293"/>
              <a:gd name="T28" fmla="*/ 1023 w 5832"/>
              <a:gd name="T29" fmla="*/ 430 h 1293"/>
              <a:gd name="T30" fmla="*/ 1512 w 5832"/>
              <a:gd name="T31" fmla="*/ 329 h 1293"/>
              <a:gd name="T32" fmla="*/ 1708 w 5832"/>
              <a:gd name="T33" fmla="*/ 269 h 1293"/>
              <a:gd name="T34" fmla="*/ 1754 w 5832"/>
              <a:gd name="T35" fmla="*/ 227 h 1293"/>
              <a:gd name="T36" fmla="*/ 1786 w 5832"/>
              <a:gd name="T37" fmla="*/ 229 h 1293"/>
              <a:gd name="T38" fmla="*/ 1868 w 5832"/>
              <a:gd name="T39" fmla="*/ 214 h 1293"/>
              <a:gd name="T40" fmla="*/ 1922 w 5832"/>
              <a:gd name="T41" fmla="*/ 192 h 1293"/>
              <a:gd name="T42" fmla="*/ 1973 w 5832"/>
              <a:gd name="T43" fmla="*/ 147 h 1293"/>
              <a:gd name="T44" fmla="*/ 2018 w 5832"/>
              <a:gd name="T45" fmla="*/ 117 h 1293"/>
              <a:gd name="T46" fmla="*/ 2075 w 5832"/>
              <a:gd name="T47" fmla="*/ 97 h 1293"/>
              <a:gd name="T48" fmla="*/ 2103 w 5832"/>
              <a:gd name="T49" fmla="*/ 92 h 1293"/>
              <a:gd name="T50" fmla="*/ 2126 w 5832"/>
              <a:gd name="T51" fmla="*/ 99 h 1293"/>
              <a:gd name="T52" fmla="*/ 2159 w 5832"/>
              <a:gd name="T53" fmla="*/ 105 h 1293"/>
              <a:gd name="T54" fmla="*/ 2175 w 5832"/>
              <a:gd name="T55" fmla="*/ 105 h 1293"/>
              <a:gd name="T56" fmla="*/ 2184 w 5832"/>
              <a:gd name="T57" fmla="*/ 103 h 1293"/>
              <a:gd name="T58" fmla="*/ 2230 w 5832"/>
              <a:gd name="T59" fmla="*/ 104 h 1293"/>
              <a:gd name="T60" fmla="*/ 2264 w 5832"/>
              <a:gd name="T61" fmla="*/ 118 h 1293"/>
              <a:gd name="T62" fmla="*/ 2279 w 5832"/>
              <a:gd name="T63" fmla="*/ 126 h 1293"/>
              <a:gd name="T64" fmla="*/ 2341 w 5832"/>
              <a:gd name="T65" fmla="*/ 135 h 1293"/>
              <a:gd name="T66" fmla="*/ 2408 w 5832"/>
              <a:gd name="T67" fmla="*/ 169 h 1293"/>
              <a:gd name="T68" fmla="*/ 2467 w 5832"/>
              <a:gd name="T69" fmla="*/ 165 h 1293"/>
              <a:gd name="T70" fmla="*/ 2460 w 5832"/>
              <a:gd name="T71" fmla="*/ 131 h 1293"/>
              <a:gd name="T72" fmla="*/ 2527 w 5832"/>
              <a:gd name="T73" fmla="*/ 154 h 1293"/>
              <a:gd name="T74" fmla="*/ 2593 w 5832"/>
              <a:gd name="T75" fmla="*/ 147 h 1293"/>
              <a:gd name="T76" fmla="*/ 2677 w 5832"/>
              <a:gd name="T77" fmla="*/ 151 h 1293"/>
              <a:gd name="T78" fmla="*/ 2736 w 5832"/>
              <a:gd name="T79" fmla="*/ 132 h 1293"/>
              <a:gd name="T80" fmla="*/ 2790 w 5832"/>
              <a:gd name="T81" fmla="*/ 105 h 1293"/>
              <a:gd name="T82" fmla="*/ 2843 w 5832"/>
              <a:gd name="T83" fmla="*/ 110 h 1293"/>
              <a:gd name="T84" fmla="*/ 2891 w 5832"/>
              <a:gd name="T85" fmla="*/ 105 h 1293"/>
              <a:gd name="T86" fmla="*/ 2935 w 5832"/>
              <a:gd name="T87" fmla="*/ 73 h 1293"/>
              <a:gd name="T88" fmla="*/ 2981 w 5832"/>
              <a:gd name="T89" fmla="*/ 67 h 1293"/>
              <a:gd name="T90" fmla="*/ 3021 w 5832"/>
              <a:gd name="T91" fmla="*/ 79 h 1293"/>
              <a:gd name="T92" fmla="*/ 3020 w 5832"/>
              <a:gd name="T93" fmla="*/ 58 h 1293"/>
              <a:gd name="T94" fmla="*/ 3079 w 5832"/>
              <a:gd name="T95" fmla="*/ 99 h 1293"/>
              <a:gd name="T96" fmla="*/ 3144 w 5832"/>
              <a:gd name="T97" fmla="*/ 107 h 1293"/>
              <a:gd name="T98" fmla="*/ 3210 w 5832"/>
              <a:gd name="T99" fmla="*/ 118 h 1293"/>
              <a:gd name="T100" fmla="*/ 3287 w 5832"/>
              <a:gd name="T101" fmla="*/ 110 h 1293"/>
              <a:gd name="T102" fmla="*/ 3367 w 5832"/>
              <a:gd name="T103" fmla="*/ 98 h 1293"/>
              <a:gd name="T104" fmla="*/ 3422 w 5832"/>
              <a:gd name="T105" fmla="*/ 84 h 1293"/>
              <a:gd name="T106" fmla="*/ 3504 w 5832"/>
              <a:gd name="T107" fmla="*/ 87 h 1293"/>
              <a:gd name="T108" fmla="*/ 3532 w 5832"/>
              <a:gd name="T109" fmla="*/ 58 h 1293"/>
              <a:gd name="T110" fmla="*/ 3534 w 5832"/>
              <a:gd name="T111" fmla="*/ 52 h 1293"/>
              <a:gd name="T112" fmla="*/ 3581 w 5832"/>
              <a:gd name="T113" fmla="*/ 43 h 1293"/>
              <a:gd name="T114" fmla="*/ 3609 w 5832"/>
              <a:gd name="T115" fmla="*/ 63 h 1293"/>
              <a:gd name="T116" fmla="*/ 3669 w 5832"/>
              <a:gd name="T117" fmla="*/ 57 h 1293"/>
              <a:gd name="T118" fmla="*/ 3700 w 5832"/>
              <a:gd name="T119" fmla="*/ 45 h 1293"/>
              <a:gd name="T120" fmla="*/ 3759 w 5832"/>
              <a:gd name="T121" fmla="*/ 56 h 1293"/>
              <a:gd name="T122" fmla="*/ 4127 w 5832"/>
              <a:gd name="T123" fmla="*/ 36 h 1293"/>
              <a:gd name="T124" fmla="*/ 4645 w 5832"/>
              <a:gd name="T125" fmla="*/ 16 h 1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832" h="1293">
                <a:moveTo>
                  <a:pt x="4878" y="5"/>
                </a:moveTo>
                <a:lnTo>
                  <a:pt x="4885" y="7"/>
                </a:lnTo>
                <a:lnTo>
                  <a:pt x="4893" y="11"/>
                </a:lnTo>
                <a:lnTo>
                  <a:pt x="4896" y="9"/>
                </a:lnTo>
                <a:lnTo>
                  <a:pt x="4905" y="6"/>
                </a:lnTo>
                <a:lnTo>
                  <a:pt x="4910" y="11"/>
                </a:lnTo>
                <a:lnTo>
                  <a:pt x="4917" y="12"/>
                </a:lnTo>
                <a:lnTo>
                  <a:pt x="4925" y="13"/>
                </a:lnTo>
                <a:lnTo>
                  <a:pt x="4935" y="18"/>
                </a:lnTo>
                <a:lnTo>
                  <a:pt x="4945" y="18"/>
                </a:lnTo>
                <a:lnTo>
                  <a:pt x="4953" y="16"/>
                </a:lnTo>
                <a:lnTo>
                  <a:pt x="4966" y="12"/>
                </a:lnTo>
                <a:lnTo>
                  <a:pt x="4975" y="5"/>
                </a:lnTo>
                <a:lnTo>
                  <a:pt x="4979" y="4"/>
                </a:lnTo>
                <a:lnTo>
                  <a:pt x="4981" y="6"/>
                </a:lnTo>
                <a:lnTo>
                  <a:pt x="4986" y="3"/>
                </a:lnTo>
                <a:lnTo>
                  <a:pt x="4990" y="6"/>
                </a:lnTo>
                <a:lnTo>
                  <a:pt x="4994" y="8"/>
                </a:lnTo>
                <a:lnTo>
                  <a:pt x="5001" y="10"/>
                </a:lnTo>
                <a:lnTo>
                  <a:pt x="5011" y="12"/>
                </a:lnTo>
                <a:lnTo>
                  <a:pt x="5020" y="15"/>
                </a:lnTo>
                <a:lnTo>
                  <a:pt x="5032" y="19"/>
                </a:lnTo>
                <a:lnTo>
                  <a:pt x="5038" y="20"/>
                </a:lnTo>
                <a:lnTo>
                  <a:pt x="5048" y="20"/>
                </a:lnTo>
                <a:lnTo>
                  <a:pt x="5055" y="15"/>
                </a:lnTo>
                <a:lnTo>
                  <a:pt x="5061" y="10"/>
                </a:lnTo>
                <a:lnTo>
                  <a:pt x="5067" y="10"/>
                </a:lnTo>
                <a:lnTo>
                  <a:pt x="5074" y="12"/>
                </a:lnTo>
                <a:lnTo>
                  <a:pt x="5082" y="12"/>
                </a:lnTo>
                <a:lnTo>
                  <a:pt x="5091" y="13"/>
                </a:lnTo>
                <a:lnTo>
                  <a:pt x="5103" y="21"/>
                </a:lnTo>
                <a:lnTo>
                  <a:pt x="5113" y="25"/>
                </a:lnTo>
                <a:lnTo>
                  <a:pt x="5123" y="29"/>
                </a:lnTo>
                <a:lnTo>
                  <a:pt x="5135" y="31"/>
                </a:lnTo>
                <a:lnTo>
                  <a:pt x="5146" y="34"/>
                </a:lnTo>
                <a:lnTo>
                  <a:pt x="5161" y="32"/>
                </a:lnTo>
                <a:lnTo>
                  <a:pt x="5165" y="30"/>
                </a:lnTo>
                <a:lnTo>
                  <a:pt x="5167" y="25"/>
                </a:lnTo>
                <a:lnTo>
                  <a:pt x="5170" y="21"/>
                </a:lnTo>
                <a:lnTo>
                  <a:pt x="5174" y="20"/>
                </a:lnTo>
                <a:lnTo>
                  <a:pt x="5179" y="20"/>
                </a:lnTo>
                <a:lnTo>
                  <a:pt x="5185" y="20"/>
                </a:lnTo>
                <a:lnTo>
                  <a:pt x="5191" y="17"/>
                </a:lnTo>
                <a:lnTo>
                  <a:pt x="5206" y="21"/>
                </a:lnTo>
                <a:lnTo>
                  <a:pt x="5220" y="22"/>
                </a:lnTo>
                <a:lnTo>
                  <a:pt x="5234" y="23"/>
                </a:lnTo>
                <a:lnTo>
                  <a:pt x="5245" y="21"/>
                </a:lnTo>
                <a:lnTo>
                  <a:pt x="5253" y="17"/>
                </a:lnTo>
                <a:lnTo>
                  <a:pt x="5260" y="16"/>
                </a:lnTo>
                <a:lnTo>
                  <a:pt x="5263" y="12"/>
                </a:lnTo>
                <a:lnTo>
                  <a:pt x="5266" y="6"/>
                </a:lnTo>
                <a:lnTo>
                  <a:pt x="5275" y="6"/>
                </a:lnTo>
                <a:lnTo>
                  <a:pt x="5286" y="10"/>
                </a:lnTo>
                <a:lnTo>
                  <a:pt x="5293" y="9"/>
                </a:lnTo>
                <a:lnTo>
                  <a:pt x="5302" y="11"/>
                </a:lnTo>
                <a:lnTo>
                  <a:pt x="5309" y="14"/>
                </a:lnTo>
                <a:lnTo>
                  <a:pt x="5317" y="16"/>
                </a:lnTo>
                <a:lnTo>
                  <a:pt x="5331" y="26"/>
                </a:lnTo>
                <a:lnTo>
                  <a:pt x="5340" y="29"/>
                </a:lnTo>
                <a:lnTo>
                  <a:pt x="5352" y="38"/>
                </a:lnTo>
                <a:lnTo>
                  <a:pt x="5371" y="41"/>
                </a:lnTo>
                <a:lnTo>
                  <a:pt x="5397" y="53"/>
                </a:lnTo>
                <a:lnTo>
                  <a:pt x="5411" y="56"/>
                </a:lnTo>
                <a:lnTo>
                  <a:pt x="5417" y="57"/>
                </a:lnTo>
                <a:lnTo>
                  <a:pt x="5426" y="57"/>
                </a:lnTo>
                <a:lnTo>
                  <a:pt x="5434" y="59"/>
                </a:lnTo>
                <a:lnTo>
                  <a:pt x="5438" y="55"/>
                </a:lnTo>
                <a:lnTo>
                  <a:pt x="5449" y="62"/>
                </a:lnTo>
                <a:lnTo>
                  <a:pt x="5457" y="70"/>
                </a:lnTo>
                <a:lnTo>
                  <a:pt x="5460" y="74"/>
                </a:lnTo>
                <a:lnTo>
                  <a:pt x="5474" y="80"/>
                </a:lnTo>
                <a:lnTo>
                  <a:pt x="5482" y="85"/>
                </a:lnTo>
                <a:lnTo>
                  <a:pt x="5495" y="95"/>
                </a:lnTo>
                <a:lnTo>
                  <a:pt x="5504" y="99"/>
                </a:lnTo>
                <a:lnTo>
                  <a:pt x="5510" y="101"/>
                </a:lnTo>
                <a:lnTo>
                  <a:pt x="5522" y="111"/>
                </a:lnTo>
                <a:lnTo>
                  <a:pt x="5531" y="115"/>
                </a:lnTo>
                <a:lnTo>
                  <a:pt x="5545" y="118"/>
                </a:lnTo>
                <a:lnTo>
                  <a:pt x="5553" y="120"/>
                </a:lnTo>
                <a:lnTo>
                  <a:pt x="5562" y="121"/>
                </a:lnTo>
                <a:lnTo>
                  <a:pt x="5573" y="125"/>
                </a:lnTo>
                <a:lnTo>
                  <a:pt x="5579" y="127"/>
                </a:lnTo>
                <a:lnTo>
                  <a:pt x="5585" y="125"/>
                </a:lnTo>
                <a:lnTo>
                  <a:pt x="5591" y="126"/>
                </a:lnTo>
                <a:lnTo>
                  <a:pt x="5601" y="127"/>
                </a:lnTo>
                <a:lnTo>
                  <a:pt x="5614" y="133"/>
                </a:lnTo>
                <a:lnTo>
                  <a:pt x="5622" y="135"/>
                </a:lnTo>
                <a:lnTo>
                  <a:pt x="5629" y="133"/>
                </a:lnTo>
                <a:lnTo>
                  <a:pt x="5633" y="131"/>
                </a:lnTo>
                <a:lnTo>
                  <a:pt x="5637" y="127"/>
                </a:lnTo>
                <a:lnTo>
                  <a:pt x="5642" y="125"/>
                </a:lnTo>
                <a:lnTo>
                  <a:pt x="5647" y="124"/>
                </a:lnTo>
                <a:lnTo>
                  <a:pt x="5651" y="124"/>
                </a:lnTo>
                <a:lnTo>
                  <a:pt x="5657" y="123"/>
                </a:lnTo>
                <a:lnTo>
                  <a:pt x="5661" y="120"/>
                </a:lnTo>
                <a:lnTo>
                  <a:pt x="5666" y="116"/>
                </a:lnTo>
                <a:lnTo>
                  <a:pt x="5672" y="115"/>
                </a:lnTo>
                <a:lnTo>
                  <a:pt x="5676" y="115"/>
                </a:lnTo>
                <a:lnTo>
                  <a:pt x="5686" y="116"/>
                </a:lnTo>
                <a:lnTo>
                  <a:pt x="5691" y="109"/>
                </a:lnTo>
                <a:lnTo>
                  <a:pt x="5698" y="109"/>
                </a:lnTo>
                <a:lnTo>
                  <a:pt x="5705" y="109"/>
                </a:lnTo>
                <a:lnTo>
                  <a:pt x="5711" y="108"/>
                </a:lnTo>
                <a:lnTo>
                  <a:pt x="5718" y="104"/>
                </a:lnTo>
                <a:lnTo>
                  <a:pt x="5723" y="99"/>
                </a:lnTo>
                <a:lnTo>
                  <a:pt x="5726" y="99"/>
                </a:lnTo>
                <a:lnTo>
                  <a:pt x="5732" y="96"/>
                </a:lnTo>
                <a:lnTo>
                  <a:pt x="5739" y="90"/>
                </a:lnTo>
                <a:lnTo>
                  <a:pt x="5746" y="90"/>
                </a:lnTo>
                <a:lnTo>
                  <a:pt x="5753" y="89"/>
                </a:lnTo>
                <a:lnTo>
                  <a:pt x="5779" y="86"/>
                </a:lnTo>
                <a:lnTo>
                  <a:pt x="5787" y="84"/>
                </a:lnTo>
                <a:lnTo>
                  <a:pt x="5794" y="82"/>
                </a:lnTo>
                <a:lnTo>
                  <a:pt x="5799" y="81"/>
                </a:lnTo>
                <a:lnTo>
                  <a:pt x="5801" y="77"/>
                </a:lnTo>
                <a:lnTo>
                  <a:pt x="5805" y="74"/>
                </a:lnTo>
                <a:lnTo>
                  <a:pt x="5811" y="70"/>
                </a:lnTo>
                <a:lnTo>
                  <a:pt x="5811" y="70"/>
                </a:lnTo>
                <a:lnTo>
                  <a:pt x="5820" y="79"/>
                </a:lnTo>
                <a:lnTo>
                  <a:pt x="5830" y="90"/>
                </a:lnTo>
                <a:lnTo>
                  <a:pt x="5828" y="111"/>
                </a:lnTo>
                <a:lnTo>
                  <a:pt x="5824" y="122"/>
                </a:lnTo>
                <a:lnTo>
                  <a:pt x="5825" y="127"/>
                </a:lnTo>
                <a:lnTo>
                  <a:pt x="5825" y="136"/>
                </a:lnTo>
                <a:lnTo>
                  <a:pt x="5821" y="146"/>
                </a:lnTo>
                <a:lnTo>
                  <a:pt x="5817" y="151"/>
                </a:lnTo>
                <a:lnTo>
                  <a:pt x="5821" y="157"/>
                </a:lnTo>
                <a:lnTo>
                  <a:pt x="5817" y="180"/>
                </a:lnTo>
                <a:lnTo>
                  <a:pt x="5822" y="181"/>
                </a:lnTo>
                <a:lnTo>
                  <a:pt x="5826" y="187"/>
                </a:lnTo>
                <a:lnTo>
                  <a:pt x="5819" y="207"/>
                </a:lnTo>
                <a:lnTo>
                  <a:pt x="5815" y="212"/>
                </a:lnTo>
                <a:lnTo>
                  <a:pt x="5828" y="227"/>
                </a:lnTo>
                <a:lnTo>
                  <a:pt x="5832" y="230"/>
                </a:lnTo>
                <a:lnTo>
                  <a:pt x="5832" y="236"/>
                </a:lnTo>
                <a:lnTo>
                  <a:pt x="5831" y="255"/>
                </a:lnTo>
                <a:lnTo>
                  <a:pt x="5827" y="262"/>
                </a:lnTo>
                <a:lnTo>
                  <a:pt x="5821" y="270"/>
                </a:lnTo>
                <a:lnTo>
                  <a:pt x="5816" y="285"/>
                </a:lnTo>
                <a:lnTo>
                  <a:pt x="5813" y="300"/>
                </a:lnTo>
                <a:lnTo>
                  <a:pt x="5814" y="312"/>
                </a:lnTo>
                <a:lnTo>
                  <a:pt x="5809" y="322"/>
                </a:lnTo>
                <a:lnTo>
                  <a:pt x="5804" y="330"/>
                </a:lnTo>
                <a:lnTo>
                  <a:pt x="5803" y="340"/>
                </a:lnTo>
                <a:lnTo>
                  <a:pt x="5795" y="345"/>
                </a:lnTo>
                <a:lnTo>
                  <a:pt x="5787" y="348"/>
                </a:lnTo>
                <a:lnTo>
                  <a:pt x="5782" y="358"/>
                </a:lnTo>
                <a:lnTo>
                  <a:pt x="5777" y="362"/>
                </a:lnTo>
                <a:lnTo>
                  <a:pt x="5780" y="370"/>
                </a:lnTo>
                <a:lnTo>
                  <a:pt x="5780" y="380"/>
                </a:lnTo>
                <a:lnTo>
                  <a:pt x="5776" y="387"/>
                </a:lnTo>
                <a:lnTo>
                  <a:pt x="5771" y="413"/>
                </a:lnTo>
                <a:lnTo>
                  <a:pt x="5767" y="443"/>
                </a:lnTo>
                <a:lnTo>
                  <a:pt x="5783" y="466"/>
                </a:lnTo>
                <a:lnTo>
                  <a:pt x="5789" y="467"/>
                </a:lnTo>
                <a:lnTo>
                  <a:pt x="5797" y="475"/>
                </a:lnTo>
                <a:lnTo>
                  <a:pt x="5799" y="485"/>
                </a:lnTo>
                <a:lnTo>
                  <a:pt x="5803" y="495"/>
                </a:lnTo>
                <a:lnTo>
                  <a:pt x="5805" y="503"/>
                </a:lnTo>
                <a:lnTo>
                  <a:pt x="5809" y="530"/>
                </a:lnTo>
                <a:lnTo>
                  <a:pt x="5801" y="537"/>
                </a:lnTo>
                <a:lnTo>
                  <a:pt x="5799" y="542"/>
                </a:lnTo>
                <a:lnTo>
                  <a:pt x="5791" y="544"/>
                </a:lnTo>
                <a:lnTo>
                  <a:pt x="5781" y="549"/>
                </a:lnTo>
                <a:lnTo>
                  <a:pt x="5769" y="555"/>
                </a:lnTo>
                <a:lnTo>
                  <a:pt x="5757" y="561"/>
                </a:lnTo>
                <a:lnTo>
                  <a:pt x="5745" y="563"/>
                </a:lnTo>
                <a:lnTo>
                  <a:pt x="5735" y="568"/>
                </a:lnTo>
                <a:lnTo>
                  <a:pt x="5726" y="572"/>
                </a:lnTo>
                <a:lnTo>
                  <a:pt x="5722" y="577"/>
                </a:lnTo>
                <a:lnTo>
                  <a:pt x="5717" y="572"/>
                </a:lnTo>
                <a:lnTo>
                  <a:pt x="5714" y="568"/>
                </a:lnTo>
                <a:lnTo>
                  <a:pt x="5707" y="563"/>
                </a:lnTo>
                <a:lnTo>
                  <a:pt x="5701" y="561"/>
                </a:lnTo>
                <a:lnTo>
                  <a:pt x="5696" y="560"/>
                </a:lnTo>
                <a:lnTo>
                  <a:pt x="5685" y="562"/>
                </a:lnTo>
                <a:lnTo>
                  <a:pt x="5676" y="562"/>
                </a:lnTo>
                <a:lnTo>
                  <a:pt x="5666" y="563"/>
                </a:lnTo>
                <a:lnTo>
                  <a:pt x="5651" y="562"/>
                </a:lnTo>
                <a:lnTo>
                  <a:pt x="5634" y="563"/>
                </a:lnTo>
                <a:lnTo>
                  <a:pt x="5634" y="559"/>
                </a:lnTo>
                <a:lnTo>
                  <a:pt x="5631" y="555"/>
                </a:lnTo>
                <a:lnTo>
                  <a:pt x="5628" y="544"/>
                </a:lnTo>
                <a:lnTo>
                  <a:pt x="5628" y="539"/>
                </a:lnTo>
                <a:lnTo>
                  <a:pt x="5625" y="535"/>
                </a:lnTo>
                <a:lnTo>
                  <a:pt x="5623" y="529"/>
                </a:lnTo>
                <a:lnTo>
                  <a:pt x="5619" y="522"/>
                </a:lnTo>
                <a:lnTo>
                  <a:pt x="5615" y="515"/>
                </a:lnTo>
                <a:lnTo>
                  <a:pt x="5609" y="507"/>
                </a:lnTo>
                <a:lnTo>
                  <a:pt x="5603" y="501"/>
                </a:lnTo>
                <a:lnTo>
                  <a:pt x="5591" y="495"/>
                </a:lnTo>
                <a:lnTo>
                  <a:pt x="5579" y="487"/>
                </a:lnTo>
                <a:lnTo>
                  <a:pt x="5564" y="484"/>
                </a:lnTo>
                <a:lnTo>
                  <a:pt x="5548" y="486"/>
                </a:lnTo>
                <a:lnTo>
                  <a:pt x="5535" y="491"/>
                </a:lnTo>
                <a:lnTo>
                  <a:pt x="5525" y="495"/>
                </a:lnTo>
                <a:lnTo>
                  <a:pt x="5511" y="500"/>
                </a:lnTo>
                <a:lnTo>
                  <a:pt x="5502" y="498"/>
                </a:lnTo>
                <a:lnTo>
                  <a:pt x="5491" y="497"/>
                </a:lnTo>
                <a:lnTo>
                  <a:pt x="5483" y="496"/>
                </a:lnTo>
                <a:lnTo>
                  <a:pt x="5467" y="494"/>
                </a:lnTo>
                <a:lnTo>
                  <a:pt x="5456" y="499"/>
                </a:lnTo>
                <a:lnTo>
                  <a:pt x="5450" y="500"/>
                </a:lnTo>
                <a:lnTo>
                  <a:pt x="5437" y="504"/>
                </a:lnTo>
                <a:lnTo>
                  <a:pt x="5427" y="505"/>
                </a:lnTo>
                <a:lnTo>
                  <a:pt x="5413" y="509"/>
                </a:lnTo>
                <a:lnTo>
                  <a:pt x="5401" y="513"/>
                </a:lnTo>
                <a:lnTo>
                  <a:pt x="5389" y="512"/>
                </a:lnTo>
                <a:lnTo>
                  <a:pt x="5377" y="512"/>
                </a:lnTo>
                <a:lnTo>
                  <a:pt x="5368" y="510"/>
                </a:lnTo>
                <a:lnTo>
                  <a:pt x="5360" y="505"/>
                </a:lnTo>
                <a:lnTo>
                  <a:pt x="5355" y="502"/>
                </a:lnTo>
                <a:lnTo>
                  <a:pt x="5348" y="505"/>
                </a:lnTo>
                <a:lnTo>
                  <a:pt x="5340" y="508"/>
                </a:lnTo>
                <a:lnTo>
                  <a:pt x="5334" y="506"/>
                </a:lnTo>
                <a:lnTo>
                  <a:pt x="5324" y="502"/>
                </a:lnTo>
                <a:lnTo>
                  <a:pt x="5313" y="495"/>
                </a:lnTo>
                <a:lnTo>
                  <a:pt x="5300" y="489"/>
                </a:lnTo>
                <a:lnTo>
                  <a:pt x="5294" y="486"/>
                </a:lnTo>
                <a:lnTo>
                  <a:pt x="5289" y="480"/>
                </a:lnTo>
                <a:lnTo>
                  <a:pt x="5282" y="475"/>
                </a:lnTo>
                <a:lnTo>
                  <a:pt x="5275" y="472"/>
                </a:lnTo>
                <a:lnTo>
                  <a:pt x="5266" y="472"/>
                </a:lnTo>
                <a:lnTo>
                  <a:pt x="5260" y="473"/>
                </a:lnTo>
                <a:lnTo>
                  <a:pt x="5254" y="473"/>
                </a:lnTo>
                <a:lnTo>
                  <a:pt x="5243" y="473"/>
                </a:lnTo>
                <a:lnTo>
                  <a:pt x="5230" y="477"/>
                </a:lnTo>
                <a:lnTo>
                  <a:pt x="5215" y="482"/>
                </a:lnTo>
                <a:lnTo>
                  <a:pt x="5211" y="486"/>
                </a:lnTo>
                <a:lnTo>
                  <a:pt x="5207" y="494"/>
                </a:lnTo>
                <a:lnTo>
                  <a:pt x="5199" y="509"/>
                </a:lnTo>
                <a:lnTo>
                  <a:pt x="5192" y="516"/>
                </a:lnTo>
                <a:lnTo>
                  <a:pt x="5182" y="519"/>
                </a:lnTo>
                <a:lnTo>
                  <a:pt x="5172" y="521"/>
                </a:lnTo>
                <a:lnTo>
                  <a:pt x="5140" y="525"/>
                </a:lnTo>
                <a:lnTo>
                  <a:pt x="5133" y="528"/>
                </a:lnTo>
                <a:lnTo>
                  <a:pt x="5124" y="535"/>
                </a:lnTo>
                <a:lnTo>
                  <a:pt x="5119" y="539"/>
                </a:lnTo>
                <a:lnTo>
                  <a:pt x="5114" y="540"/>
                </a:lnTo>
                <a:lnTo>
                  <a:pt x="5109" y="538"/>
                </a:lnTo>
                <a:lnTo>
                  <a:pt x="5106" y="535"/>
                </a:lnTo>
                <a:lnTo>
                  <a:pt x="5103" y="531"/>
                </a:lnTo>
                <a:lnTo>
                  <a:pt x="5099" y="527"/>
                </a:lnTo>
                <a:lnTo>
                  <a:pt x="5096" y="521"/>
                </a:lnTo>
                <a:lnTo>
                  <a:pt x="5094" y="515"/>
                </a:lnTo>
                <a:lnTo>
                  <a:pt x="5092" y="509"/>
                </a:lnTo>
                <a:lnTo>
                  <a:pt x="5087" y="504"/>
                </a:lnTo>
                <a:lnTo>
                  <a:pt x="5081" y="500"/>
                </a:lnTo>
                <a:lnTo>
                  <a:pt x="5074" y="493"/>
                </a:lnTo>
                <a:lnTo>
                  <a:pt x="5065" y="486"/>
                </a:lnTo>
                <a:lnTo>
                  <a:pt x="5058" y="483"/>
                </a:lnTo>
                <a:lnTo>
                  <a:pt x="5050" y="484"/>
                </a:lnTo>
                <a:lnTo>
                  <a:pt x="5044" y="489"/>
                </a:lnTo>
                <a:lnTo>
                  <a:pt x="5036" y="498"/>
                </a:lnTo>
                <a:lnTo>
                  <a:pt x="5026" y="508"/>
                </a:lnTo>
                <a:lnTo>
                  <a:pt x="5019" y="508"/>
                </a:lnTo>
                <a:lnTo>
                  <a:pt x="5011" y="508"/>
                </a:lnTo>
                <a:lnTo>
                  <a:pt x="5003" y="509"/>
                </a:lnTo>
                <a:lnTo>
                  <a:pt x="4995" y="510"/>
                </a:lnTo>
                <a:lnTo>
                  <a:pt x="4992" y="515"/>
                </a:lnTo>
                <a:lnTo>
                  <a:pt x="4985" y="523"/>
                </a:lnTo>
                <a:lnTo>
                  <a:pt x="4979" y="530"/>
                </a:lnTo>
                <a:lnTo>
                  <a:pt x="4978" y="530"/>
                </a:lnTo>
                <a:lnTo>
                  <a:pt x="4972" y="530"/>
                </a:lnTo>
                <a:lnTo>
                  <a:pt x="4966" y="526"/>
                </a:lnTo>
                <a:lnTo>
                  <a:pt x="4960" y="521"/>
                </a:lnTo>
                <a:lnTo>
                  <a:pt x="4955" y="517"/>
                </a:lnTo>
                <a:lnTo>
                  <a:pt x="4946" y="512"/>
                </a:lnTo>
                <a:lnTo>
                  <a:pt x="4930" y="508"/>
                </a:lnTo>
                <a:lnTo>
                  <a:pt x="4914" y="505"/>
                </a:lnTo>
                <a:lnTo>
                  <a:pt x="4900" y="502"/>
                </a:lnTo>
                <a:lnTo>
                  <a:pt x="4887" y="501"/>
                </a:lnTo>
                <a:lnTo>
                  <a:pt x="4869" y="500"/>
                </a:lnTo>
                <a:lnTo>
                  <a:pt x="4858" y="497"/>
                </a:lnTo>
                <a:lnTo>
                  <a:pt x="4846" y="494"/>
                </a:lnTo>
                <a:lnTo>
                  <a:pt x="4841" y="484"/>
                </a:lnTo>
                <a:lnTo>
                  <a:pt x="4839" y="477"/>
                </a:lnTo>
                <a:lnTo>
                  <a:pt x="4836" y="471"/>
                </a:lnTo>
                <a:lnTo>
                  <a:pt x="4831" y="465"/>
                </a:lnTo>
                <a:lnTo>
                  <a:pt x="4823" y="460"/>
                </a:lnTo>
                <a:lnTo>
                  <a:pt x="4815" y="459"/>
                </a:lnTo>
                <a:lnTo>
                  <a:pt x="4809" y="450"/>
                </a:lnTo>
                <a:lnTo>
                  <a:pt x="4802" y="447"/>
                </a:lnTo>
                <a:lnTo>
                  <a:pt x="4798" y="448"/>
                </a:lnTo>
                <a:lnTo>
                  <a:pt x="4792" y="443"/>
                </a:lnTo>
                <a:lnTo>
                  <a:pt x="4785" y="443"/>
                </a:lnTo>
                <a:lnTo>
                  <a:pt x="4777" y="445"/>
                </a:lnTo>
                <a:lnTo>
                  <a:pt x="4766" y="445"/>
                </a:lnTo>
                <a:lnTo>
                  <a:pt x="4756" y="443"/>
                </a:lnTo>
                <a:lnTo>
                  <a:pt x="4746" y="436"/>
                </a:lnTo>
                <a:lnTo>
                  <a:pt x="4739" y="431"/>
                </a:lnTo>
                <a:lnTo>
                  <a:pt x="4731" y="430"/>
                </a:lnTo>
                <a:lnTo>
                  <a:pt x="4722" y="431"/>
                </a:lnTo>
                <a:lnTo>
                  <a:pt x="4714" y="432"/>
                </a:lnTo>
                <a:lnTo>
                  <a:pt x="4706" y="432"/>
                </a:lnTo>
                <a:lnTo>
                  <a:pt x="4693" y="431"/>
                </a:lnTo>
                <a:lnTo>
                  <a:pt x="4683" y="426"/>
                </a:lnTo>
                <a:lnTo>
                  <a:pt x="4674" y="419"/>
                </a:lnTo>
                <a:lnTo>
                  <a:pt x="4661" y="417"/>
                </a:lnTo>
                <a:lnTo>
                  <a:pt x="4650" y="415"/>
                </a:lnTo>
                <a:lnTo>
                  <a:pt x="4642" y="416"/>
                </a:lnTo>
                <a:lnTo>
                  <a:pt x="4634" y="419"/>
                </a:lnTo>
                <a:lnTo>
                  <a:pt x="4631" y="420"/>
                </a:lnTo>
                <a:lnTo>
                  <a:pt x="4623" y="426"/>
                </a:lnTo>
                <a:lnTo>
                  <a:pt x="4617" y="434"/>
                </a:lnTo>
                <a:lnTo>
                  <a:pt x="4614" y="442"/>
                </a:lnTo>
                <a:lnTo>
                  <a:pt x="4611" y="448"/>
                </a:lnTo>
                <a:lnTo>
                  <a:pt x="4595" y="451"/>
                </a:lnTo>
                <a:lnTo>
                  <a:pt x="4586" y="451"/>
                </a:lnTo>
                <a:lnTo>
                  <a:pt x="4576" y="448"/>
                </a:lnTo>
                <a:lnTo>
                  <a:pt x="4565" y="449"/>
                </a:lnTo>
                <a:lnTo>
                  <a:pt x="4554" y="451"/>
                </a:lnTo>
                <a:lnTo>
                  <a:pt x="4541" y="450"/>
                </a:lnTo>
                <a:lnTo>
                  <a:pt x="4534" y="444"/>
                </a:lnTo>
                <a:lnTo>
                  <a:pt x="4521" y="441"/>
                </a:lnTo>
                <a:lnTo>
                  <a:pt x="4488" y="439"/>
                </a:lnTo>
                <a:lnTo>
                  <a:pt x="4473" y="437"/>
                </a:lnTo>
                <a:lnTo>
                  <a:pt x="4455" y="432"/>
                </a:lnTo>
                <a:lnTo>
                  <a:pt x="4438" y="421"/>
                </a:lnTo>
                <a:lnTo>
                  <a:pt x="4424" y="416"/>
                </a:lnTo>
                <a:lnTo>
                  <a:pt x="4405" y="410"/>
                </a:lnTo>
                <a:lnTo>
                  <a:pt x="4393" y="404"/>
                </a:lnTo>
                <a:lnTo>
                  <a:pt x="4386" y="398"/>
                </a:lnTo>
                <a:lnTo>
                  <a:pt x="4369" y="403"/>
                </a:lnTo>
                <a:lnTo>
                  <a:pt x="4359" y="410"/>
                </a:lnTo>
                <a:lnTo>
                  <a:pt x="4350" y="412"/>
                </a:lnTo>
                <a:lnTo>
                  <a:pt x="4340" y="414"/>
                </a:lnTo>
                <a:lnTo>
                  <a:pt x="4332" y="419"/>
                </a:lnTo>
                <a:lnTo>
                  <a:pt x="4329" y="428"/>
                </a:lnTo>
                <a:lnTo>
                  <a:pt x="4321" y="434"/>
                </a:lnTo>
                <a:lnTo>
                  <a:pt x="4313" y="439"/>
                </a:lnTo>
                <a:lnTo>
                  <a:pt x="4304" y="444"/>
                </a:lnTo>
                <a:lnTo>
                  <a:pt x="4295" y="449"/>
                </a:lnTo>
                <a:lnTo>
                  <a:pt x="4289" y="457"/>
                </a:lnTo>
                <a:lnTo>
                  <a:pt x="4284" y="464"/>
                </a:lnTo>
                <a:lnTo>
                  <a:pt x="4283" y="477"/>
                </a:lnTo>
                <a:lnTo>
                  <a:pt x="4282" y="489"/>
                </a:lnTo>
                <a:lnTo>
                  <a:pt x="4276" y="494"/>
                </a:lnTo>
                <a:lnTo>
                  <a:pt x="4264" y="496"/>
                </a:lnTo>
                <a:lnTo>
                  <a:pt x="4253" y="495"/>
                </a:lnTo>
                <a:lnTo>
                  <a:pt x="4242" y="488"/>
                </a:lnTo>
                <a:lnTo>
                  <a:pt x="4227" y="483"/>
                </a:lnTo>
                <a:lnTo>
                  <a:pt x="4214" y="481"/>
                </a:lnTo>
                <a:lnTo>
                  <a:pt x="4203" y="482"/>
                </a:lnTo>
                <a:lnTo>
                  <a:pt x="4191" y="482"/>
                </a:lnTo>
                <a:lnTo>
                  <a:pt x="4177" y="483"/>
                </a:lnTo>
                <a:lnTo>
                  <a:pt x="4165" y="485"/>
                </a:lnTo>
                <a:lnTo>
                  <a:pt x="4152" y="483"/>
                </a:lnTo>
                <a:lnTo>
                  <a:pt x="4134" y="478"/>
                </a:lnTo>
                <a:lnTo>
                  <a:pt x="4123" y="477"/>
                </a:lnTo>
                <a:lnTo>
                  <a:pt x="4109" y="480"/>
                </a:lnTo>
                <a:lnTo>
                  <a:pt x="4095" y="482"/>
                </a:lnTo>
                <a:lnTo>
                  <a:pt x="4086" y="486"/>
                </a:lnTo>
                <a:lnTo>
                  <a:pt x="4081" y="491"/>
                </a:lnTo>
                <a:lnTo>
                  <a:pt x="4075" y="494"/>
                </a:lnTo>
                <a:lnTo>
                  <a:pt x="4068" y="495"/>
                </a:lnTo>
                <a:lnTo>
                  <a:pt x="4057" y="494"/>
                </a:lnTo>
                <a:lnTo>
                  <a:pt x="4048" y="491"/>
                </a:lnTo>
                <a:lnTo>
                  <a:pt x="4036" y="485"/>
                </a:lnTo>
                <a:lnTo>
                  <a:pt x="4025" y="478"/>
                </a:lnTo>
                <a:lnTo>
                  <a:pt x="4017" y="476"/>
                </a:lnTo>
                <a:lnTo>
                  <a:pt x="4009" y="475"/>
                </a:lnTo>
                <a:lnTo>
                  <a:pt x="3999" y="476"/>
                </a:lnTo>
                <a:lnTo>
                  <a:pt x="3983" y="472"/>
                </a:lnTo>
                <a:lnTo>
                  <a:pt x="3967" y="471"/>
                </a:lnTo>
                <a:lnTo>
                  <a:pt x="3961" y="470"/>
                </a:lnTo>
                <a:lnTo>
                  <a:pt x="3945" y="470"/>
                </a:lnTo>
                <a:lnTo>
                  <a:pt x="3932" y="470"/>
                </a:lnTo>
                <a:lnTo>
                  <a:pt x="3920" y="470"/>
                </a:lnTo>
                <a:lnTo>
                  <a:pt x="3907" y="471"/>
                </a:lnTo>
                <a:lnTo>
                  <a:pt x="3896" y="464"/>
                </a:lnTo>
                <a:lnTo>
                  <a:pt x="3889" y="459"/>
                </a:lnTo>
                <a:lnTo>
                  <a:pt x="3881" y="458"/>
                </a:lnTo>
                <a:lnTo>
                  <a:pt x="3866" y="459"/>
                </a:lnTo>
                <a:lnTo>
                  <a:pt x="3849" y="460"/>
                </a:lnTo>
                <a:lnTo>
                  <a:pt x="3834" y="461"/>
                </a:lnTo>
                <a:lnTo>
                  <a:pt x="3824" y="462"/>
                </a:lnTo>
                <a:lnTo>
                  <a:pt x="3811" y="465"/>
                </a:lnTo>
                <a:lnTo>
                  <a:pt x="3791" y="470"/>
                </a:lnTo>
                <a:lnTo>
                  <a:pt x="3775" y="470"/>
                </a:lnTo>
                <a:lnTo>
                  <a:pt x="3768" y="471"/>
                </a:lnTo>
                <a:lnTo>
                  <a:pt x="3745" y="477"/>
                </a:lnTo>
                <a:lnTo>
                  <a:pt x="3727" y="483"/>
                </a:lnTo>
                <a:lnTo>
                  <a:pt x="3714" y="484"/>
                </a:lnTo>
                <a:lnTo>
                  <a:pt x="3700" y="482"/>
                </a:lnTo>
                <a:lnTo>
                  <a:pt x="3685" y="481"/>
                </a:lnTo>
                <a:lnTo>
                  <a:pt x="3674" y="470"/>
                </a:lnTo>
                <a:lnTo>
                  <a:pt x="3665" y="461"/>
                </a:lnTo>
                <a:lnTo>
                  <a:pt x="3655" y="451"/>
                </a:lnTo>
                <a:lnTo>
                  <a:pt x="3646" y="450"/>
                </a:lnTo>
                <a:lnTo>
                  <a:pt x="3629" y="451"/>
                </a:lnTo>
                <a:lnTo>
                  <a:pt x="3622" y="446"/>
                </a:lnTo>
                <a:lnTo>
                  <a:pt x="3602" y="447"/>
                </a:lnTo>
                <a:lnTo>
                  <a:pt x="3595" y="451"/>
                </a:lnTo>
                <a:lnTo>
                  <a:pt x="3586" y="455"/>
                </a:lnTo>
                <a:lnTo>
                  <a:pt x="3573" y="454"/>
                </a:lnTo>
                <a:lnTo>
                  <a:pt x="3564" y="453"/>
                </a:lnTo>
                <a:lnTo>
                  <a:pt x="3554" y="453"/>
                </a:lnTo>
                <a:lnTo>
                  <a:pt x="3550" y="453"/>
                </a:lnTo>
                <a:lnTo>
                  <a:pt x="3533" y="467"/>
                </a:lnTo>
                <a:lnTo>
                  <a:pt x="3519" y="473"/>
                </a:lnTo>
                <a:lnTo>
                  <a:pt x="3513" y="479"/>
                </a:lnTo>
                <a:lnTo>
                  <a:pt x="3498" y="481"/>
                </a:lnTo>
                <a:lnTo>
                  <a:pt x="3485" y="473"/>
                </a:lnTo>
                <a:lnTo>
                  <a:pt x="3475" y="469"/>
                </a:lnTo>
                <a:lnTo>
                  <a:pt x="3463" y="461"/>
                </a:lnTo>
                <a:lnTo>
                  <a:pt x="3451" y="461"/>
                </a:lnTo>
                <a:lnTo>
                  <a:pt x="3439" y="458"/>
                </a:lnTo>
                <a:lnTo>
                  <a:pt x="3420" y="449"/>
                </a:lnTo>
                <a:lnTo>
                  <a:pt x="3412" y="450"/>
                </a:lnTo>
                <a:lnTo>
                  <a:pt x="3401" y="450"/>
                </a:lnTo>
                <a:lnTo>
                  <a:pt x="3396" y="450"/>
                </a:lnTo>
                <a:lnTo>
                  <a:pt x="3379" y="452"/>
                </a:lnTo>
                <a:lnTo>
                  <a:pt x="3372" y="453"/>
                </a:lnTo>
                <a:lnTo>
                  <a:pt x="3361" y="452"/>
                </a:lnTo>
                <a:lnTo>
                  <a:pt x="3356" y="451"/>
                </a:lnTo>
                <a:lnTo>
                  <a:pt x="3350" y="450"/>
                </a:lnTo>
                <a:lnTo>
                  <a:pt x="3345" y="452"/>
                </a:lnTo>
                <a:lnTo>
                  <a:pt x="3336" y="464"/>
                </a:lnTo>
                <a:lnTo>
                  <a:pt x="3329" y="467"/>
                </a:lnTo>
                <a:lnTo>
                  <a:pt x="3327" y="467"/>
                </a:lnTo>
                <a:lnTo>
                  <a:pt x="3320" y="468"/>
                </a:lnTo>
                <a:lnTo>
                  <a:pt x="3303" y="470"/>
                </a:lnTo>
                <a:lnTo>
                  <a:pt x="3292" y="474"/>
                </a:lnTo>
                <a:lnTo>
                  <a:pt x="3287" y="479"/>
                </a:lnTo>
                <a:lnTo>
                  <a:pt x="3278" y="486"/>
                </a:lnTo>
                <a:lnTo>
                  <a:pt x="3269" y="483"/>
                </a:lnTo>
                <a:lnTo>
                  <a:pt x="3261" y="483"/>
                </a:lnTo>
                <a:lnTo>
                  <a:pt x="3250" y="482"/>
                </a:lnTo>
                <a:lnTo>
                  <a:pt x="3243" y="485"/>
                </a:lnTo>
                <a:lnTo>
                  <a:pt x="3236" y="485"/>
                </a:lnTo>
                <a:lnTo>
                  <a:pt x="3233" y="486"/>
                </a:lnTo>
                <a:lnTo>
                  <a:pt x="3226" y="482"/>
                </a:lnTo>
                <a:lnTo>
                  <a:pt x="3217" y="480"/>
                </a:lnTo>
                <a:lnTo>
                  <a:pt x="3209" y="481"/>
                </a:lnTo>
                <a:lnTo>
                  <a:pt x="3196" y="480"/>
                </a:lnTo>
                <a:lnTo>
                  <a:pt x="3188" y="469"/>
                </a:lnTo>
                <a:lnTo>
                  <a:pt x="3182" y="464"/>
                </a:lnTo>
                <a:lnTo>
                  <a:pt x="3175" y="456"/>
                </a:lnTo>
                <a:lnTo>
                  <a:pt x="3168" y="449"/>
                </a:lnTo>
                <a:lnTo>
                  <a:pt x="3156" y="443"/>
                </a:lnTo>
                <a:lnTo>
                  <a:pt x="3143" y="442"/>
                </a:lnTo>
                <a:lnTo>
                  <a:pt x="3131" y="442"/>
                </a:lnTo>
                <a:lnTo>
                  <a:pt x="3119" y="442"/>
                </a:lnTo>
                <a:lnTo>
                  <a:pt x="3110" y="443"/>
                </a:lnTo>
                <a:lnTo>
                  <a:pt x="3100" y="446"/>
                </a:lnTo>
                <a:lnTo>
                  <a:pt x="3085" y="450"/>
                </a:lnTo>
                <a:lnTo>
                  <a:pt x="3075" y="454"/>
                </a:lnTo>
                <a:lnTo>
                  <a:pt x="3062" y="458"/>
                </a:lnTo>
                <a:lnTo>
                  <a:pt x="3052" y="462"/>
                </a:lnTo>
                <a:lnTo>
                  <a:pt x="3044" y="468"/>
                </a:lnTo>
                <a:lnTo>
                  <a:pt x="3035" y="476"/>
                </a:lnTo>
                <a:lnTo>
                  <a:pt x="3032" y="486"/>
                </a:lnTo>
                <a:lnTo>
                  <a:pt x="3028" y="492"/>
                </a:lnTo>
                <a:lnTo>
                  <a:pt x="3021" y="495"/>
                </a:lnTo>
                <a:lnTo>
                  <a:pt x="3012" y="495"/>
                </a:lnTo>
                <a:lnTo>
                  <a:pt x="3001" y="496"/>
                </a:lnTo>
                <a:lnTo>
                  <a:pt x="2995" y="497"/>
                </a:lnTo>
                <a:lnTo>
                  <a:pt x="2990" y="498"/>
                </a:lnTo>
                <a:lnTo>
                  <a:pt x="2980" y="497"/>
                </a:lnTo>
                <a:lnTo>
                  <a:pt x="2968" y="492"/>
                </a:lnTo>
                <a:lnTo>
                  <a:pt x="2958" y="481"/>
                </a:lnTo>
                <a:lnTo>
                  <a:pt x="2949" y="475"/>
                </a:lnTo>
                <a:lnTo>
                  <a:pt x="2936" y="468"/>
                </a:lnTo>
                <a:lnTo>
                  <a:pt x="2923" y="452"/>
                </a:lnTo>
                <a:lnTo>
                  <a:pt x="2910" y="440"/>
                </a:lnTo>
                <a:lnTo>
                  <a:pt x="2897" y="434"/>
                </a:lnTo>
                <a:lnTo>
                  <a:pt x="2889" y="430"/>
                </a:lnTo>
                <a:lnTo>
                  <a:pt x="2887" y="431"/>
                </a:lnTo>
                <a:lnTo>
                  <a:pt x="2876" y="435"/>
                </a:lnTo>
                <a:lnTo>
                  <a:pt x="2865" y="444"/>
                </a:lnTo>
                <a:lnTo>
                  <a:pt x="2857" y="451"/>
                </a:lnTo>
                <a:lnTo>
                  <a:pt x="2855" y="455"/>
                </a:lnTo>
                <a:lnTo>
                  <a:pt x="2849" y="462"/>
                </a:lnTo>
                <a:lnTo>
                  <a:pt x="2843" y="467"/>
                </a:lnTo>
                <a:lnTo>
                  <a:pt x="2839" y="471"/>
                </a:lnTo>
                <a:lnTo>
                  <a:pt x="2832" y="475"/>
                </a:lnTo>
                <a:lnTo>
                  <a:pt x="2827" y="477"/>
                </a:lnTo>
                <a:lnTo>
                  <a:pt x="2817" y="479"/>
                </a:lnTo>
                <a:lnTo>
                  <a:pt x="2809" y="479"/>
                </a:lnTo>
                <a:lnTo>
                  <a:pt x="2799" y="477"/>
                </a:lnTo>
                <a:lnTo>
                  <a:pt x="2783" y="471"/>
                </a:lnTo>
                <a:lnTo>
                  <a:pt x="2777" y="467"/>
                </a:lnTo>
                <a:lnTo>
                  <a:pt x="2770" y="463"/>
                </a:lnTo>
                <a:lnTo>
                  <a:pt x="2762" y="458"/>
                </a:lnTo>
                <a:lnTo>
                  <a:pt x="2751" y="447"/>
                </a:lnTo>
                <a:lnTo>
                  <a:pt x="2743" y="444"/>
                </a:lnTo>
                <a:lnTo>
                  <a:pt x="2730" y="441"/>
                </a:lnTo>
                <a:lnTo>
                  <a:pt x="2718" y="438"/>
                </a:lnTo>
                <a:lnTo>
                  <a:pt x="2704" y="432"/>
                </a:lnTo>
                <a:lnTo>
                  <a:pt x="2698" y="430"/>
                </a:lnTo>
                <a:lnTo>
                  <a:pt x="2694" y="427"/>
                </a:lnTo>
                <a:lnTo>
                  <a:pt x="2679" y="427"/>
                </a:lnTo>
                <a:lnTo>
                  <a:pt x="2674" y="426"/>
                </a:lnTo>
                <a:lnTo>
                  <a:pt x="2666" y="425"/>
                </a:lnTo>
                <a:lnTo>
                  <a:pt x="2644" y="424"/>
                </a:lnTo>
                <a:lnTo>
                  <a:pt x="2641" y="424"/>
                </a:lnTo>
                <a:lnTo>
                  <a:pt x="2634" y="423"/>
                </a:lnTo>
                <a:lnTo>
                  <a:pt x="2626" y="420"/>
                </a:lnTo>
                <a:lnTo>
                  <a:pt x="2619" y="420"/>
                </a:lnTo>
                <a:lnTo>
                  <a:pt x="2603" y="424"/>
                </a:lnTo>
                <a:lnTo>
                  <a:pt x="2592" y="426"/>
                </a:lnTo>
                <a:lnTo>
                  <a:pt x="2582" y="430"/>
                </a:lnTo>
                <a:lnTo>
                  <a:pt x="2559" y="435"/>
                </a:lnTo>
                <a:lnTo>
                  <a:pt x="2558" y="435"/>
                </a:lnTo>
                <a:lnTo>
                  <a:pt x="2548" y="437"/>
                </a:lnTo>
                <a:lnTo>
                  <a:pt x="2540" y="438"/>
                </a:lnTo>
                <a:lnTo>
                  <a:pt x="2535" y="438"/>
                </a:lnTo>
                <a:lnTo>
                  <a:pt x="2529" y="439"/>
                </a:lnTo>
                <a:lnTo>
                  <a:pt x="2522" y="444"/>
                </a:lnTo>
                <a:lnTo>
                  <a:pt x="2511" y="453"/>
                </a:lnTo>
                <a:lnTo>
                  <a:pt x="2495" y="462"/>
                </a:lnTo>
                <a:lnTo>
                  <a:pt x="2486" y="467"/>
                </a:lnTo>
                <a:lnTo>
                  <a:pt x="2478" y="471"/>
                </a:lnTo>
                <a:lnTo>
                  <a:pt x="2469" y="470"/>
                </a:lnTo>
                <a:lnTo>
                  <a:pt x="2461" y="470"/>
                </a:lnTo>
                <a:lnTo>
                  <a:pt x="2453" y="471"/>
                </a:lnTo>
                <a:lnTo>
                  <a:pt x="2436" y="469"/>
                </a:lnTo>
                <a:lnTo>
                  <a:pt x="2427" y="467"/>
                </a:lnTo>
                <a:lnTo>
                  <a:pt x="2421" y="462"/>
                </a:lnTo>
                <a:lnTo>
                  <a:pt x="2412" y="453"/>
                </a:lnTo>
                <a:lnTo>
                  <a:pt x="2389" y="443"/>
                </a:lnTo>
                <a:lnTo>
                  <a:pt x="2379" y="440"/>
                </a:lnTo>
                <a:lnTo>
                  <a:pt x="2366" y="437"/>
                </a:lnTo>
                <a:lnTo>
                  <a:pt x="2360" y="434"/>
                </a:lnTo>
                <a:lnTo>
                  <a:pt x="2356" y="431"/>
                </a:lnTo>
                <a:lnTo>
                  <a:pt x="2349" y="424"/>
                </a:lnTo>
                <a:lnTo>
                  <a:pt x="2328" y="414"/>
                </a:lnTo>
                <a:lnTo>
                  <a:pt x="2302" y="402"/>
                </a:lnTo>
                <a:lnTo>
                  <a:pt x="2266" y="386"/>
                </a:lnTo>
                <a:lnTo>
                  <a:pt x="2228" y="377"/>
                </a:lnTo>
                <a:lnTo>
                  <a:pt x="2201" y="372"/>
                </a:lnTo>
                <a:lnTo>
                  <a:pt x="2171" y="369"/>
                </a:lnTo>
                <a:lnTo>
                  <a:pt x="2149" y="369"/>
                </a:lnTo>
                <a:lnTo>
                  <a:pt x="2136" y="369"/>
                </a:lnTo>
                <a:lnTo>
                  <a:pt x="2134" y="371"/>
                </a:lnTo>
                <a:lnTo>
                  <a:pt x="2131" y="375"/>
                </a:lnTo>
                <a:lnTo>
                  <a:pt x="2122" y="368"/>
                </a:lnTo>
                <a:lnTo>
                  <a:pt x="2107" y="368"/>
                </a:lnTo>
                <a:lnTo>
                  <a:pt x="2090" y="378"/>
                </a:lnTo>
                <a:lnTo>
                  <a:pt x="2079" y="388"/>
                </a:lnTo>
                <a:lnTo>
                  <a:pt x="2061" y="415"/>
                </a:lnTo>
                <a:lnTo>
                  <a:pt x="2046" y="424"/>
                </a:lnTo>
                <a:lnTo>
                  <a:pt x="2033" y="430"/>
                </a:lnTo>
                <a:lnTo>
                  <a:pt x="2027" y="430"/>
                </a:lnTo>
                <a:lnTo>
                  <a:pt x="2023" y="433"/>
                </a:lnTo>
                <a:lnTo>
                  <a:pt x="2019" y="436"/>
                </a:lnTo>
                <a:lnTo>
                  <a:pt x="2036" y="526"/>
                </a:lnTo>
                <a:lnTo>
                  <a:pt x="2030" y="526"/>
                </a:lnTo>
                <a:lnTo>
                  <a:pt x="2023" y="526"/>
                </a:lnTo>
                <a:lnTo>
                  <a:pt x="2017" y="523"/>
                </a:lnTo>
                <a:lnTo>
                  <a:pt x="2011" y="524"/>
                </a:lnTo>
                <a:lnTo>
                  <a:pt x="2005" y="524"/>
                </a:lnTo>
                <a:lnTo>
                  <a:pt x="1996" y="526"/>
                </a:lnTo>
                <a:lnTo>
                  <a:pt x="1982" y="532"/>
                </a:lnTo>
                <a:lnTo>
                  <a:pt x="1974" y="532"/>
                </a:lnTo>
                <a:lnTo>
                  <a:pt x="1966" y="536"/>
                </a:lnTo>
                <a:lnTo>
                  <a:pt x="1958" y="543"/>
                </a:lnTo>
                <a:lnTo>
                  <a:pt x="1946" y="550"/>
                </a:lnTo>
                <a:lnTo>
                  <a:pt x="1936" y="555"/>
                </a:lnTo>
                <a:lnTo>
                  <a:pt x="1933" y="555"/>
                </a:lnTo>
                <a:lnTo>
                  <a:pt x="1928" y="553"/>
                </a:lnTo>
                <a:lnTo>
                  <a:pt x="1926" y="552"/>
                </a:lnTo>
                <a:lnTo>
                  <a:pt x="1923" y="550"/>
                </a:lnTo>
                <a:lnTo>
                  <a:pt x="1920" y="552"/>
                </a:lnTo>
                <a:lnTo>
                  <a:pt x="1915" y="558"/>
                </a:lnTo>
                <a:lnTo>
                  <a:pt x="1915" y="571"/>
                </a:lnTo>
                <a:lnTo>
                  <a:pt x="1916" y="586"/>
                </a:lnTo>
                <a:lnTo>
                  <a:pt x="1913" y="588"/>
                </a:lnTo>
                <a:lnTo>
                  <a:pt x="1908" y="588"/>
                </a:lnTo>
                <a:lnTo>
                  <a:pt x="1905" y="590"/>
                </a:lnTo>
                <a:lnTo>
                  <a:pt x="1904" y="598"/>
                </a:lnTo>
                <a:lnTo>
                  <a:pt x="1902" y="604"/>
                </a:lnTo>
                <a:lnTo>
                  <a:pt x="1897" y="604"/>
                </a:lnTo>
                <a:lnTo>
                  <a:pt x="1876" y="600"/>
                </a:lnTo>
                <a:lnTo>
                  <a:pt x="1855" y="596"/>
                </a:lnTo>
                <a:lnTo>
                  <a:pt x="1843" y="596"/>
                </a:lnTo>
                <a:lnTo>
                  <a:pt x="1836" y="602"/>
                </a:lnTo>
                <a:lnTo>
                  <a:pt x="1829" y="613"/>
                </a:lnTo>
                <a:lnTo>
                  <a:pt x="1827" y="619"/>
                </a:lnTo>
                <a:lnTo>
                  <a:pt x="1827" y="625"/>
                </a:lnTo>
                <a:lnTo>
                  <a:pt x="1834" y="636"/>
                </a:lnTo>
                <a:lnTo>
                  <a:pt x="1844" y="644"/>
                </a:lnTo>
                <a:lnTo>
                  <a:pt x="1852" y="654"/>
                </a:lnTo>
                <a:lnTo>
                  <a:pt x="1859" y="659"/>
                </a:lnTo>
                <a:lnTo>
                  <a:pt x="1872" y="670"/>
                </a:lnTo>
                <a:lnTo>
                  <a:pt x="1880" y="679"/>
                </a:lnTo>
                <a:lnTo>
                  <a:pt x="1886" y="686"/>
                </a:lnTo>
                <a:lnTo>
                  <a:pt x="1885" y="688"/>
                </a:lnTo>
                <a:lnTo>
                  <a:pt x="1888" y="691"/>
                </a:lnTo>
                <a:lnTo>
                  <a:pt x="1885" y="698"/>
                </a:lnTo>
                <a:lnTo>
                  <a:pt x="1882" y="703"/>
                </a:lnTo>
                <a:lnTo>
                  <a:pt x="1876" y="718"/>
                </a:lnTo>
                <a:lnTo>
                  <a:pt x="1876" y="728"/>
                </a:lnTo>
                <a:lnTo>
                  <a:pt x="1877" y="733"/>
                </a:lnTo>
                <a:lnTo>
                  <a:pt x="1877" y="734"/>
                </a:lnTo>
                <a:lnTo>
                  <a:pt x="1877" y="734"/>
                </a:lnTo>
                <a:lnTo>
                  <a:pt x="1877" y="735"/>
                </a:lnTo>
                <a:lnTo>
                  <a:pt x="1877" y="736"/>
                </a:lnTo>
                <a:lnTo>
                  <a:pt x="1877" y="737"/>
                </a:lnTo>
                <a:lnTo>
                  <a:pt x="1876" y="737"/>
                </a:lnTo>
                <a:lnTo>
                  <a:pt x="1876" y="738"/>
                </a:lnTo>
                <a:lnTo>
                  <a:pt x="1876" y="739"/>
                </a:lnTo>
                <a:lnTo>
                  <a:pt x="1876" y="740"/>
                </a:lnTo>
                <a:lnTo>
                  <a:pt x="1876" y="741"/>
                </a:lnTo>
                <a:lnTo>
                  <a:pt x="1876" y="742"/>
                </a:lnTo>
                <a:lnTo>
                  <a:pt x="1875" y="742"/>
                </a:lnTo>
                <a:lnTo>
                  <a:pt x="1875" y="743"/>
                </a:lnTo>
                <a:lnTo>
                  <a:pt x="1874" y="743"/>
                </a:lnTo>
                <a:lnTo>
                  <a:pt x="1873" y="744"/>
                </a:lnTo>
                <a:lnTo>
                  <a:pt x="1873" y="745"/>
                </a:lnTo>
                <a:lnTo>
                  <a:pt x="1872" y="745"/>
                </a:lnTo>
                <a:lnTo>
                  <a:pt x="1872" y="746"/>
                </a:lnTo>
                <a:lnTo>
                  <a:pt x="1871" y="747"/>
                </a:lnTo>
                <a:lnTo>
                  <a:pt x="1871" y="748"/>
                </a:lnTo>
                <a:lnTo>
                  <a:pt x="1871" y="749"/>
                </a:lnTo>
                <a:lnTo>
                  <a:pt x="1870" y="749"/>
                </a:lnTo>
                <a:lnTo>
                  <a:pt x="1871" y="750"/>
                </a:lnTo>
                <a:lnTo>
                  <a:pt x="1871" y="751"/>
                </a:lnTo>
                <a:lnTo>
                  <a:pt x="1870" y="751"/>
                </a:lnTo>
                <a:lnTo>
                  <a:pt x="1870" y="752"/>
                </a:lnTo>
                <a:lnTo>
                  <a:pt x="1870" y="753"/>
                </a:lnTo>
                <a:lnTo>
                  <a:pt x="1871" y="753"/>
                </a:lnTo>
                <a:lnTo>
                  <a:pt x="1871" y="754"/>
                </a:lnTo>
                <a:lnTo>
                  <a:pt x="1871" y="755"/>
                </a:lnTo>
                <a:lnTo>
                  <a:pt x="1872" y="755"/>
                </a:lnTo>
                <a:lnTo>
                  <a:pt x="1872" y="756"/>
                </a:lnTo>
                <a:lnTo>
                  <a:pt x="1871" y="756"/>
                </a:lnTo>
                <a:lnTo>
                  <a:pt x="1871" y="757"/>
                </a:lnTo>
                <a:lnTo>
                  <a:pt x="1871" y="759"/>
                </a:lnTo>
                <a:lnTo>
                  <a:pt x="1871" y="760"/>
                </a:lnTo>
                <a:lnTo>
                  <a:pt x="1871" y="761"/>
                </a:lnTo>
                <a:lnTo>
                  <a:pt x="1871" y="761"/>
                </a:lnTo>
                <a:lnTo>
                  <a:pt x="1871" y="762"/>
                </a:lnTo>
                <a:lnTo>
                  <a:pt x="1870" y="762"/>
                </a:lnTo>
                <a:lnTo>
                  <a:pt x="1870" y="763"/>
                </a:lnTo>
                <a:lnTo>
                  <a:pt x="1870" y="764"/>
                </a:lnTo>
                <a:lnTo>
                  <a:pt x="1870" y="765"/>
                </a:lnTo>
                <a:lnTo>
                  <a:pt x="1869" y="765"/>
                </a:lnTo>
                <a:lnTo>
                  <a:pt x="1869" y="766"/>
                </a:lnTo>
                <a:lnTo>
                  <a:pt x="1869" y="767"/>
                </a:lnTo>
                <a:lnTo>
                  <a:pt x="1868" y="767"/>
                </a:lnTo>
                <a:lnTo>
                  <a:pt x="1868" y="768"/>
                </a:lnTo>
                <a:lnTo>
                  <a:pt x="1868" y="769"/>
                </a:lnTo>
                <a:lnTo>
                  <a:pt x="1867" y="769"/>
                </a:lnTo>
                <a:lnTo>
                  <a:pt x="1867" y="770"/>
                </a:lnTo>
                <a:lnTo>
                  <a:pt x="1866" y="771"/>
                </a:lnTo>
                <a:lnTo>
                  <a:pt x="1866" y="772"/>
                </a:lnTo>
                <a:lnTo>
                  <a:pt x="1866" y="773"/>
                </a:lnTo>
                <a:lnTo>
                  <a:pt x="1866" y="774"/>
                </a:lnTo>
                <a:lnTo>
                  <a:pt x="1867" y="774"/>
                </a:lnTo>
                <a:lnTo>
                  <a:pt x="1867" y="775"/>
                </a:lnTo>
                <a:lnTo>
                  <a:pt x="1867" y="776"/>
                </a:lnTo>
                <a:lnTo>
                  <a:pt x="1867" y="777"/>
                </a:lnTo>
                <a:lnTo>
                  <a:pt x="1867" y="778"/>
                </a:lnTo>
                <a:lnTo>
                  <a:pt x="1867" y="779"/>
                </a:lnTo>
                <a:lnTo>
                  <a:pt x="1866" y="779"/>
                </a:lnTo>
                <a:lnTo>
                  <a:pt x="1866" y="780"/>
                </a:lnTo>
                <a:lnTo>
                  <a:pt x="1866" y="781"/>
                </a:lnTo>
                <a:lnTo>
                  <a:pt x="1866" y="782"/>
                </a:lnTo>
                <a:lnTo>
                  <a:pt x="1865" y="782"/>
                </a:lnTo>
                <a:lnTo>
                  <a:pt x="1865" y="783"/>
                </a:lnTo>
                <a:lnTo>
                  <a:pt x="1866" y="783"/>
                </a:lnTo>
                <a:lnTo>
                  <a:pt x="1866" y="784"/>
                </a:lnTo>
                <a:lnTo>
                  <a:pt x="1866" y="785"/>
                </a:lnTo>
                <a:lnTo>
                  <a:pt x="1866" y="786"/>
                </a:lnTo>
                <a:lnTo>
                  <a:pt x="1867" y="786"/>
                </a:lnTo>
                <a:lnTo>
                  <a:pt x="1868" y="787"/>
                </a:lnTo>
                <a:lnTo>
                  <a:pt x="1869" y="787"/>
                </a:lnTo>
                <a:lnTo>
                  <a:pt x="1870" y="787"/>
                </a:lnTo>
                <a:lnTo>
                  <a:pt x="1871" y="787"/>
                </a:lnTo>
                <a:lnTo>
                  <a:pt x="1872" y="788"/>
                </a:lnTo>
                <a:lnTo>
                  <a:pt x="1873" y="788"/>
                </a:lnTo>
                <a:lnTo>
                  <a:pt x="1873" y="789"/>
                </a:lnTo>
                <a:lnTo>
                  <a:pt x="1874" y="789"/>
                </a:lnTo>
                <a:lnTo>
                  <a:pt x="1875" y="790"/>
                </a:lnTo>
                <a:lnTo>
                  <a:pt x="1875" y="790"/>
                </a:lnTo>
                <a:lnTo>
                  <a:pt x="1876" y="790"/>
                </a:lnTo>
                <a:lnTo>
                  <a:pt x="1877" y="790"/>
                </a:lnTo>
                <a:lnTo>
                  <a:pt x="1877" y="790"/>
                </a:lnTo>
                <a:lnTo>
                  <a:pt x="1878" y="790"/>
                </a:lnTo>
                <a:lnTo>
                  <a:pt x="1879" y="790"/>
                </a:lnTo>
                <a:lnTo>
                  <a:pt x="1880" y="790"/>
                </a:lnTo>
                <a:lnTo>
                  <a:pt x="1882" y="791"/>
                </a:lnTo>
                <a:lnTo>
                  <a:pt x="1883" y="792"/>
                </a:lnTo>
                <a:lnTo>
                  <a:pt x="1884" y="794"/>
                </a:lnTo>
                <a:lnTo>
                  <a:pt x="1884" y="795"/>
                </a:lnTo>
                <a:lnTo>
                  <a:pt x="1884" y="797"/>
                </a:lnTo>
                <a:lnTo>
                  <a:pt x="1885" y="797"/>
                </a:lnTo>
                <a:lnTo>
                  <a:pt x="1886" y="798"/>
                </a:lnTo>
                <a:lnTo>
                  <a:pt x="1888" y="800"/>
                </a:lnTo>
                <a:lnTo>
                  <a:pt x="1888" y="803"/>
                </a:lnTo>
                <a:lnTo>
                  <a:pt x="1888" y="805"/>
                </a:lnTo>
                <a:lnTo>
                  <a:pt x="1888" y="808"/>
                </a:lnTo>
                <a:lnTo>
                  <a:pt x="1888" y="810"/>
                </a:lnTo>
                <a:lnTo>
                  <a:pt x="1887" y="811"/>
                </a:lnTo>
                <a:lnTo>
                  <a:pt x="1886" y="814"/>
                </a:lnTo>
                <a:lnTo>
                  <a:pt x="1885" y="816"/>
                </a:lnTo>
                <a:lnTo>
                  <a:pt x="1884" y="818"/>
                </a:lnTo>
                <a:lnTo>
                  <a:pt x="1884" y="822"/>
                </a:lnTo>
                <a:lnTo>
                  <a:pt x="1883" y="825"/>
                </a:lnTo>
                <a:lnTo>
                  <a:pt x="1882" y="828"/>
                </a:lnTo>
                <a:lnTo>
                  <a:pt x="1882" y="831"/>
                </a:lnTo>
                <a:lnTo>
                  <a:pt x="1882" y="832"/>
                </a:lnTo>
                <a:lnTo>
                  <a:pt x="1883" y="833"/>
                </a:lnTo>
                <a:lnTo>
                  <a:pt x="1884" y="834"/>
                </a:lnTo>
                <a:lnTo>
                  <a:pt x="1884" y="836"/>
                </a:lnTo>
                <a:lnTo>
                  <a:pt x="1884" y="839"/>
                </a:lnTo>
                <a:lnTo>
                  <a:pt x="1884" y="842"/>
                </a:lnTo>
                <a:lnTo>
                  <a:pt x="1882" y="846"/>
                </a:lnTo>
                <a:lnTo>
                  <a:pt x="1880" y="847"/>
                </a:lnTo>
                <a:lnTo>
                  <a:pt x="1879" y="848"/>
                </a:lnTo>
                <a:lnTo>
                  <a:pt x="1879" y="849"/>
                </a:lnTo>
                <a:lnTo>
                  <a:pt x="1878" y="850"/>
                </a:lnTo>
                <a:lnTo>
                  <a:pt x="1877" y="852"/>
                </a:lnTo>
                <a:lnTo>
                  <a:pt x="1874" y="853"/>
                </a:lnTo>
                <a:lnTo>
                  <a:pt x="1873" y="854"/>
                </a:lnTo>
                <a:lnTo>
                  <a:pt x="1873" y="856"/>
                </a:lnTo>
                <a:lnTo>
                  <a:pt x="1873" y="872"/>
                </a:lnTo>
                <a:lnTo>
                  <a:pt x="1872" y="872"/>
                </a:lnTo>
                <a:lnTo>
                  <a:pt x="1871" y="872"/>
                </a:lnTo>
                <a:lnTo>
                  <a:pt x="1870" y="872"/>
                </a:lnTo>
                <a:lnTo>
                  <a:pt x="1869" y="873"/>
                </a:lnTo>
                <a:lnTo>
                  <a:pt x="1867" y="873"/>
                </a:lnTo>
                <a:lnTo>
                  <a:pt x="1865" y="873"/>
                </a:lnTo>
                <a:lnTo>
                  <a:pt x="1864" y="873"/>
                </a:lnTo>
                <a:lnTo>
                  <a:pt x="1863" y="874"/>
                </a:lnTo>
                <a:lnTo>
                  <a:pt x="1862" y="875"/>
                </a:lnTo>
                <a:lnTo>
                  <a:pt x="1861" y="877"/>
                </a:lnTo>
                <a:lnTo>
                  <a:pt x="1859" y="878"/>
                </a:lnTo>
                <a:lnTo>
                  <a:pt x="1858" y="879"/>
                </a:lnTo>
                <a:lnTo>
                  <a:pt x="1856" y="879"/>
                </a:lnTo>
                <a:lnTo>
                  <a:pt x="1855" y="879"/>
                </a:lnTo>
                <a:lnTo>
                  <a:pt x="1851" y="880"/>
                </a:lnTo>
                <a:lnTo>
                  <a:pt x="1851" y="881"/>
                </a:lnTo>
                <a:lnTo>
                  <a:pt x="1849" y="882"/>
                </a:lnTo>
                <a:lnTo>
                  <a:pt x="1847" y="884"/>
                </a:lnTo>
                <a:lnTo>
                  <a:pt x="1847" y="885"/>
                </a:lnTo>
                <a:lnTo>
                  <a:pt x="1846" y="887"/>
                </a:lnTo>
                <a:lnTo>
                  <a:pt x="1845" y="889"/>
                </a:lnTo>
                <a:lnTo>
                  <a:pt x="1844" y="890"/>
                </a:lnTo>
                <a:lnTo>
                  <a:pt x="1843" y="892"/>
                </a:lnTo>
                <a:lnTo>
                  <a:pt x="1840" y="894"/>
                </a:lnTo>
                <a:lnTo>
                  <a:pt x="1837" y="897"/>
                </a:lnTo>
                <a:lnTo>
                  <a:pt x="1835" y="898"/>
                </a:lnTo>
                <a:lnTo>
                  <a:pt x="1833" y="897"/>
                </a:lnTo>
                <a:lnTo>
                  <a:pt x="1830" y="897"/>
                </a:lnTo>
                <a:lnTo>
                  <a:pt x="1827" y="897"/>
                </a:lnTo>
                <a:lnTo>
                  <a:pt x="1825" y="897"/>
                </a:lnTo>
                <a:lnTo>
                  <a:pt x="1824" y="899"/>
                </a:lnTo>
                <a:lnTo>
                  <a:pt x="1824" y="900"/>
                </a:lnTo>
                <a:lnTo>
                  <a:pt x="1822" y="902"/>
                </a:lnTo>
                <a:lnTo>
                  <a:pt x="1821" y="903"/>
                </a:lnTo>
                <a:lnTo>
                  <a:pt x="1821" y="902"/>
                </a:lnTo>
                <a:lnTo>
                  <a:pt x="1820" y="902"/>
                </a:lnTo>
                <a:lnTo>
                  <a:pt x="1819" y="902"/>
                </a:lnTo>
                <a:lnTo>
                  <a:pt x="1818" y="903"/>
                </a:lnTo>
                <a:lnTo>
                  <a:pt x="1816" y="904"/>
                </a:lnTo>
                <a:lnTo>
                  <a:pt x="1813" y="904"/>
                </a:lnTo>
                <a:lnTo>
                  <a:pt x="1810" y="905"/>
                </a:lnTo>
                <a:lnTo>
                  <a:pt x="1805" y="905"/>
                </a:lnTo>
                <a:lnTo>
                  <a:pt x="1803" y="905"/>
                </a:lnTo>
                <a:lnTo>
                  <a:pt x="1801" y="906"/>
                </a:lnTo>
                <a:lnTo>
                  <a:pt x="1798" y="907"/>
                </a:lnTo>
                <a:lnTo>
                  <a:pt x="1796" y="908"/>
                </a:lnTo>
                <a:lnTo>
                  <a:pt x="1795" y="907"/>
                </a:lnTo>
                <a:lnTo>
                  <a:pt x="1793" y="906"/>
                </a:lnTo>
                <a:lnTo>
                  <a:pt x="1790" y="904"/>
                </a:lnTo>
                <a:lnTo>
                  <a:pt x="1788" y="902"/>
                </a:lnTo>
                <a:lnTo>
                  <a:pt x="1787" y="901"/>
                </a:lnTo>
                <a:lnTo>
                  <a:pt x="1785" y="900"/>
                </a:lnTo>
                <a:lnTo>
                  <a:pt x="1784" y="901"/>
                </a:lnTo>
                <a:lnTo>
                  <a:pt x="1782" y="901"/>
                </a:lnTo>
                <a:lnTo>
                  <a:pt x="1777" y="902"/>
                </a:lnTo>
                <a:lnTo>
                  <a:pt x="1772" y="904"/>
                </a:lnTo>
                <a:lnTo>
                  <a:pt x="1768" y="905"/>
                </a:lnTo>
                <a:lnTo>
                  <a:pt x="1766" y="906"/>
                </a:lnTo>
                <a:lnTo>
                  <a:pt x="1765" y="907"/>
                </a:lnTo>
                <a:lnTo>
                  <a:pt x="1764" y="907"/>
                </a:lnTo>
                <a:lnTo>
                  <a:pt x="1764" y="906"/>
                </a:lnTo>
                <a:lnTo>
                  <a:pt x="1764" y="906"/>
                </a:lnTo>
                <a:lnTo>
                  <a:pt x="1763" y="906"/>
                </a:lnTo>
                <a:lnTo>
                  <a:pt x="1762" y="906"/>
                </a:lnTo>
                <a:lnTo>
                  <a:pt x="1761" y="906"/>
                </a:lnTo>
                <a:lnTo>
                  <a:pt x="1760" y="906"/>
                </a:lnTo>
                <a:lnTo>
                  <a:pt x="1759" y="906"/>
                </a:lnTo>
                <a:lnTo>
                  <a:pt x="1758" y="906"/>
                </a:lnTo>
                <a:lnTo>
                  <a:pt x="1757" y="906"/>
                </a:lnTo>
                <a:lnTo>
                  <a:pt x="1756" y="906"/>
                </a:lnTo>
                <a:lnTo>
                  <a:pt x="1755" y="905"/>
                </a:lnTo>
                <a:lnTo>
                  <a:pt x="1754" y="905"/>
                </a:lnTo>
                <a:lnTo>
                  <a:pt x="1753" y="905"/>
                </a:lnTo>
                <a:lnTo>
                  <a:pt x="1753" y="904"/>
                </a:lnTo>
                <a:lnTo>
                  <a:pt x="1752" y="903"/>
                </a:lnTo>
                <a:lnTo>
                  <a:pt x="1749" y="901"/>
                </a:lnTo>
                <a:lnTo>
                  <a:pt x="1748" y="901"/>
                </a:lnTo>
                <a:lnTo>
                  <a:pt x="1747" y="901"/>
                </a:lnTo>
                <a:lnTo>
                  <a:pt x="1746" y="901"/>
                </a:lnTo>
                <a:lnTo>
                  <a:pt x="1744" y="901"/>
                </a:lnTo>
                <a:lnTo>
                  <a:pt x="1743" y="901"/>
                </a:lnTo>
                <a:lnTo>
                  <a:pt x="1743" y="902"/>
                </a:lnTo>
                <a:lnTo>
                  <a:pt x="1742" y="902"/>
                </a:lnTo>
                <a:lnTo>
                  <a:pt x="1742" y="903"/>
                </a:lnTo>
                <a:lnTo>
                  <a:pt x="1743" y="903"/>
                </a:lnTo>
                <a:lnTo>
                  <a:pt x="1743" y="904"/>
                </a:lnTo>
                <a:lnTo>
                  <a:pt x="1742" y="905"/>
                </a:lnTo>
                <a:lnTo>
                  <a:pt x="1740" y="905"/>
                </a:lnTo>
                <a:lnTo>
                  <a:pt x="1739" y="905"/>
                </a:lnTo>
                <a:lnTo>
                  <a:pt x="1738" y="906"/>
                </a:lnTo>
                <a:lnTo>
                  <a:pt x="1737" y="907"/>
                </a:lnTo>
                <a:lnTo>
                  <a:pt x="1736" y="908"/>
                </a:lnTo>
                <a:lnTo>
                  <a:pt x="1736" y="909"/>
                </a:lnTo>
                <a:lnTo>
                  <a:pt x="1735" y="909"/>
                </a:lnTo>
                <a:lnTo>
                  <a:pt x="1735" y="910"/>
                </a:lnTo>
                <a:lnTo>
                  <a:pt x="1734" y="910"/>
                </a:lnTo>
                <a:lnTo>
                  <a:pt x="1733" y="911"/>
                </a:lnTo>
                <a:lnTo>
                  <a:pt x="1732" y="911"/>
                </a:lnTo>
                <a:lnTo>
                  <a:pt x="1731" y="912"/>
                </a:lnTo>
                <a:lnTo>
                  <a:pt x="1730" y="912"/>
                </a:lnTo>
                <a:lnTo>
                  <a:pt x="1729" y="912"/>
                </a:lnTo>
                <a:lnTo>
                  <a:pt x="1728" y="911"/>
                </a:lnTo>
                <a:lnTo>
                  <a:pt x="1726" y="910"/>
                </a:lnTo>
                <a:lnTo>
                  <a:pt x="1723" y="908"/>
                </a:lnTo>
                <a:lnTo>
                  <a:pt x="1722" y="909"/>
                </a:lnTo>
                <a:lnTo>
                  <a:pt x="1722" y="910"/>
                </a:lnTo>
                <a:lnTo>
                  <a:pt x="1722" y="911"/>
                </a:lnTo>
                <a:lnTo>
                  <a:pt x="1722" y="914"/>
                </a:lnTo>
                <a:lnTo>
                  <a:pt x="1721" y="915"/>
                </a:lnTo>
                <a:lnTo>
                  <a:pt x="1719" y="916"/>
                </a:lnTo>
                <a:lnTo>
                  <a:pt x="1716" y="917"/>
                </a:lnTo>
                <a:lnTo>
                  <a:pt x="1715" y="918"/>
                </a:lnTo>
                <a:lnTo>
                  <a:pt x="1715" y="919"/>
                </a:lnTo>
                <a:lnTo>
                  <a:pt x="1698" y="915"/>
                </a:lnTo>
                <a:lnTo>
                  <a:pt x="1691" y="914"/>
                </a:lnTo>
                <a:lnTo>
                  <a:pt x="1689" y="913"/>
                </a:lnTo>
                <a:lnTo>
                  <a:pt x="1687" y="912"/>
                </a:lnTo>
                <a:lnTo>
                  <a:pt x="1683" y="912"/>
                </a:lnTo>
                <a:lnTo>
                  <a:pt x="1679" y="913"/>
                </a:lnTo>
                <a:lnTo>
                  <a:pt x="1679" y="916"/>
                </a:lnTo>
                <a:lnTo>
                  <a:pt x="1679" y="917"/>
                </a:lnTo>
                <a:lnTo>
                  <a:pt x="1678" y="918"/>
                </a:lnTo>
                <a:lnTo>
                  <a:pt x="1676" y="918"/>
                </a:lnTo>
                <a:lnTo>
                  <a:pt x="1676" y="917"/>
                </a:lnTo>
                <a:lnTo>
                  <a:pt x="1675" y="918"/>
                </a:lnTo>
                <a:lnTo>
                  <a:pt x="1674" y="918"/>
                </a:lnTo>
                <a:lnTo>
                  <a:pt x="1673" y="918"/>
                </a:lnTo>
                <a:lnTo>
                  <a:pt x="1672" y="918"/>
                </a:lnTo>
                <a:lnTo>
                  <a:pt x="1671" y="919"/>
                </a:lnTo>
                <a:lnTo>
                  <a:pt x="1670" y="919"/>
                </a:lnTo>
                <a:lnTo>
                  <a:pt x="1669" y="919"/>
                </a:lnTo>
                <a:lnTo>
                  <a:pt x="1668" y="918"/>
                </a:lnTo>
                <a:lnTo>
                  <a:pt x="1667" y="918"/>
                </a:lnTo>
                <a:lnTo>
                  <a:pt x="1666" y="917"/>
                </a:lnTo>
                <a:lnTo>
                  <a:pt x="1665" y="917"/>
                </a:lnTo>
                <a:lnTo>
                  <a:pt x="1664" y="917"/>
                </a:lnTo>
                <a:lnTo>
                  <a:pt x="1663" y="915"/>
                </a:lnTo>
                <a:lnTo>
                  <a:pt x="1662" y="912"/>
                </a:lnTo>
                <a:lnTo>
                  <a:pt x="1656" y="909"/>
                </a:lnTo>
                <a:lnTo>
                  <a:pt x="1653" y="907"/>
                </a:lnTo>
                <a:lnTo>
                  <a:pt x="1651" y="905"/>
                </a:lnTo>
                <a:lnTo>
                  <a:pt x="1648" y="905"/>
                </a:lnTo>
                <a:lnTo>
                  <a:pt x="1645" y="906"/>
                </a:lnTo>
                <a:lnTo>
                  <a:pt x="1641" y="912"/>
                </a:lnTo>
                <a:lnTo>
                  <a:pt x="1632" y="915"/>
                </a:lnTo>
                <a:lnTo>
                  <a:pt x="1625" y="922"/>
                </a:lnTo>
                <a:lnTo>
                  <a:pt x="1621" y="927"/>
                </a:lnTo>
                <a:lnTo>
                  <a:pt x="1609" y="925"/>
                </a:lnTo>
                <a:lnTo>
                  <a:pt x="1593" y="917"/>
                </a:lnTo>
                <a:lnTo>
                  <a:pt x="1584" y="911"/>
                </a:lnTo>
                <a:lnTo>
                  <a:pt x="1575" y="917"/>
                </a:lnTo>
                <a:lnTo>
                  <a:pt x="1567" y="920"/>
                </a:lnTo>
                <a:lnTo>
                  <a:pt x="1557" y="918"/>
                </a:lnTo>
                <a:lnTo>
                  <a:pt x="1549" y="916"/>
                </a:lnTo>
                <a:lnTo>
                  <a:pt x="1536" y="920"/>
                </a:lnTo>
                <a:lnTo>
                  <a:pt x="1526" y="925"/>
                </a:lnTo>
                <a:lnTo>
                  <a:pt x="1488" y="944"/>
                </a:lnTo>
                <a:lnTo>
                  <a:pt x="1477" y="947"/>
                </a:lnTo>
                <a:lnTo>
                  <a:pt x="1454" y="956"/>
                </a:lnTo>
                <a:lnTo>
                  <a:pt x="1434" y="962"/>
                </a:lnTo>
                <a:lnTo>
                  <a:pt x="1422" y="965"/>
                </a:lnTo>
                <a:lnTo>
                  <a:pt x="1413" y="977"/>
                </a:lnTo>
                <a:lnTo>
                  <a:pt x="1402" y="989"/>
                </a:lnTo>
                <a:lnTo>
                  <a:pt x="1386" y="1005"/>
                </a:lnTo>
                <a:lnTo>
                  <a:pt x="1369" y="1011"/>
                </a:lnTo>
                <a:lnTo>
                  <a:pt x="1354" y="1012"/>
                </a:lnTo>
                <a:lnTo>
                  <a:pt x="1340" y="1016"/>
                </a:lnTo>
                <a:lnTo>
                  <a:pt x="1333" y="1019"/>
                </a:lnTo>
                <a:lnTo>
                  <a:pt x="1327" y="1031"/>
                </a:lnTo>
                <a:lnTo>
                  <a:pt x="1322" y="1033"/>
                </a:lnTo>
                <a:lnTo>
                  <a:pt x="1312" y="1036"/>
                </a:lnTo>
                <a:lnTo>
                  <a:pt x="1297" y="1042"/>
                </a:lnTo>
                <a:lnTo>
                  <a:pt x="1289" y="1046"/>
                </a:lnTo>
                <a:lnTo>
                  <a:pt x="1280" y="1049"/>
                </a:lnTo>
                <a:lnTo>
                  <a:pt x="1272" y="1053"/>
                </a:lnTo>
                <a:lnTo>
                  <a:pt x="1257" y="1059"/>
                </a:lnTo>
                <a:lnTo>
                  <a:pt x="1246" y="1060"/>
                </a:lnTo>
                <a:lnTo>
                  <a:pt x="1236" y="1063"/>
                </a:lnTo>
                <a:lnTo>
                  <a:pt x="1226" y="1071"/>
                </a:lnTo>
                <a:lnTo>
                  <a:pt x="1214" y="1076"/>
                </a:lnTo>
                <a:lnTo>
                  <a:pt x="1198" y="1075"/>
                </a:lnTo>
                <a:lnTo>
                  <a:pt x="1185" y="1078"/>
                </a:lnTo>
                <a:lnTo>
                  <a:pt x="1177" y="1088"/>
                </a:lnTo>
                <a:lnTo>
                  <a:pt x="1171" y="1091"/>
                </a:lnTo>
                <a:lnTo>
                  <a:pt x="1165" y="1093"/>
                </a:lnTo>
                <a:lnTo>
                  <a:pt x="1156" y="1095"/>
                </a:lnTo>
                <a:lnTo>
                  <a:pt x="1147" y="1099"/>
                </a:lnTo>
                <a:lnTo>
                  <a:pt x="1133" y="1099"/>
                </a:lnTo>
                <a:lnTo>
                  <a:pt x="1121" y="1099"/>
                </a:lnTo>
                <a:lnTo>
                  <a:pt x="1113" y="1103"/>
                </a:lnTo>
                <a:lnTo>
                  <a:pt x="1107" y="1107"/>
                </a:lnTo>
                <a:lnTo>
                  <a:pt x="1098" y="1113"/>
                </a:lnTo>
                <a:lnTo>
                  <a:pt x="1090" y="1116"/>
                </a:lnTo>
                <a:lnTo>
                  <a:pt x="1083" y="1117"/>
                </a:lnTo>
                <a:lnTo>
                  <a:pt x="1076" y="1111"/>
                </a:lnTo>
                <a:lnTo>
                  <a:pt x="1070" y="1109"/>
                </a:lnTo>
                <a:lnTo>
                  <a:pt x="1067" y="1116"/>
                </a:lnTo>
                <a:lnTo>
                  <a:pt x="1071" y="1127"/>
                </a:lnTo>
                <a:lnTo>
                  <a:pt x="1075" y="1134"/>
                </a:lnTo>
                <a:lnTo>
                  <a:pt x="1075" y="1141"/>
                </a:lnTo>
                <a:lnTo>
                  <a:pt x="1070" y="1148"/>
                </a:lnTo>
                <a:lnTo>
                  <a:pt x="1058" y="1139"/>
                </a:lnTo>
                <a:lnTo>
                  <a:pt x="1049" y="1136"/>
                </a:lnTo>
                <a:lnTo>
                  <a:pt x="1040" y="1136"/>
                </a:lnTo>
                <a:lnTo>
                  <a:pt x="1030" y="1139"/>
                </a:lnTo>
                <a:lnTo>
                  <a:pt x="1023" y="1143"/>
                </a:lnTo>
                <a:lnTo>
                  <a:pt x="1017" y="1152"/>
                </a:lnTo>
                <a:lnTo>
                  <a:pt x="1017" y="1159"/>
                </a:lnTo>
                <a:lnTo>
                  <a:pt x="1018" y="1165"/>
                </a:lnTo>
                <a:lnTo>
                  <a:pt x="1018" y="1166"/>
                </a:lnTo>
                <a:lnTo>
                  <a:pt x="1019" y="1170"/>
                </a:lnTo>
                <a:lnTo>
                  <a:pt x="1018" y="1173"/>
                </a:lnTo>
                <a:lnTo>
                  <a:pt x="1015" y="1172"/>
                </a:lnTo>
                <a:lnTo>
                  <a:pt x="1014" y="1170"/>
                </a:lnTo>
                <a:lnTo>
                  <a:pt x="998" y="1169"/>
                </a:lnTo>
                <a:lnTo>
                  <a:pt x="991" y="1173"/>
                </a:lnTo>
                <a:lnTo>
                  <a:pt x="973" y="1167"/>
                </a:lnTo>
                <a:lnTo>
                  <a:pt x="965" y="1161"/>
                </a:lnTo>
                <a:lnTo>
                  <a:pt x="958" y="1157"/>
                </a:lnTo>
                <a:lnTo>
                  <a:pt x="955" y="1150"/>
                </a:lnTo>
                <a:lnTo>
                  <a:pt x="952" y="1142"/>
                </a:lnTo>
                <a:lnTo>
                  <a:pt x="944" y="1137"/>
                </a:lnTo>
                <a:lnTo>
                  <a:pt x="932" y="1134"/>
                </a:lnTo>
                <a:lnTo>
                  <a:pt x="922" y="1131"/>
                </a:lnTo>
                <a:lnTo>
                  <a:pt x="910" y="1127"/>
                </a:lnTo>
                <a:lnTo>
                  <a:pt x="898" y="1117"/>
                </a:lnTo>
                <a:lnTo>
                  <a:pt x="893" y="1108"/>
                </a:lnTo>
                <a:lnTo>
                  <a:pt x="890" y="1100"/>
                </a:lnTo>
                <a:lnTo>
                  <a:pt x="879" y="1094"/>
                </a:lnTo>
                <a:lnTo>
                  <a:pt x="865" y="1091"/>
                </a:lnTo>
                <a:lnTo>
                  <a:pt x="858" y="1086"/>
                </a:lnTo>
                <a:lnTo>
                  <a:pt x="853" y="1089"/>
                </a:lnTo>
                <a:lnTo>
                  <a:pt x="837" y="1093"/>
                </a:lnTo>
                <a:lnTo>
                  <a:pt x="825" y="1101"/>
                </a:lnTo>
                <a:lnTo>
                  <a:pt x="815" y="1104"/>
                </a:lnTo>
                <a:lnTo>
                  <a:pt x="803" y="1107"/>
                </a:lnTo>
                <a:lnTo>
                  <a:pt x="788" y="1107"/>
                </a:lnTo>
                <a:lnTo>
                  <a:pt x="779" y="1107"/>
                </a:lnTo>
                <a:lnTo>
                  <a:pt x="773" y="1107"/>
                </a:lnTo>
                <a:lnTo>
                  <a:pt x="759" y="1105"/>
                </a:lnTo>
                <a:lnTo>
                  <a:pt x="750" y="1107"/>
                </a:lnTo>
                <a:lnTo>
                  <a:pt x="736" y="1113"/>
                </a:lnTo>
                <a:lnTo>
                  <a:pt x="727" y="1110"/>
                </a:lnTo>
                <a:lnTo>
                  <a:pt x="719" y="1107"/>
                </a:lnTo>
                <a:lnTo>
                  <a:pt x="710" y="1107"/>
                </a:lnTo>
                <a:lnTo>
                  <a:pt x="703" y="1113"/>
                </a:lnTo>
                <a:lnTo>
                  <a:pt x="694" y="1118"/>
                </a:lnTo>
                <a:lnTo>
                  <a:pt x="682" y="1118"/>
                </a:lnTo>
                <a:lnTo>
                  <a:pt x="671" y="1115"/>
                </a:lnTo>
                <a:lnTo>
                  <a:pt x="663" y="1109"/>
                </a:lnTo>
                <a:lnTo>
                  <a:pt x="654" y="1106"/>
                </a:lnTo>
                <a:lnTo>
                  <a:pt x="644" y="1105"/>
                </a:lnTo>
                <a:lnTo>
                  <a:pt x="635" y="1099"/>
                </a:lnTo>
                <a:lnTo>
                  <a:pt x="634" y="1106"/>
                </a:lnTo>
                <a:lnTo>
                  <a:pt x="622" y="1109"/>
                </a:lnTo>
                <a:lnTo>
                  <a:pt x="569" y="1139"/>
                </a:lnTo>
                <a:lnTo>
                  <a:pt x="557" y="1145"/>
                </a:lnTo>
                <a:lnTo>
                  <a:pt x="549" y="1156"/>
                </a:lnTo>
                <a:lnTo>
                  <a:pt x="536" y="1161"/>
                </a:lnTo>
                <a:lnTo>
                  <a:pt x="520" y="1170"/>
                </a:lnTo>
                <a:lnTo>
                  <a:pt x="511" y="1171"/>
                </a:lnTo>
                <a:lnTo>
                  <a:pt x="498" y="1173"/>
                </a:lnTo>
                <a:lnTo>
                  <a:pt x="492" y="1179"/>
                </a:lnTo>
                <a:lnTo>
                  <a:pt x="481" y="1184"/>
                </a:lnTo>
                <a:lnTo>
                  <a:pt x="468" y="1189"/>
                </a:lnTo>
                <a:lnTo>
                  <a:pt x="459" y="1192"/>
                </a:lnTo>
                <a:lnTo>
                  <a:pt x="448" y="1191"/>
                </a:lnTo>
                <a:lnTo>
                  <a:pt x="436" y="1195"/>
                </a:lnTo>
                <a:lnTo>
                  <a:pt x="422" y="1197"/>
                </a:lnTo>
                <a:lnTo>
                  <a:pt x="416" y="1204"/>
                </a:lnTo>
                <a:lnTo>
                  <a:pt x="407" y="1215"/>
                </a:lnTo>
                <a:lnTo>
                  <a:pt x="402" y="1225"/>
                </a:lnTo>
                <a:lnTo>
                  <a:pt x="400" y="1235"/>
                </a:lnTo>
                <a:lnTo>
                  <a:pt x="389" y="1245"/>
                </a:lnTo>
                <a:lnTo>
                  <a:pt x="385" y="1248"/>
                </a:lnTo>
                <a:lnTo>
                  <a:pt x="375" y="1257"/>
                </a:lnTo>
                <a:lnTo>
                  <a:pt x="366" y="1266"/>
                </a:lnTo>
                <a:lnTo>
                  <a:pt x="353" y="1279"/>
                </a:lnTo>
                <a:lnTo>
                  <a:pt x="347" y="1286"/>
                </a:lnTo>
                <a:lnTo>
                  <a:pt x="345" y="1293"/>
                </a:lnTo>
                <a:lnTo>
                  <a:pt x="345" y="1280"/>
                </a:lnTo>
                <a:lnTo>
                  <a:pt x="341" y="1290"/>
                </a:lnTo>
                <a:lnTo>
                  <a:pt x="344" y="1230"/>
                </a:lnTo>
                <a:lnTo>
                  <a:pt x="340" y="1225"/>
                </a:lnTo>
                <a:lnTo>
                  <a:pt x="339" y="1222"/>
                </a:lnTo>
                <a:lnTo>
                  <a:pt x="330" y="1214"/>
                </a:lnTo>
                <a:lnTo>
                  <a:pt x="321" y="1205"/>
                </a:lnTo>
                <a:lnTo>
                  <a:pt x="314" y="1195"/>
                </a:lnTo>
                <a:lnTo>
                  <a:pt x="302" y="1188"/>
                </a:lnTo>
                <a:lnTo>
                  <a:pt x="299" y="1187"/>
                </a:lnTo>
                <a:lnTo>
                  <a:pt x="293" y="1184"/>
                </a:lnTo>
                <a:lnTo>
                  <a:pt x="284" y="1179"/>
                </a:lnTo>
                <a:lnTo>
                  <a:pt x="276" y="1176"/>
                </a:lnTo>
                <a:lnTo>
                  <a:pt x="274" y="1168"/>
                </a:lnTo>
                <a:lnTo>
                  <a:pt x="269" y="1161"/>
                </a:lnTo>
                <a:lnTo>
                  <a:pt x="265" y="1142"/>
                </a:lnTo>
                <a:lnTo>
                  <a:pt x="268" y="1125"/>
                </a:lnTo>
                <a:lnTo>
                  <a:pt x="270" y="1116"/>
                </a:lnTo>
                <a:lnTo>
                  <a:pt x="269" y="1113"/>
                </a:lnTo>
                <a:lnTo>
                  <a:pt x="266" y="1104"/>
                </a:lnTo>
                <a:lnTo>
                  <a:pt x="258" y="1091"/>
                </a:lnTo>
                <a:lnTo>
                  <a:pt x="258" y="1089"/>
                </a:lnTo>
                <a:lnTo>
                  <a:pt x="257" y="1077"/>
                </a:lnTo>
                <a:lnTo>
                  <a:pt x="259" y="1073"/>
                </a:lnTo>
                <a:lnTo>
                  <a:pt x="261" y="1063"/>
                </a:lnTo>
                <a:lnTo>
                  <a:pt x="261" y="1056"/>
                </a:lnTo>
                <a:lnTo>
                  <a:pt x="262" y="1051"/>
                </a:lnTo>
                <a:lnTo>
                  <a:pt x="257" y="1043"/>
                </a:lnTo>
                <a:lnTo>
                  <a:pt x="255" y="1036"/>
                </a:lnTo>
                <a:lnTo>
                  <a:pt x="258" y="1033"/>
                </a:lnTo>
                <a:lnTo>
                  <a:pt x="264" y="1028"/>
                </a:lnTo>
                <a:lnTo>
                  <a:pt x="264" y="1023"/>
                </a:lnTo>
                <a:lnTo>
                  <a:pt x="263" y="1018"/>
                </a:lnTo>
                <a:lnTo>
                  <a:pt x="262" y="1012"/>
                </a:lnTo>
                <a:lnTo>
                  <a:pt x="258" y="999"/>
                </a:lnTo>
                <a:lnTo>
                  <a:pt x="259" y="994"/>
                </a:lnTo>
                <a:lnTo>
                  <a:pt x="256" y="991"/>
                </a:lnTo>
                <a:lnTo>
                  <a:pt x="251" y="989"/>
                </a:lnTo>
                <a:lnTo>
                  <a:pt x="241" y="991"/>
                </a:lnTo>
                <a:lnTo>
                  <a:pt x="230" y="991"/>
                </a:lnTo>
                <a:lnTo>
                  <a:pt x="224" y="989"/>
                </a:lnTo>
                <a:lnTo>
                  <a:pt x="217" y="976"/>
                </a:lnTo>
                <a:lnTo>
                  <a:pt x="214" y="973"/>
                </a:lnTo>
                <a:lnTo>
                  <a:pt x="214" y="972"/>
                </a:lnTo>
                <a:lnTo>
                  <a:pt x="210" y="966"/>
                </a:lnTo>
                <a:lnTo>
                  <a:pt x="208" y="962"/>
                </a:lnTo>
                <a:lnTo>
                  <a:pt x="206" y="955"/>
                </a:lnTo>
                <a:lnTo>
                  <a:pt x="203" y="954"/>
                </a:lnTo>
                <a:lnTo>
                  <a:pt x="197" y="954"/>
                </a:lnTo>
                <a:lnTo>
                  <a:pt x="189" y="953"/>
                </a:lnTo>
                <a:lnTo>
                  <a:pt x="187" y="949"/>
                </a:lnTo>
                <a:lnTo>
                  <a:pt x="184" y="941"/>
                </a:lnTo>
                <a:lnTo>
                  <a:pt x="179" y="929"/>
                </a:lnTo>
                <a:lnTo>
                  <a:pt x="175" y="920"/>
                </a:lnTo>
                <a:lnTo>
                  <a:pt x="173" y="910"/>
                </a:lnTo>
                <a:lnTo>
                  <a:pt x="173" y="901"/>
                </a:lnTo>
                <a:lnTo>
                  <a:pt x="173" y="898"/>
                </a:lnTo>
                <a:lnTo>
                  <a:pt x="170" y="888"/>
                </a:lnTo>
                <a:lnTo>
                  <a:pt x="169" y="887"/>
                </a:lnTo>
                <a:lnTo>
                  <a:pt x="169" y="884"/>
                </a:lnTo>
                <a:lnTo>
                  <a:pt x="169" y="882"/>
                </a:lnTo>
                <a:lnTo>
                  <a:pt x="165" y="868"/>
                </a:lnTo>
                <a:lnTo>
                  <a:pt x="157" y="855"/>
                </a:lnTo>
                <a:lnTo>
                  <a:pt x="156" y="846"/>
                </a:lnTo>
                <a:lnTo>
                  <a:pt x="154" y="838"/>
                </a:lnTo>
                <a:lnTo>
                  <a:pt x="152" y="827"/>
                </a:lnTo>
                <a:lnTo>
                  <a:pt x="153" y="822"/>
                </a:lnTo>
                <a:lnTo>
                  <a:pt x="152" y="816"/>
                </a:lnTo>
                <a:lnTo>
                  <a:pt x="155" y="806"/>
                </a:lnTo>
                <a:lnTo>
                  <a:pt x="155" y="805"/>
                </a:lnTo>
                <a:lnTo>
                  <a:pt x="155" y="797"/>
                </a:lnTo>
                <a:lnTo>
                  <a:pt x="152" y="793"/>
                </a:lnTo>
                <a:lnTo>
                  <a:pt x="150" y="793"/>
                </a:lnTo>
                <a:lnTo>
                  <a:pt x="142" y="790"/>
                </a:lnTo>
                <a:lnTo>
                  <a:pt x="135" y="786"/>
                </a:lnTo>
                <a:lnTo>
                  <a:pt x="129" y="786"/>
                </a:lnTo>
                <a:lnTo>
                  <a:pt x="125" y="788"/>
                </a:lnTo>
                <a:lnTo>
                  <a:pt x="120" y="789"/>
                </a:lnTo>
                <a:lnTo>
                  <a:pt x="117" y="787"/>
                </a:lnTo>
                <a:lnTo>
                  <a:pt x="116" y="787"/>
                </a:lnTo>
                <a:lnTo>
                  <a:pt x="115" y="780"/>
                </a:lnTo>
                <a:lnTo>
                  <a:pt x="114" y="777"/>
                </a:lnTo>
                <a:lnTo>
                  <a:pt x="106" y="776"/>
                </a:lnTo>
                <a:lnTo>
                  <a:pt x="103" y="773"/>
                </a:lnTo>
                <a:lnTo>
                  <a:pt x="106" y="770"/>
                </a:lnTo>
                <a:lnTo>
                  <a:pt x="108" y="765"/>
                </a:lnTo>
                <a:lnTo>
                  <a:pt x="110" y="762"/>
                </a:lnTo>
                <a:lnTo>
                  <a:pt x="112" y="755"/>
                </a:lnTo>
                <a:lnTo>
                  <a:pt x="113" y="750"/>
                </a:lnTo>
                <a:lnTo>
                  <a:pt x="112" y="744"/>
                </a:lnTo>
                <a:lnTo>
                  <a:pt x="113" y="733"/>
                </a:lnTo>
                <a:lnTo>
                  <a:pt x="115" y="730"/>
                </a:lnTo>
                <a:lnTo>
                  <a:pt x="113" y="725"/>
                </a:lnTo>
                <a:lnTo>
                  <a:pt x="111" y="723"/>
                </a:lnTo>
                <a:lnTo>
                  <a:pt x="103" y="718"/>
                </a:lnTo>
                <a:lnTo>
                  <a:pt x="97" y="715"/>
                </a:lnTo>
                <a:lnTo>
                  <a:pt x="85" y="717"/>
                </a:lnTo>
                <a:lnTo>
                  <a:pt x="79" y="715"/>
                </a:lnTo>
                <a:lnTo>
                  <a:pt x="78" y="715"/>
                </a:lnTo>
                <a:lnTo>
                  <a:pt x="74" y="713"/>
                </a:lnTo>
                <a:lnTo>
                  <a:pt x="73" y="711"/>
                </a:lnTo>
                <a:lnTo>
                  <a:pt x="72" y="710"/>
                </a:lnTo>
                <a:lnTo>
                  <a:pt x="70" y="704"/>
                </a:lnTo>
                <a:lnTo>
                  <a:pt x="69" y="702"/>
                </a:lnTo>
                <a:lnTo>
                  <a:pt x="68" y="701"/>
                </a:lnTo>
                <a:lnTo>
                  <a:pt x="66" y="699"/>
                </a:lnTo>
                <a:lnTo>
                  <a:pt x="60" y="697"/>
                </a:lnTo>
                <a:lnTo>
                  <a:pt x="60" y="693"/>
                </a:lnTo>
                <a:lnTo>
                  <a:pt x="58" y="692"/>
                </a:lnTo>
                <a:lnTo>
                  <a:pt x="56" y="692"/>
                </a:lnTo>
                <a:lnTo>
                  <a:pt x="49" y="687"/>
                </a:lnTo>
                <a:lnTo>
                  <a:pt x="42" y="678"/>
                </a:lnTo>
                <a:lnTo>
                  <a:pt x="41" y="676"/>
                </a:lnTo>
                <a:lnTo>
                  <a:pt x="37" y="672"/>
                </a:lnTo>
                <a:lnTo>
                  <a:pt x="33" y="668"/>
                </a:lnTo>
                <a:lnTo>
                  <a:pt x="30" y="667"/>
                </a:lnTo>
                <a:lnTo>
                  <a:pt x="29" y="666"/>
                </a:lnTo>
                <a:lnTo>
                  <a:pt x="26" y="664"/>
                </a:lnTo>
                <a:lnTo>
                  <a:pt x="16" y="665"/>
                </a:lnTo>
                <a:lnTo>
                  <a:pt x="17" y="662"/>
                </a:lnTo>
                <a:lnTo>
                  <a:pt x="16" y="662"/>
                </a:lnTo>
                <a:lnTo>
                  <a:pt x="17" y="656"/>
                </a:lnTo>
                <a:lnTo>
                  <a:pt x="17" y="655"/>
                </a:lnTo>
                <a:lnTo>
                  <a:pt x="17" y="653"/>
                </a:lnTo>
                <a:lnTo>
                  <a:pt x="18" y="652"/>
                </a:lnTo>
                <a:lnTo>
                  <a:pt x="16" y="646"/>
                </a:lnTo>
                <a:lnTo>
                  <a:pt x="17" y="646"/>
                </a:lnTo>
                <a:lnTo>
                  <a:pt x="14" y="643"/>
                </a:lnTo>
                <a:lnTo>
                  <a:pt x="7" y="642"/>
                </a:lnTo>
                <a:lnTo>
                  <a:pt x="1" y="638"/>
                </a:lnTo>
                <a:lnTo>
                  <a:pt x="1" y="637"/>
                </a:lnTo>
                <a:lnTo>
                  <a:pt x="0" y="636"/>
                </a:lnTo>
                <a:lnTo>
                  <a:pt x="2" y="627"/>
                </a:lnTo>
                <a:lnTo>
                  <a:pt x="10" y="623"/>
                </a:lnTo>
                <a:lnTo>
                  <a:pt x="21" y="621"/>
                </a:lnTo>
                <a:lnTo>
                  <a:pt x="17" y="615"/>
                </a:lnTo>
                <a:lnTo>
                  <a:pt x="20" y="609"/>
                </a:lnTo>
                <a:lnTo>
                  <a:pt x="27" y="608"/>
                </a:lnTo>
                <a:lnTo>
                  <a:pt x="28" y="605"/>
                </a:lnTo>
                <a:lnTo>
                  <a:pt x="33" y="603"/>
                </a:lnTo>
                <a:lnTo>
                  <a:pt x="33" y="601"/>
                </a:lnTo>
                <a:lnTo>
                  <a:pt x="32" y="594"/>
                </a:lnTo>
                <a:lnTo>
                  <a:pt x="32" y="593"/>
                </a:lnTo>
                <a:lnTo>
                  <a:pt x="31" y="592"/>
                </a:lnTo>
                <a:lnTo>
                  <a:pt x="30" y="578"/>
                </a:lnTo>
                <a:lnTo>
                  <a:pt x="30" y="577"/>
                </a:lnTo>
                <a:lnTo>
                  <a:pt x="32" y="572"/>
                </a:lnTo>
                <a:lnTo>
                  <a:pt x="33" y="568"/>
                </a:lnTo>
                <a:lnTo>
                  <a:pt x="36" y="566"/>
                </a:lnTo>
                <a:lnTo>
                  <a:pt x="41" y="563"/>
                </a:lnTo>
                <a:lnTo>
                  <a:pt x="47" y="559"/>
                </a:lnTo>
                <a:lnTo>
                  <a:pt x="48" y="558"/>
                </a:lnTo>
                <a:lnTo>
                  <a:pt x="50" y="555"/>
                </a:lnTo>
                <a:lnTo>
                  <a:pt x="51" y="551"/>
                </a:lnTo>
                <a:lnTo>
                  <a:pt x="55" y="551"/>
                </a:lnTo>
                <a:lnTo>
                  <a:pt x="60" y="548"/>
                </a:lnTo>
                <a:lnTo>
                  <a:pt x="66" y="544"/>
                </a:lnTo>
                <a:lnTo>
                  <a:pt x="66" y="541"/>
                </a:lnTo>
                <a:lnTo>
                  <a:pt x="69" y="541"/>
                </a:lnTo>
                <a:lnTo>
                  <a:pt x="73" y="539"/>
                </a:lnTo>
                <a:lnTo>
                  <a:pt x="77" y="535"/>
                </a:lnTo>
                <a:lnTo>
                  <a:pt x="78" y="530"/>
                </a:lnTo>
                <a:lnTo>
                  <a:pt x="78" y="525"/>
                </a:lnTo>
                <a:lnTo>
                  <a:pt x="79" y="522"/>
                </a:lnTo>
                <a:lnTo>
                  <a:pt x="81" y="522"/>
                </a:lnTo>
                <a:lnTo>
                  <a:pt x="84" y="526"/>
                </a:lnTo>
                <a:lnTo>
                  <a:pt x="86" y="527"/>
                </a:lnTo>
                <a:lnTo>
                  <a:pt x="92" y="526"/>
                </a:lnTo>
                <a:lnTo>
                  <a:pt x="94" y="524"/>
                </a:lnTo>
                <a:lnTo>
                  <a:pt x="99" y="526"/>
                </a:lnTo>
                <a:lnTo>
                  <a:pt x="103" y="527"/>
                </a:lnTo>
                <a:lnTo>
                  <a:pt x="113" y="525"/>
                </a:lnTo>
                <a:lnTo>
                  <a:pt x="121" y="525"/>
                </a:lnTo>
                <a:lnTo>
                  <a:pt x="130" y="525"/>
                </a:lnTo>
                <a:lnTo>
                  <a:pt x="141" y="523"/>
                </a:lnTo>
                <a:lnTo>
                  <a:pt x="158" y="519"/>
                </a:lnTo>
                <a:lnTo>
                  <a:pt x="169" y="518"/>
                </a:lnTo>
                <a:lnTo>
                  <a:pt x="182" y="519"/>
                </a:lnTo>
                <a:lnTo>
                  <a:pt x="190" y="518"/>
                </a:lnTo>
                <a:lnTo>
                  <a:pt x="203" y="514"/>
                </a:lnTo>
                <a:lnTo>
                  <a:pt x="210" y="508"/>
                </a:lnTo>
                <a:lnTo>
                  <a:pt x="215" y="503"/>
                </a:lnTo>
                <a:lnTo>
                  <a:pt x="221" y="508"/>
                </a:lnTo>
                <a:lnTo>
                  <a:pt x="229" y="506"/>
                </a:lnTo>
                <a:lnTo>
                  <a:pt x="236" y="502"/>
                </a:lnTo>
                <a:lnTo>
                  <a:pt x="245" y="498"/>
                </a:lnTo>
                <a:lnTo>
                  <a:pt x="256" y="499"/>
                </a:lnTo>
                <a:lnTo>
                  <a:pt x="273" y="494"/>
                </a:lnTo>
                <a:lnTo>
                  <a:pt x="286" y="491"/>
                </a:lnTo>
                <a:lnTo>
                  <a:pt x="298" y="488"/>
                </a:lnTo>
                <a:lnTo>
                  <a:pt x="310" y="482"/>
                </a:lnTo>
                <a:lnTo>
                  <a:pt x="325" y="473"/>
                </a:lnTo>
                <a:lnTo>
                  <a:pt x="334" y="471"/>
                </a:lnTo>
                <a:lnTo>
                  <a:pt x="342" y="471"/>
                </a:lnTo>
                <a:lnTo>
                  <a:pt x="349" y="470"/>
                </a:lnTo>
                <a:lnTo>
                  <a:pt x="352" y="473"/>
                </a:lnTo>
                <a:lnTo>
                  <a:pt x="355" y="479"/>
                </a:lnTo>
                <a:lnTo>
                  <a:pt x="357" y="483"/>
                </a:lnTo>
                <a:lnTo>
                  <a:pt x="363" y="491"/>
                </a:lnTo>
                <a:lnTo>
                  <a:pt x="368" y="493"/>
                </a:lnTo>
                <a:lnTo>
                  <a:pt x="373" y="490"/>
                </a:lnTo>
                <a:lnTo>
                  <a:pt x="376" y="484"/>
                </a:lnTo>
                <a:lnTo>
                  <a:pt x="376" y="478"/>
                </a:lnTo>
                <a:lnTo>
                  <a:pt x="375" y="474"/>
                </a:lnTo>
                <a:lnTo>
                  <a:pt x="374" y="472"/>
                </a:lnTo>
                <a:lnTo>
                  <a:pt x="371" y="468"/>
                </a:lnTo>
                <a:lnTo>
                  <a:pt x="374" y="466"/>
                </a:lnTo>
                <a:lnTo>
                  <a:pt x="381" y="470"/>
                </a:lnTo>
                <a:lnTo>
                  <a:pt x="388" y="469"/>
                </a:lnTo>
                <a:lnTo>
                  <a:pt x="395" y="469"/>
                </a:lnTo>
                <a:lnTo>
                  <a:pt x="404" y="468"/>
                </a:lnTo>
                <a:lnTo>
                  <a:pt x="414" y="469"/>
                </a:lnTo>
                <a:lnTo>
                  <a:pt x="420" y="468"/>
                </a:lnTo>
                <a:lnTo>
                  <a:pt x="428" y="472"/>
                </a:lnTo>
                <a:lnTo>
                  <a:pt x="435" y="473"/>
                </a:lnTo>
                <a:lnTo>
                  <a:pt x="436" y="477"/>
                </a:lnTo>
                <a:lnTo>
                  <a:pt x="438" y="481"/>
                </a:lnTo>
                <a:lnTo>
                  <a:pt x="440" y="480"/>
                </a:lnTo>
                <a:lnTo>
                  <a:pt x="445" y="478"/>
                </a:lnTo>
                <a:lnTo>
                  <a:pt x="451" y="475"/>
                </a:lnTo>
                <a:lnTo>
                  <a:pt x="458" y="477"/>
                </a:lnTo>
                <a:lnTo>
                  <a:pt x="462" y="477"/>
                </a:lnTo>
                <a:lnTo>
                  <a:pt x="470" y="478"/>
                </a:lnTo>
                <a:lnTo>
                  <a:pt x="477" y="480"/>
                </a:lnTo>
                <a:lnTo>
                  <a:pt x="483" y="483"/>
                </a:lnTo>
                <a:lnTo>
                  <a:pt x="494" y="486"/>
                </a:lnTo>
                <a:lnTo>
                  <a:pt x="503" y="484"/>
                </a:lnTo>
                <a:lnTo>
                  <a:pt x="510" y="479"/>
                </a:lnTo>
                <a:lnTo>
                  <a:pt x="512" y="478"/>
                </a:lnTo>
                <a:lnTo>
                  <a:pt x="517" y="481"/>
                </a:lnTo>
                <a:lnTo>
                  <a:pt x="520" y="484"/>
                </a:lnTo>
                <a:lnTo>
                  <a:pt x="537" y="487"/>
                </a:lnTo>
                <a:lnTo>
                  <a:pt x="542" y="484"/>
                </a:lnTo>
                <a:lnTo>
                  <a:pt x="548" y="482"/>
                </a:lnTo>
                <a:lnTo>
                  <a:pt x="554" y="482"/>
                </a:lnTo>
                <a:lnTo>
                  <a:pt x="562" y="478"/>
                </a:lnTo>
                <a:lnTo>
                  <a:pt x="569" y="474"/>
                </a:lnTo>
                <a:lnTo>
                  <a:pt x="576" y="475"/>
                </a:lnTo>
                <a:lnTo>
                  <a:pt x="582" y="475"/>
                </a:lnTo>
                <a:lnTo>
                  <a:pt x="589" y="475"/>
                </a:lnTo>
                <a:lnTo>
                  <a:pt x="596" y="474"/>
                </a:lnTo>
                <a:lnTo>
                  <a:pt x="604" y="472"/>
                </a:lnTo>
                <a:lnTo>
                  <a:pt x="611" y="468"/>
                </a:lnTo>
                <a:lnTo>
                  <a:pt x="619" y="467"/>
                </a:lnTo>
                <a:lnTo>
                  <a:pt x="625" y="465"/>
                </a:lnTo>
                <a:lnTo>
                  <a:pt x="631" y="460"/>
                </a:lnTo>
                <a:lnTo>
                  <a:pt x="635" y="458"/>
                </a:lnTo>
                <a:lnTo>
                  <a:pt x="638" y="458"/>
                </a:lnTo>
                <a:lnTo>
                  <a:pt x="645" y="459"/>
                </a:lnTo>
                <a:lnTo>
                  <a:pt x="652" y="457"/>
                </a:lnTo>
                <a:lnTo>
                  <a:pt x="656" y="454"/>
                </a:lnTo>
                <a:lnTo>
                  <a:pt x="663" y="450"/>
                </a:lnTo>
                <a:lnTo>
                  <a:pt x="667" y="453"/>
                </a:lnTo>
                <a:lnTo>
                  <a:pt x="676" y="453"/>
                </a:lnTo>
                <a:lnTo>
                  <a:pt x="689" y="455"/>
                </a:lnTo>
                <a:lnTo>
                  <a:pt x="710" y="449"/>
                </a:lnTo>
                <a:lnTo>
                  <a:pt x="718" y="448"/>
                </a:lnTo>
                <a:lnTo>
                  <a:pt x="725" y="450"/>
                </a:lnTo>
                <a:lnTo>
                  <a:pt x="730" y="454"/>
                </a:lnTo>
                <a:lnTo>
                  <a:pt x="741" y="457"/>
                </a:lnTo>
                <a:lnTo>
                  <a:pt x="751" y="454"/>
                </a:lnTo>
                <a:lnTo>
                  <a:pt x="760" y="453"/>
                </a:lnTo>
                <a:lnTo>
                  <a:pt x="765" y="451"/>
                </a:lnTo>
                <a:lnTo>
                  <a:pt x="774" y="454"/>
                </a:lnTo>
                <a:lnTo>
                  <a:pt x="784" y="455"/>
                </a:lnTo>
                <a:lnTo>
                  <a:pt x="797" y="456"/>
                </a:lnTo>
                <a:lnTo>
                  <a:pt x="804" y="452"/>
                </a:lnTo>
                <a:lnTo>
                  <a:pt x="814" y="452"/>
                </a:lnTo>
                <a:lnTo>
                  <a:pt x="831" y="449"/>
                </a:lnTo>
                <a:lnTo>
                  <a:pt x="839" y="444"/>
                </a:lnTo>
                <a:lnTo>
                  <a:pt x="843" y="441"/>
                </a:lnTo>
                <a:lnTo>
                  <a:pt x="845" y="436"/>
                </a:lnTo>
                <a:lnTo>
                  <a:pt x="846" y="434"/>
                </a:lnTo>
                <a:lnTo>
                  <a:pt x="853" y="434"/>
                </a:lnTo>
                <a:lnTo>
                  <a:pt x="856" y="436"/>
                </a:lnTo>
                <a:lnTo>
                  <a:pt x="859" y="440"/>
                </a:lnTo>
                <a:lnTo>
                  <a:pt x="861" y="443"/>
                </a:lnTo>
                <a:lnTo>
                  <a:pt x="867" y="444"/>
                </a:lnTo>
                <a:lnTo>
                  <a:pt x="880" y="441"/>
                </a:lnTo>
                <a:lnTo>
                  <a:pt x="889" y="440"/>
                </a:lnTo>
                <a:lnTo>
                  <a:pt x="895" y="432"/>
                </a:lnTo>
                <a:lnTo>
                  <a:pt x="901" y="434"/>
                </a:lnTo>
                <a:lnTo>
                  <a:pt x="906" y="434"/>
                </a:lnTo>
                <a:lnTo>
                  <a:pt x="917" y="431"/>
                </a:lnTo>
                <a:lnTo>
                  <a:pt x="917" y="429"/>
                </a:lnTo>
                <a:lnTo>
                  <a:pt x="918" y="424"/>
                </a:lnTo>
                <a:lnTo>
                  <a:pt x="917" y="420"/>
                </a:lnTo>
                <a:lnTo>
                  <a:pt x="917" y="416"/>
                </a:lnTo>
                <a:lnTo>
                  <a:pt x="918" y="413"/>
                </a:lnTo>
                <a:lnTo>
                  <a:pt x="923" y="409"/>
                </a:lnTo>
                <a:lnTo>
                  <a:pt x="929" y="405"/>
                </a:lnTo>
                <a:lnTo>
                  <a:pt x="931" y="410"/>
                </a:lnTo>
                <a:lnTo>
                  <a:pt x="934" y="416"/>
                </a:lnTo>
                <a:lnTo>
                  <a:pt x="940" y="422"/>
                </a:lnTo>
                <a:lnTo>
                  <a:pt x="945" y="421"/>
                </a:lnTo>
                <a:lnTo>
                  <a:pt x="949" y="422"/>
                </a:lnTo>
                <a:lnTo>
                  <a:pt x="963" y="423"/>
                </a:lnTo>
                <a:lnTo>
                  <a:pt x="968" y="422"/>
                </a:lnTo>
                <a:lnTo>
                  <a:pt x="970" y="426"/>
                </a:lnTo>
                <a:lnTo>
                  <a:pt x="973" y="429"/>
                </a:lnTo>
                <a:lnTo>
                  <a:pt x="978" y="430"/>
                </a:lnTo>
                <a:lnTo>
                  <a:pt x="984" y="430"/>
                </a:lnTo>
                <a:lnTo>
                  <a:pt x="991" y="430"/>
                </a:lnTo>
                <a:lnTo>
                  <a:pt x="1009" y="430"/>
                </a:lnTo>
                <a:lnTo>
                  <a:pt x="1016" y="431"/>
                </a:lnTo>
                <a:lnTo>
                  <a:pt x="1023" y="430"/>
                </a:lnTo>
                <a:lnTo>
                  <a:pt x="1030" y="432"/>
                </a:lnTo>
                <a:lnTo>
                  <a:pt x="1042" y="430"/>
                </a:lnTo>
                <a:lnTo>
                  <a:pt x="1050" y="431"/>
                </a:lnTo>
                <a:lnTo>
                  <a:pt x="1055" y="428"/>
                </a:lnTo>
                <a:lnTo>
                  <a:pt x="1060" y="428"/>
                </a:lnTo>
                <a:lnTo>
                  <a:pt x="1062" y="425"/>
                </a:lnTo>
                <a:lnTo>
                  <a:pt x="1062" y="421"/>
                </a:lnTo>
                <a:lnTo>
                  <a:pt x="1067" y="413"/>
                </a:lnTo>
                <a:lnTo>
                  <a:pt x="1067" y="409"/>
                </a:lnTo>
                <a:lnTo>
                  <a:pt x="1069" y="405"/>
                </a:lnTo>
                <a:lnTo>
                  <a:pt x="1074" y="404"/>
                </a:lnTo>
                <a:lnTo>
                  <a:pt x="1081" y="400"/>
                </a:lnTo>
                <a:lnTo>
                  <a:pt x="1085" y="399"/>
                </a:lnTo>
                <a:lnTo>
                  <a:pt x="1093" y="400"/>
                </a:lnTo>
                <a:lnTo>
                  <a:pt x="1101" y="400"/>
                </a:lnTo>
                <a:lnTo>
                  <a:pt x="1112" y="402"/>
                </a:lnTo>
                <a:lnTo>
                  <a:pt x="1119" y="402"/>
                </a:lnTo>
                <a:lnTo>
                  <a:pt x="1124" y="406"/>
                </a:lnTo>
                <a:lnTo>
                  <a:pt x="1132" y="407"/>
                </a:lnTo>
                <a:lnTo>
                  <a:pt x="1136" y="405"/>
                </a:lnTo>
                <a:lnTo>
                  <a:pt x="1138" y="404"/>
                </a:lnTo>
                <a:lnTo>
                  <a:pt x="1142" y="405"/>
                </a:lnTo>
                <a:lnTo>
                  <a:pt x="1146" y="407"/>
                </a:lnTo>
                <a:lnTo>
                  <a:pt x="1152" y="407"/>
                </a:lnTo>
                <a:lnTo>
                  <a:pt x="1160" y="409"/>
                </a:lnTo>
                <a:lnTo>
                  <a:pt x="1167" y="408"/>
                </a:lnTo>
                <a:lnTo>
                  <a:pt x="1174" y="407"/>
                </a:lnTo>
                <a:lnTo>
                  <a:pt x="1184" y="408"/>
                </a:lnTo>
                <a:lnTo>
                  <a:pt x="1197" y="409"/>
                </a:lnTo>
                <a:lnTo>
                  <a:pt x="1201" y="409"/>
                </a:lnTo>
                <a:lnTo>
                  <a:pt x="1206" y="405"/>
                </a:lnTo>
                <a:lnTo>
                  <a:pt x="1209" y="402"/>
                </a:lnTo>
                <a:lnTo>
                  <a:pt x="1212" y="400"/>
                </a:lnTo>
                <a:lnTo>
                  <a:pt x="1222" y="398"/>
                </a:lnTo>
                <a:lnTo>
                  <a:pt x="1224" y="395"/>
                </a:lnTo>
                <a:lnTo>
                  <a:pt x="1226" y="393"/>
                </a:lnTo>
                <a:lnTo>
                  <a:pt x="1228" y="393"/>
                </a:lnTo>
                <a:lnTo>
                  <a:pt x="1234" y="393"/>
                </a:lnTo>
                <a:lnTo>
                  <a:pt x="1238" y="392"/>
                </a:lnTo>
                <a:lnTo>
                  <a:pt x="1246" y="389"/>
                </a:lnTo>
                <a:lnTo>
                  <a:pt x="1255" y="387"/>
                </a:lnTo>
                <a:lnTo>
                  <a:pt x="1264" y="384"/>
                </a:lnTo>
                <a:lnTo>
                  <a:pt x="1276" y="381"/>
                </a:lnTo>
                <a:lnTo>
                  <a:pt x="1285" y="380"/>
                </a:lnTo>
                <a:lnTo>
                  <a:pt x="1295" y="384"/>
                </a:lnTo>
                <a:lnTo>
                  <a:pt x="1304" y="387"/>
                </a:lnTo>
                <a:lnTo>
                  <a:pt x="1310" y="388"/>
                </a:lnTo>
                <a:lnTo>
                  <a:pt x="1317" y="387"/>
                </a:lnTo>
                <a:lnTo>
                  <a:pt x="1323" y="385"/>
                </a:lnTo>
                <a:lnTo>
                  <a:pt x="1333" y="384"/>
                </a:lnTo>
                <a:lnTo>
                  <a:pt x="1339" y="380"/>
                </a:lnTo>
                <a:lnTo>
                  <a:pt x="1345" y="375"/>
                </a:lnTo>
                <a:lnTo>
                  <a:pt x="1353" y="371"/>
                </a:lnTo>
                <a:lnTo>
                  <a:pt x="1358" y="368"/>
                </a:lnTo>
                <a:lnTo>
                  <a:pt x="1359" y="364"/>
                </a:lnTo>
                <a:lnTo>
                  <a:pt x="1360" y="363"/>
                </a:lnTo>
                <a:lnTo>
                  <a:pt x="1362" y="363"/>
                </a:lnTo>
                <a:lnTo>
                  <a:pt x="1367" y="363"/>
                </a:lnTo>
                <a:lnTo>
                  <a:pt x="1370" y="366"/>
                </a:lnTo>
                <a:lnTo>
                  <a:pt x="1377" y="366"/>
                </a:lnTo>
                <a:lnTo>
                  <a:pt x="1382" y="364"/>
                </a:lnTo>
                <a:lnTo>
                  <a:pt x="1387" y="362"/>
                </a:lnTo>
                <a:lnTo>
                  <a:pt x="1392" y="359"/>
                </a:lnTo>
                <a:lnTo>
                  <a:pt x="1395" y="355"/>
                </a:lnTo>
                <a:lnTo>
                  <a:pt x="1397" y="352"/>
                </a:lnTo>
                <a:lnTo>
                  <a:pt x="1401" y="355"/>
                </a:lnTo>
                <a:lnTo>
                  <a:pt x="1406" y="355"/>
                </a:lnTo>
                <a:lnTo>
                  <a:pt x="1417" y="355"/>
                </a:lnTo>
                <a:lnTo>
                  <a:pt x="1422" y="352"/>
                </a:lnTo>
                <a:lnTo>
                  <a:pt x="1425" y="351"/>
                </a:lnTo>
                <a:lnTo>
                  <a:pt x="1431" y="347"/>
                </a:lnTo>
                <a:lnTo>
                  <a:pt x="1433" y="344"/>
                </a:lnTo>
                <a:lnTo>
                  <a:pt x="1432" y="338"/>
                </a:lnTo>
                <a:lnTo>
                  <a:pt x="1431" y="331"/>
                </a:lnTo>
                <a:lnTo>
                  <a:pt x="1436" y="335"/>
                </a:lnTo>
                <a:lnTo>
                  <a:pt x="1440" y="334"/>
                </a:lnTo>
                <a:lnTo>
                  <a:pt x="1448" y="337"/>
                </a:lnTo>
                <a:lnTo>
                  <a:pt x="1457" y="335"/>
                </a:lnTo>
                <a:lnTo>
                  <a:pt x="1463" y="338"/>
                </a:lnTo>
                <a:lnTo>
                  <a:pt x="1470" y="338"/>
                </a:lnTo>
                <a:lnTo>
                  <a:pt x="1477" y="337"/>
                </a:lnTo>
                <a:lnTo>
                  <a:pt x="1481" y="334"/>
                </a:lnTo>
                <a:lnTo>
                  <a:pt x="1488" y="332"/>
                </a:lnTo>
                <a:lnTo>
                  <a:pt x="1494" y="329"/>
                </a:lnTo>
                <a:lnTo>
                  <a:pt x="1501" y="329"/>
                </a:lnTo>
                <a:lnTo>
                  <a:pt x="1507" y="329"/>
                </a:lnTo>
                <a:lnTo>
                  <a:pt x="1512" y="329"/>
                </a:lnTo>
                <a:lnTo>
                  <a:pt x="1517" y="328"/>
                </a:lnTo>
                <a:lnTo>
                  <a:pt x="1543" y="320"/>
                </a:lnTo>
                <a:lnTo>
                  <a:pt x="1547" y="316"/>
                </a:lnTo>
                <a:lnTo>
                  <a:pt x="1549" y="315"/>
                </a:lnTo>
                <a:lnTo>
                  <a:pt x="1555" y="308"/>
                </a:lnTo>
                <a:lnTo>
                  <a:pt x="1559" y="306"/>
                </a:lnTo>
                <a:lnTo>
                  <a:pt x="1566" y="306"/>
                </a:lnTo>
                <a:lnTo>
                  <a:pt x="1572" y="307"/>
                </a:lnTo>
                <a:lnTo>
                  <a:pt x="1577" y="308"/>
                </a:lnTo>
                <a:lnTo>
                  <a:pt x="1579" y="308"/>
                </a:lnTo>
                <a:lnTo>
                  <a:pt x="1595" y="303"/>
                </a:lnTo>
                <a:lnTo>
                  <a:pt x="1597" y="300"/>
                </a:lnTo>
                <a:lnTo>
                  <a:pt x="1597" y="297"/>
                </a:lnTo>
                <a:lnTo>
                  <a:pt x="1601" y="294"/>
                </a:lnTo>
                <a:lnTo>
                  <a:pt x="1607" y="294"/>
                </a:lnTo>
                <a:lnTo>
                  <a:pt x="1612" y="294"/>
                </a:lnTo>
                <a:lnTo>
                  <a:pt x="1616" y="294"/>
                </a:lnTo>
                <a:lnTo>
                  <a:pt x="1621" y="293"/>
                </a:lnTo>
                <a:lnTo>
                  <a:pt x="1624" y="291"/>
                </a:lnTo>
                <a:lnTo>
                  <a:pt x="1628" y="288"/>
                </a:lnTo>
                <a:lnTo>
                  <a:pt x="1634" y="283"/>
                </a:lnTo>
                <a:lnTo>
                  <a:pt x="1642" y="277"/>
                </a:lnTo>
                <a:lnTo>
                  <a:pt x="1643" y="274"/>
                </a:lnTo>
                <a:lnTo>
                  <a:pt x="1647" y="271"/>
                </a:lnTo>
                <a:lnTo>
                  <a:pt x="1650" y="271"/>
                </a:lnTo>
                <a:lnTo>
                  <a:pt x="1651" y="271"/>
                </a:lnTo>
                <a:lnTo>
                  <a:pt x="1651" y="271"/>
                </a:lnTo>
                <a:lnTo>
                  <a:pt x="1652" y="270"/>
                </a:lnTo>
                <a:lnTo>
                  <a:pt x="1653" y="269"/>
                </a:lnTo>
                <a:lnTo>
                  <a:pt x="1653" y="268"/>
                </a:lnTo>
                <a:lnTo>
                  <a:pt x="1654" y="268"/>
                </a:lnTo>
                <a:lnTo>
                  <a:pt x="1654" y="269"/>
                </a:lnTo>
                <a:lnTo>
                  <a:pt x="1655" y="270"/>
                </a:lnTo>
                <a:lnTo>
                  <a:pt x="1656" y="270"/>
                </a:lnTo>
                <a:lnTo>
                  <a:pt x="1657" y="271"/>
                </a:lnTo>
                <a:lnTo>
                  <a:pt x="1657" y="271"/>
                </a:lnTo>
                <a:lnTo>
                  <a:pt x="1658" y="271"/>
                </a:lnTo>
                <a:lnTo>
                  <a:pt x="1659" y="272"/>
                </a:lnTo>
                <a:lnTo>
                  <a:pt x="1660" y="272"/>
                </a:lnTo>
                <a:lnTo>
                  <a:pt x="1661" y="273"/>
                </a:lnTo>
                <a:lnTo>
                  <a:pt x="1662" y="273"/>
                </a:lnTo>
                <a:lnTo>
                  <a:pt x="1662" y="274"/>
                </a:lnTo>
                <a:lnTo>
                  <a:pt x="1663" y="274"/>
                </a:lnTo>
                <a:lnTo>
                  <a:pt x="1664" y="275"/>
                </a:lnTo>
                <a:lnTo>
                  <a:pt x="1666" y="275"/>
                </a:lnTo>
                <a:lnTo>
                  <a:pt x="1667" y="276"/>
                </a:lnTo>
                <a:lnTo>
                  <a:pt x="1668" y="276"/>
                </a:lnTo>
                <a:lnTo>
                  <a:pt x="1669" y="277"/>
                </a:lnTo>
                <a:lnTo>
                  <a:pt x="1670" y="277"/>
                </a:lnTo>
                <a:lnTo>
                  <a:pt x="1671" y="277"/>
                </a:lnTo>
                <a:lnTo>
                  <a:pt x="1672" y="278"/>
                </a:lnTo>
                <a:lnTo>
                  <a:pt x="1674" y="278"/>
                </a:lnTo>
                <a:lnTo>
                  <a:pt x="1676" y="279"/>
                </a:lnTo>
                <a:lnTo>
                  <a:pt x="1677" y="279"/>
                </a:lnTo>
                <a:lnTo>
                  <a:pt x="1678" y="279"/>
                </a:lnTo>
                <a:lnTo>
                  <a:pt x="1679" y="279"/>
                </a:lnTo>
                <a:lnTo>
                  <a:pt x="1679" y="280"/>
                </a:lnTo>
                <a:lnTo>
                  <a:pt x="1680" y="280"/>
                </a:lnTo>
                <a:lnTo>
                  <a:pt x="1681" y="280"/>
                </a:lnTo>
                <a:lnTo>
                  <a:pt x="1682" y="280"/>
                </a:lnTo>
                <a:lnTo>
                  <a:pt x="1683" y="280"/>
                </a:lnTo>
                <a:lnTo>
                  <a:pt x="1685" y="280"/>
                </a:lnTo>
                <a:lnTo>
                  <a:pt x="1686" y="279"/>
                </a:lnTo>
                <a:lnTo>
                  <a:pt x="1688" y="279"/>
                </a:lnTo>
                <a:lnTo>
                  <a:pt x="1689" y="278"/>
                </a:lnTo>
                <a:lnTo>
                  <a:pt x="1690" y="278"/>
                </a:lnTo>
                <a:lnTo>
                  <a:pt x="1690" y="277"/>
                </a:lnTo>
                <a:lnTo>
                  <a:pt x="1691" y="277"/>
                </a:lnTo>
                <a:lnTo>
                  <a:pt x="1692" y="276"/>
                </a:lnTo>
                <a:lnTo>
                  <a:pt x="1693" y="276"/>
                </a:lnTo>
                <a:lnTo>
                  <a:pt x="1693" y="275"/>
                </a:lnTo>
                <a:lnTo>
                  <a:pt x="1694" y="275"/>
                </a:lnTo>
                <a:lnTo>
                  <a:pt x="1695" y="275"/>
                </a:lnTo>
                <a:lnTo>
                  <a:pt x="1696" y="275"/>
                </a:lnTo>
                <a:lnTo>
                  <a:pt x="1697" y="274"/>
                </a:lnTo>
                <a:lnTo>
                  <a:pt x="1698" y="274"/>
                </a:lnTo>
                <a:lnTo>
                  <a:pt x="1699" y="273"/>
                </a:lnTo>
                <a:lnTo>
                  <a:pt x="1700" y="272"/>
                </a:lnTo>
                <a:lnTo>
                  <a:pt x="1701" y="271"/>
                </a:lnTo>
                <a:lnTo>
                  <a:pt x="1702" y="271"/>
                </a:lnTo>
                <a:lnTo>
                  <a:pt x="1703" y="271"/>
                </a:lnTo>
                <a:lnTo>
                  <a:pt x="1704" y="271"/>
                </a:lnTo>
                <a:lnTo>
                  <a:pt x="1705" y="271"/>
                </a:lnTo>
                <a:lnTo>
                  <a:pt x="1706" y="270"/>
                </a:lnTo>
                <a:lnTo>
                  <a:pt x="1707" y="270"/>
                </a:lnTo>
                <a:lnTo>
                  <a:pt x="1707" y="269"/>
                </a:lnTo>
                <a:lnTo>
                  <a:pt x="1708" y="269"/>
                </a:lnTo>
                <a:lnTo>
                  <a:pt x="1709" y="268"/>
                </a:lnTo>
                <a:lnTo>
                  <a:pt x="1710" y="267"/>
                </a:lnTo>
                <a:lnTo>
                  <a:pt x="1711" y="266"/>
                </a:lnTo>
                <a:lnTo>
                  <a:pt x="1712" y="265"/>
                </a:lnTo>
                <a:lnTo>
                  <a:pt x="1713" y="264"/>
                </a:lnTo>
                <a:lnTo>
                  <a:pt x="1714" y="264"/>
                </a:lnTo>
                <a:lnTo>
                  <a:pt x="1715" y="263"/>
                </a:lnTo>
                <a:lnTo>
                  <a:pt x="1716" y="263"/>
                </a:lnTo>
                <a:lnTo>
                  <a:pt x="1716" y="262"/>
                </a:lnTo>
                <a:lnTo>
                  <a:pt x="1717" y="262"/>
                </a:lnTo>
                <a:lnTo>
                  <a:pt x="1718" y="261"/>
                </a:lnTo>
                <a:lnTo>
                  <a:pt x="1718" y="260"/>
                </a:lnTo>
                <a:lnTo>
                  <a:pt x="1719" y="260"/>
                </a:lnTo>
                <a:lnTo>
                  <a:pt x="1719" y="259"/>
                </a:lnTo>
                <a:lnTo>
                  <a:pt x="1718" y="259"/>
                </a:lnTo>
                <a:lnTo>
                  <a:pt x="1718" y="260"/>
                </a:lnTo>
                <a:lnTo>
                  <a:pt x="1717" y="260"/>
                </a:lnTo>
                <a:lnTo>
                  <a:pt x="1717" y="259"/>
                </a:lnTo>
                <a:lnTo>
                  <a:pt x="1718" y="259"/>
                </a:lnTo>
                <a:lnTo>
                  <a:pt x="1718" y="258"/>
                </a:lnTo>
                <a:lnTo>
                  <a:pt x="1719" y="258"/>
                </a:lnTo>
                <a:lnTo>
                  <a:pt x="1720" y="258"/>
                </a:lnTo>
                <a:lnTo>
                  <a:pt x="1720" y="257"/>
                </a:lnTo>
                <a:lnTo>
                  <a:pt x="1721" y="257"/>
                </a:lnTo>
                <a:lnTo>
                  <a:pt x="1722" y="257"/>
                </a:lnTo>
                <a:lnTo>
                  <a:pt x="1723" y="257"/>
                </a:lnTo>
                <a:lnTo>
                  <a:pt x="1724" y="257"/>
                </a:lnTo>
                <a:lnTo>
                  <a:pt x="1725" y="256"/>
                </a:lnTo>
                <a:lnTo>
                  <a:pt x="1726" y="256"/>
                </a:lnTo>
                <a:lnTo>
                  <a:pt x="1727" y="256"/>
                </a:lnTo>
                <a:lnTo>
                  <a:pt x="1728" y="256"/>
                </a:lnTo>
                <a:lnTo>
                  <a:pt x="1729" y="256"/>
                </a:lnTo>
                <a:lnTo>
                  <a:pt x="1730" y="256"/>
                </a:lnTo>
                <a:lnTo>
                  <a:pt x="1729" y="256"/>
                </a:lnTo>
                <a:lnTo>
                  <a:pt x="1729" y="255"/>
                </a:lnTo>
                <a:lnTo>
                  <a:pt x="1730" y="254"/>
                </a:lnTo>
                <a:lnTo>
                  <a:pt x="1731" y="254"/>
                </a:lnTo>
                <a:lnTo>
                  <a:pt x="1731" y="253"/>
                </a:lnTo>
                <a:lnTo>
                  <a:pt x="1732" y="253"/>
                </a:lnTo>
                <a:lnTo>
                  <a:pt x="1733" y="253"/>
                </a:lnTo>
                <a:lnTo>
                  <a:pt x="1734" y="252"/>
                </a:lnTo>
                <a:lnTo>
                  <a:pt x="1735" y="252"/>
                </a:lnTo>
                <a:lnTo>
                  <a:pt x="1735" y="251"/>
                </a:lnTo>
                <a:lnTo>
                  <a:pt x="1736" y="250"/>
                </a:lnTo>
                <a:lnTo>
                  <a:pt x="1737" y="250"/>
                </a:lnTo>
                <a:lnTo>
                  <a:pt x="1738" y="250"/>
                </a:lnTo>
                <a:lnTo>
                  <a:pt x="1738" y="249"/>
                </a:lnTo>
                <a:lnTo>
                  <a:pt x="1739" y="249"/>
                </a:lnTo>
                <a:lnTo>
                  <a:pt x="1740" y="249"/>
                </a:lnTo>
                <a:lnTo>
                  <a:pt x="1740" y="250"/>
                </a:lnTo>
                <a:lnTo>
                  <a:pt x="1741" y="250"/>
                </a:lnTo>
                <a:lnTo>
                  <a:pt x="1742" y="250"/>
                </a:lnTo>
                <a:lnTo>
                  <a:pt x="1743" y="249"/>
                </a:lnTo>
                <a:lnTo>
                  <a:pt x="1743" y="246"/>
                </a:lnTo>
                <a:lnTo>
                  <a:pt x="1738" y="244"/>
                </a:lnTo>
                <a:lnTo>
                  <a:pt x="1739" y="237"/>
                </a:lnTo>
                <a:lnTo>
                  <a:pt x="1745" y="237"/>
                </a:lnTo>
                <a:lnTo>
                  <a:pt x="1745" y="236"/>
                </a:lnTo>
                <a:lnTo>
                  <a:pt x="1744" y="236"/>
                </a:lnTo>
                <a:lnTo>
                  <a:pt x="1744" y="235"/>
                </a:lnTo>
                <a:lnTo>
                  <a:pt x="1744" y="234"/>
                </a:lnTo>
                <a:lnTo>
                  <a:pt x="1744" y="233"/>
                </a:lnTo>
                <a:lnTo>
                  <a:pt x="1744" y="232"/>
                </a:lnTo>
                <a:lnTo>
                  <a:pt x="1744" y="231"/>
                </a:lnTo>
                <a:lnTo>
                  <a:pt x="1743" y="231"/>
                </a:lnTo>
                <a:lnTo>
                  <a:pt x="1742" y="230"/>
                </a:lnTo>
                <a:lnTo>
                  <a:pt x="1743" y="230"/>
                </a:lnTo>
                <a:lnTo>
                  <a:pt x="1744" y="230"/>
                </a:lnTo>
                <a:lnTo>
                  <a:pt x="1745" y="230"/>
                </a:lnTo>
                <a:lnTo>
                  <a:pt x="1746" y="230"/>
                </a:lnTo>
                <a:lnTo>
                  <a:pt x="1747" y="230"/>
                </a:lnTo>
                <a:lnTo>
                  <a:pt x="1748" y="230"/>
                </a:lnTo>
                <a:lnTo>
                  <a:pt x="1749" y="230"/>
                </a:lnTo>
                <a:lnTo>
                  <a:pt x="1751" y="230"/>
                </a:lnTo>
                <a:lnTo>
                  <a:pt x="1752" y="230"/>
                </a:lnTo>
                <a:lnTo>
                  <a:pt x="1753" y="230"/>
                </a:lnTo>
                <a:lnTo>
                  <a:pt x="1753" y="231"/>
                </a:lnTo>
                <a:lnTo>
                  <a:pt x="1753" y="233"/>
                </a:lnTo>
                <a:lnTo>
                  <a:pt x="1754" y="233"/>
                </a:lnTo>
                <a:lnTo>
                  <a:pt x="1754" y="232"/>
                </a:lnTo>
                <a:lnTo>
                  <a:pt x="1754" y="231"/>
                </a:lnTo>
                <a:lnTo>
                  <a:pt x="1754" y="230"/>
                </a:lnTo>
                <a:lnTo>
                  <a:pt x="1754" y="229"/>
                </a:lnTo>
                <a:lnTo>
                  <a:pt x="1754" y="228"/>
                </a:lnTo>
                <a:lnTo>
                  <a:pt x="1754" y="227"/>
                </a:lnTo>
                <a:lnTo>
                  <a:pt x="1754" y="226"/>
                </a:lnTo>
                <a:lnTo>
                  <a:pt x="1754" y="227"/>
                </a:lnTo>
                <a:lnTo>
                  <a:pt x="1755" y="227"/>
                </a:lnTo>
                <a:lnTo>
                  <a:pt x="1755" y="228"/>
                </a:lnTo>
                <a:lnTo>
                  <a:pt x="1755" y="229"/>
                </a:lnTo>
                <a:lnTo>
                  <a:pt x="1756" y="229"/>
                </a:lnTo>
                <a:lnTo>
                  <a:pt x="1757" y="229"/>
                </a:lnTo>
                <a:lnTo>
                  <a:pt x="1758" y="229"/>
                </a:lnTo>
                <a:lnTo>
                  <a:pt x="1759" y="229"/>
                </a:lnTo>
                <a:lnTo>
                  <a:pt x="1760" y="229"/>
                </a:lnTo>
                <a:lnTo>
                  <a:pt x="1761" y="229"/>
                </a:lnTo>
                <a:lnTo>
                  <a:pt x="1762" y="229"/>
                </a:lnTo>
                <a:lnTo>
                  <a:pt x="1762" y="228"/>
                </a:lnTo>
                <a:lnTo>
                  <a:pt x="1763" y="228"/>
                </a:lnTo>
                <a:lnTo>
                  <a:pt x="1764" y="228"/>
                </a:lnTo>
                <a:lnTo>
                  <a:pt x="1764" y="228"/>
                </a:lnTo>
                <a:lnTo>
                  <a:pt x="1764" y="227"/>
                </a:lnTo>
                <a:lnTo>
                  <a:pt x="1765" y="227"/>
                </a:lnTo>
                <a:lnTo>
                  <a:pt x="1766" y="227"/>
                </a:lnTo>
                <a:lnTo>
                  <a:pt x="1766" y="228"/>
                </a:lnTo>
                <a:lnTo>
                  <a:pt x="1765" y="228"/>
                </a:lnTo>
                <a:lnTo>
                  <a:pt x="1765" y="229"/>
                </a:lnTo>
                <a:lnTo>
                  <a:pt x="1764" y="229"/>
                </a:lnTo>
                <a:lnTo>
                  <a:pt x="1765" y="230"/>
                </a:lnTo>
                <a:lnTo>
                  <a:pt x="1766" y="230"/>
                </a:lnTo>
                <a:lnTo>
                  <a:pt x="1767" y="230"/>
                </a:lnTo>
                <a:lnTo>
                  <a:pt x="1768" y="230"/>
                </a:lnTo>
                <a:lnTo>
                  <a:pt x="1768" y="232"/>
                </a:lnTo>
                <a:lnTo>
                  <a:pt x="1769" y="232"/>
                </a:lnTo>
                <a:lnTo>
                  <a:pt x="1770" y="232"/>
                </a:lnTo>
                <a:lnTo>
                  <a:pt x="1770" y="231"/>
                </a:lnTo>
                <a:lnTo>
                  <a:pt x="1770" y="230"/>
                </a:lnTo>
                <a:lnTo>
                  <a:pt x="1771" y="230"/>
                </a:lnTo>
                <a:lnTo>
                  <a:pt x="1772" y="229"/>
                </a:lnTo>
                <a:lnTo>
                  <a:pt x="1771" y="228"/>
                </a:lnTo>
                <a:lnTo>
                  <a:pt x="1770" y="228"/>
                </a:lnTo>
                <a:lnTo>
                  <a:pt x="1770" y="227"/>
                </a:lnTo>
                <a:lnTo>
                  <a:pt x="1769" y="227"/>
                </a:lnTo>
                <a:lnTo>
                  <a:pt x="1769" y="226"/>
                </a:lnTo>
                <a:lnTo>
                  <a:pt x="1768" y="226"/>
                </a:lnTo>
                <a:lnTo>
                  <a:pt x="1768" y="225"/>
                </a:lnTo>
                <a:lnTo>
                  <a:pt x="1767" y="225"/>
                </a:lnTo>
                <a:lnTo>
                  <a:pt x="1767" y="224"/>
                </a:lnTo>
                <a:lnTo>
                  <a:pt x="1766" y="223"/>
                </a:lnTo>
                <a:lnTo>
                  <a:pt x="1765" y="223"/>
                </a:lnTo>
                <a:lnTo>
                  <a:pt x="1765" y="222"/>
                </a:lnTo>
                <a:lnTo>
                  <a:pt x="1764" y="222"/>
                </a:lnTo>
                <a:lnTo>
                  <a:pt x="1764" y="221"/>
                </a:lnTo>
                <a:lnTo>
                  <a:pt x="1765" y="221"/>
                </a:lnTo>
                <a:lnTo>
                  <a:pt x="1766" y="222"/>
                </a:lnTo>
                <a:lnTo>
                  <a:pt x="1768" y="224"/>
                </a:lnTo>
                <a:lnTo>
                  <a:pt x="1769" y="225"/>
                </a:lnTo>
                <a:lnTo>
                  <a:pt x="1770" y="225"/>
                </a:lnTo>
                <a:lnTo>
                  <a:pt x="1770" y="226"/>
                </a:lnTo>
                <a:lnTo>
                  <a:pt x="1771" y="227"/>
                </a:lnTo>
                <a:lnTo>
                  <a:pt x="1772" y="227"/>
                </a:lnTo>
                <a:lnTo>
                  <a:pt x="1772" y="228"/>
                </a:lnTo>
                <a:lnTo>
                  <a:pt x="1773" y="229"/>
                </a:lnTo>
                <a:lnTo>
                  <a:pt x="1775" y="231"/>
                </a:lnTo>
                <a:lnTo>
                  <a:pt x="1776" y="232"/>
                </a:lnTo>
                <a:lnTo>
                  <a:pt x="1777" y="233"/>
                </a:lnTo>
                <a:lnTo>
                  <a:pt x="1776" y="233"/>
                </a:lnTo>
                <a:lnTo>
                  <a:pt x="1776" y="235"/>
                </a:lnTo>
                <a:lnTo>
                  <a:pt x="1776" y="236"/>
                </a:lnTo>
                <a:lnTo>
                  <a:pt x="1775" y="236"/>
                </a:lnTo>
                <a:lnTo>
                  <a:pt x="1774" y="236"/>
                </a:lnTo>
                <a:lnTo>
                  <a:pt x="1773" y="236"/>
                </a:lnTo>
                <a:lnTo>
                  <a:pt x="1773" y="237"/>
                </a:lnTo>
                <a:lnTo>
                  <a:pt x="1773" y="238"/>
                </a:lnTo>
                <a:lnTo>
                  <a:pt x="1774" y="239"/>
                </a:lnTo>
                <a:lnTo>
                  <a:pt x="1775" y="240"/>
                </a:lnTo>
                <a:lnTo>
                  <a:pt x="1776" y="240"/>
                </a:lnTo>
                <a:lnTo>
                  <a:pt x="1777" y="240"/>
                </a:lnTo>
                <a:lnTo>
                  <a:pt x="1778" y="240"/>
                </a:lnTo>
                <a:lnTo>
                  <a:pt x="1778" y="239"/>
                </a:lnTo>
                <a:lnTo>
                  <a:pt x="1779" y="239"/>
                </a:lnTo>
                <a:lnTo>
                  <a:pt x="1780" y="239"/>
                </a:lnTo>
                <a:lnTo>
                  <a:pt x="1780" y="238"/>
                </a:lnTo>
                <a:lnTo>
                  <a:pt x="1781" y="238"/>
                </a:lnTo>
                <a:lnTo>
                  <a:pt x="1781" y="237"/>
                </a:lnTo>
                <a:lnTo>
                  <a:pt x="1782" y="237"/>
                </a:lnTo>
                <a:lnTo>
                  <a:pt x="1783" y="236"/>
                </a:lnTo>
                <a:lnTo>
                  <a:pt x="1784" y="235"/>
                </a:lnTo>
                <a:lnTo>
                  <a:pt x="1784" y="234"/>
                </a:lnTo>
                <a:lnTo>
                  <a:pt x="1785" y="233"/>
                </a:lnTo>
                <a:lnTo>
                  <a:pt x="1785" y="232"/>
                </a:lnTo>
                <a:lnTo>
                  <a:pt x="1785" y="231"/>
                </a:lnTo>
                <a:lnTo>
                  <a:pt x="1785" y="230"/>
                </a:lnTo>
                <a:lnTo>
                  <a:pt x="1786" y="229"/>
                </a:lnTo>
                <a:lnTo>
                  <a:pt x="1787" y="228"/>
                </a:lnTo>
                <a:lnTo>
                  <a:pt x="1788" y="228"/>
                </a:lnTo>
                <a:lnTo>
                  <a:pt x="1789" y="228"/>
                </a:lnTo>
                <a:lnTo>
                  <a:pt x="1790" y="227"/>
                </a:lnTo>
                <a:lnTo>
                  <a:pt x="1791" y="227"/>
                </a:lnTo>
                <a:lnTo>
                  <a:pt x="1792" y="226"/>
                </a:lnTo>
                <a:lnTo>
                  <a:pt x="1792" y="226"/>
                </a:lnTo>
                <a:lnTo>
                  <a:pt x="1792" y="225"/>
                </a:lnTo>
                <a:lnTo>
                  <a:pt x="1793" y="225"/>
                </a:lnTo>
                <a:lnTo>
                  <a:pt x="1794" y="225"/>
                </a:lnTo>
                <a:lnTo>
                  <a:pt x="1795" y="225"/>
                </a:lnTo>
                <a:lnTo>
                  <a:pt x="1796" y="225"/>
                </a:lnTo>
                <a:lnTo>
                  <a:pt x="1797" y="225"/>
                </a:lnTo>
                <a:lnTo>
                  <a:pt x="1798" y="225"/>
                </a:lnTo>
                <a:lnTo>
                  <a:pt x="1798" y="224"/>
                </a:lnTo>
                <a:lnTo>
                  <a:pt x="1799" y="224"/>
                </a:lnTo>
                <a:lnTo>
                  <a:pt x="1800" y="224"/>
                </a:lnTo>
                <a:lnTo>
                  <a:pt x="1800" y="225"/>
                </a:lnTo>
                <a:lnTo>
                  <a:pt x="1800" y="226"/>
                </a:lnTo>
                <a:lnTo>
                  <a:pt x="1800" y="227"/>
                </a:lnTo>
                <a:lnTo>
                  <a:pt x="1801" y="227"/>
                </a:lnTo>
                <a:lnTo>
                  <a:pt x="1801" y="226"/>
                </a:lnTo>
                <a:lnTo>
                  <a:pt x="1802" y="226"/>
                </a:lnTo>
                <a:lnTo>
                  <a:pt x="1803" y="226"/>
                </a:lnTo>
                <a:lnTo>
                  <a:pt x="1804" y="226"/>
                </a:lnTo>
                <a:lnTo>
                  <a:pt x="1805" y="227"/>
                </a:lnTo>
                <a:lnTo>
                  <a:pt x="1806" y="227"/>
                </a:lnTo>
                <a:lnTo>
                  <a:pt x="1807" y="227"/>
                </a:lnTo>
                <a:lnTo>
                  <a:pt x="1808" y="228"/>
                </a:lnTo>
                <a:lnTo>
                  <a:pt x="1809" y="228"/>
                </a:lnTo>
                <a:lnTo>
                  <a:pt x="1810" y="228"/>
                </a:lnTo>
                <a:lnTo>
                  <a:pt x="1813" y="229"/>
                </a:lnTo>
                <a:lnTo>
                  <a:pt x="1815" y="229"/>
                </a:lnTo>
                <a:lnTo>
                  <a:pt x="1816" y="229"/>
                </a:lnTo>
                <a:lnTo>
                  <a:pt x="1817" y="229"/>
                </a:lnTo>
                <a:lnTo>
                  <a:pt x="1818" y="229"/>
                </a:lnTo>
                <a:lnTo>
                  <a:pt x="1819" y="229"/>
                </a:lnTo>
                <a:lnTo>
                  <a:pt x="1820" y="229"/>
                </a:lnTo>
                <a:lnTo>
                  <a:pt x="1820" y="229"/>
                </a:lnTo>
                <a:lnTo>
                  <a:pt x="1821" y="229"/>
                </a:lnTo>
                <a:lnTo>
                  <a:pt x="1822" y="228"/>
                </a:lnTo>
                <a:lnTo>
                  <a:pt x="1823" y="228"/>
                </a:lnTo>
                <a:lnTo>
                  <a:pt x="1824" y="228"/>
                </a:lnTo>
                <a:lnTo>
                  <a:pt x="1825" y="227"/>
                </a:lnTo>
                <a:lnTo>
                  <a:pt x="1826" y="226"/>
                </a:lnTo>
                <a:lnTo>
                  <a:pt x="1826" y="225"/>
                </a:lnTo>
                <a:lnTo>
                  <a:pt x="1826" y="224"/>
                </a:lnTo>
                <a:lnTo>
                  <a:pt x="1827" y="224"/>
                </a:lnTo>
                <a:lnTo>
                  <a:pt x="1828" y="223"/>
                </a:lnTo>
                <a:lnTo>
                  <a:pt x="1829" y="223"/>
                </a:lnTo>
                <a:lnTo>
                  <a:pt x="1830" y="223"/>
                </a:lnTo>
                <a:lnTo>
                  <a:pt x="1831" y="223"/>
                </a:lnTo>
                <a:lnTo>
                  <a:pt x="1833" y="222"/>
                </a:lnTo>
                <a:lnTo>
                  <a:pt x="1834" y="222"/>
                </a:lnTo>
                <a:lnTo>
                  <a:pt x="1835" y="222"/>
                </a:lnTo>
                <a:lnTo>
                  <a:pt x="1836" y="222"/>
                </a:lnTo>
                <a:lnTo>
                  <a:pt x="1838" y="221"/>
                </a:lnTo>
                <a:lnTo>
                  <a:pt x="1839" y="221"/>
                </a:lnTo>
                <a:lnTo>
                  <a:pt x="1840" y="221"/>
                </a:lnTo>
                <a:lnTo>
                  <a:pt x="1840" y="220"/>
                </a:lnTo>
                <a:lnTo>
                  <a:pt x="1841" y="220"/>
                </a:lnTo>
                <a:lnTo>
                  <a:pt x="1842" y="220"/>
                </a:lnTo>
                <a:lnTo>
                  <a:pt x="1843" y="220"/>
                </a:lnTo>
                <a:lnTo>
                  <a:pt x="1845" y="220"/>
                </a:lnTo>
                <a:lnTo>
                  <a:pt x="1847" y="220"/>
                </a:lnTo>
                <a:lnTo>
                  <a:pt x="1848" y="219"/>
                </a:lnTo>
                <a:lnTo>
                  <a:pt x="1848" y="218"/>
                </a:lnTo>
                <a:lnTo>
                  <a:pt x="1850" y="217"/>
                </a:lnTo>
                <a:lnTo>
                  <a:pt x="1851" y="217"/>
                </a:lnTo>
                <a:lnTo>
                  <a:pt x="1852" y="216"/>
                </a:lnTo>
                <a:lnTo>
                  <a:pt x="1853" y="216"/>
                </a:lnTo>
                <a:lnTo>
                  <a:pt x="1854" y="216"/>
                </a:lnTo>
                <a:lnTo>
                  <a:pt x="1855" y="216"/>
                </a:lnTo>
                <a:lnTo>
                  <a:pt x="1856" y="216"/>
                </a:lnTo>
                <a:lnTo>
                  <a:pt x="1857" y="216"/>
                </a:lnTo>
                <a:lnTo>
                  <a:pt x="1858" y="217"/>
                </a:lnTo>
                <a:lnTo>
                  <a:pt x="1859" y="217"/>
                </a:lnTo>
                <a:lnTo>
                  <a:pt x="1860" y="217"/>
                </a:lnTo>
                <a:lnTo>
                  <a:pt x="1861" y="216"/>
                </a:lnTo>
                <a:lnTo>
                  <a:pt x="1863" y="216"/>
                </a:lnTo>
                <a:lnTo>
                  <a:pt x="1864" y="216"/>
                </a:lnTo>
                <a:lnTo>
                  <a:pt x="1865" y="216"/>
                </a:lnTo>
                <a:lnTo>
                  <a:pt x="1865" y="215"/>
                </a:lnTo>
                <a:lnTo>
                  <a:pt x="1866" y="215"/>
                </a:lnTo>
                <a:lnTo>
                  <a:pt x="1866" y="214"/>
                </a:lnTo>
                <a:lnTo>
                  <a:pt x="1867" y="214"/>
                </a:lnTo>
                <a:lnTo>
                  <a:pt x="1868" y="214"/>
                </a:lnTo>
                <a:lnTo>
                  <a:pt x="1869" y="214"/>
                </a:lnTo>
                <a:lnTo>
                  <a:pt x="1870" y="213"/>
                </a:lnTo>
                <a:lnTo>
                  <a:pt x="1870" y="214"/>
                </a:lnTo>
                <a:lnTo>
                  <a:pt x="1870" y="214"/>
                </a:lnTo>
                <a:lnTo>
                  <a:pt x="1871" y="214"/>
                </a:lnTo>
                <a:lnTo>
                  <a:pt x="1870" y="214"/>
                </a:lnTo>
                <a:lnTo>
                  <a:pt x="1870" y="213"/>
                </a:lnTo>
                <a:lnTo>
                  <a:pt x="1871" y="213"/>
                </a:lnTo>
                <a:lnTo>
                  <a:pt x="1872" y="212"/>
                </a:lnTo>
                <a:lnTo>
                  <a:pt x="1873" y="211"/>
                </a:lnTo>
                <a:lnTo>
                  <a:pt x="1874" y="210"/>
                </a:lnTo>
                <a:lnTo>
                  <a:pt x="1875" y="209"/>
                </a:lnTo>
                <a:lnTo>
                  <a:pt x="1876" y="208"/>
                </a:lnTo>
                <a:lnTo>
                  <a:pt x="1877" y="208"/>
                </a:lnTo>
                <a:lnTo>
                  <a:pt x="1877" y="208"/>
                </a:lnTo>
                <a:lnTo>
                  <a:pt x="1877" y="207"/>
                </a:lnTo>
                <a:lnTo>
                  <a:pt x="1878" y="207"/>
                </a:lnTo>
                <a:lnTo>
                  <a:pt x="1879" y="207"/>
                </a:lnTo>
                <a:lnTo>
                  <a:pt x="1880" y="207"/>
                </a:lnTo>
                <a:lnTo>
                  <a:pt x="1881" y="207"/>
                </a:lnTo>
                <a:lnTo>
                  <a:pt x="1882" y="207"/>
                </a:lnTo>
                <a:lnTo>
                  <a:pt x="1883" y="207"/>
                </a:lnTo>
                <a:lnTo>
                  <a:pt x="1883" y="206"/>
                </a:lnTo>
                <a:lnTo>
                  <a:pt x="1884" y="206"/>
                </a:lnTo>
                <a:lnTo>
                  <a:pt x="1884" y="205"/>
                </a:lnTo>
                <a:lnTo>
                  <a:pt x="1884" y="204"/>
                </a:lnTo>
                <a:lnTo>
                  <a:pt x="1884" y="203"/>
                </a:lnTo>
                <a:lnTo>
                  <a:pt x="1885" y="203"/>
                </a:lnTo>
                <a:lnTo>
                  <a:pt x="1885" y="204"/>
                </a:lnTo>
                <a:lnTo>
                  <a:pt x="1884" y="205"/>
                </a:lnTo>
                <a:lnTo>
                  <a:pt x="1884" y="206"/>
                </a:lnTo>
                <a:lnTo>
                  <a:pt x="1885" y="207"/>
                </a:lnTo>
                <a:lnTo>
                  <a:pt x="1886" y="207"/>
                </a:lnTo>
                <a:lnTo>
                  <a:pt x="1887" y="207"/>
                </a:lnTo>
                <a:lnTo>
                  <a:pt x="1888" y="207"/>
                </a:lnTo>
                <a:lnTo>
                  <a:pt x="1889" y="207"/>
                </a:lnTo>
                <a:lnTo>
                  <a:pt x="1889" y="206"/>
                </a:lnTo>
                <a:lnTo>
                  <a:pt x="1890" y="206"/>
                </a:lnTo>
                <a:lnTo>
                  <a:pt x="1891" y="206"/>
                </a:lnTo>
                <a:lnTo>
                  <a:pt x="1892" y="205"/>
                </a:lnTo>
                <a:lnTo>
                  <a:pt x="1892" y="204"/>
                </a:lnTo>
                <a:lnTo>
                  <a:pt x="1893" y="204"/>
                </a:lnTo>
                <a:lnTo>
                  <a:pt x="1893" y="203"/>
                </a:lnTo>
                <a:lnTo>
                  <a:pt x="1893" y="202"/>
                </a:lnTo>
                <a:lnTo>
                  <a:pt x="1894" y="202"/>
                </a:lnTo>
                <a:lnTo>
                  <a:pt x="1893" y="201"/>
                </a:lnTo>
                <a:lnTo>
                  <a:pt x="1892" y="201"/>
                </a:lnTo>
                <a:lnTo>
                  <a:pt x="1891" y="200"/>
                </a:lnTo>
                <a:lnTo>
                  <a:pt x="1891" y="199"/>
                </a:lnTo>
                <a:lnTo>
                  <a:pt x="1892" y="200"/>
                </a:lnTo>
                <a:lnTo>
                  <a:pt x="1893" y="200"/>
                </a:lnTo>
                <a:lnTo>
                  <a:pt x="1894" y="200"/>
                </a:lnTo>
                <a:lnTo>
                  <a:pt x="1894" y="201"/>
                </a:lnTo>
                <a:lnTo>
                  <a:pt x="1895" y="201"/>
                </a:lnTo>
                <a:lnTo>
                  <a:pt x="1895" y="202"/>
                </a:lnTo>
                <a:lnTo>
                  <a:pt x="1896" y="202"/>
                </a:lnTo>
                <a:lnTo>
                  <a:pt x="1897" y="202"/>
                </a:lnTo>
                <a:lnTo>
                  <a:pt x="1898" y="202"/>
                </a:lnTo>
                <a:lnTo>
                  <a:pt x="1899" y="202"/>
                </a:lnTo>
                <a:lnTo>
                  <a:pt x="1900" y="202"/>
                </a:lnTo>
                <a:lnTo>
                  <a:pt x="1901" y="202"/>
                </a:lnTo>
                <a:lnTo>
                  <a:pt x="1902" y="202"/>
                </a:lnTo>
                <a:lnTo>
                  <a:pt x="1902" y="201"/>
                </a:lnTo>
                <a:lnTo>
                  <a:pt x="1902" y="202"/>
                </a:lnTo>
                <a:lnTo>
                  <a:pt x="1903" y="202"/>
                </a:lnTo>
                <a:lnTo>
                  <a:pt x="1904" y="202"/>
                </a:lnTo>
                <a:lnTo>
                  <a:pt x="1905" y="202"/>
                </a:lnTo>
                <a:lnTo>
                  <a:pt x="1906" y="201"/>
                </a:lnTo>
                <a:lnTo>
                  <a:pt x="1907" y="201"/>
                </a:lnTo>
                <a:lnTo>
                  <a:pt x="1908" y="201"/>
                </a:lnTo>
                <a:lnTo>
                  <a:pt x="1909" y="200"/>
                </a:lnTo>
                <a:lnTo>
                  <a:pt x="1910" y="200"/>
                </a:lnTo>
                <a:lnTo>
                  <a:pt x="1912" y="200"/>
                </a:lnTo>
                <a:lnTo>
                  <a:pt x="1914" y="199"/>
                </a:lnTo>
                <a:lnTo>
                  <a:pt x="1915" y="198"/>
                </a:lnTo>
                <a:lnTo>
                  <a:pt x="1916" y="198"/>
                </a:lnTo>
                <a:lnTo>
                  <a:pt x="1916" y="197"/>
                </a:lnTo>
                <a:lnTo>
                  <a:pt x="1917" y="197"/>
                </a:lnTo>
                <a:lnTo>
                  <a:pt x="1918" y="197"/>
                </a:lnTo>
                <a:lnTo>
                  <a:pt x="1919" y="196"/>
                </a:lnTo>
                <a:lnTo>
                  <a:pt x="1919" y="195"/>
                </a:lnTo>
                <a:lnTo>
                  <a:pt x="1919" y="194"/>
                </a:lnTo>
                <a:lnTo>
                  <a:pt x="1919" y="193"/>
                </a:lnTo>
                <a:lnTo>
                  <a:pt x="1920" y="193"/>
                </a:lnTo>
                <a:lnTo>
                  <a:pt x="1920" y="192"/>
                </a:lnTo>
                <a:lnTo>
                  <a:pt x="1921" y="192"/>
                </a:lnTo>
                <a:lnTo>
                  <a:pt x="1922" y="192"/>
                </a:lnTo>
                <a:lnTo>
                  <a:pt x="1923" y="191"/>
                </a:lnTo>
                <a:lnTo>
                  <a:pt x="1924" y="191"/>
                </a:lnTo>
                <a:lnTo>
                  <a:pt x="1924" y="190"/>
                </a:lnTo>
                <a:lnTo>
                  <a:pt x="1925" y="190"/>
                </a:lnTo>
                <a:lnTo>
                  <a:pt x="1926" y="190"/>
                </a:lnTo>
                <a:lnTo>
                  <a:pt x="1927" y="190"/>
                </a:lnTo>
                <a:lnTo>
                  <a:pt x="1928" y="190"/>
                </a:lnTo>
                <a:lnTo>
                  <a:pt x="1929" y="190"/>
                </a:lnTo>
                <a:lnTo>
                  <a:pt x="1929" y="189"/>
                </a:lnTo>
                <a:lnTo>
                  <a:pt x="1930" y="189"/>
                </a:lnTo>
                <a:lnTo>
                  <a:pt x="1931" y="188"/>
                </a:lnTo>
                <a:lnTo>
                  <a:pt x="1932" y="188"/>
                </a:lnTo>
                <a:lnTo>
                  <a:pt x="1933" y="187"/>
                </a:lnTo>
                <a:lnTo>
                  <a:pt x="1934" y="187"/>
                </a:lnTo>
                <a:lnTo>
                  <a:pt x="1935" y="186"/>
                </a:lnTo>
                <a:lnTo>
                  <a:pt x="1936" y="186"/>
                </a:lnTo>
                <a:lnTo>
                  <a:pt x="1937" y="185"/>
                </a:lnTo>
                <a:lnTo>
                  <a:pt x="1939" y="185"/>
                </a:lnTo>
                <a:lnTo>
                  <a:pt x="1939" y="185"/>
                </a:lnTo>
                <a:lnTo>
                  <a:pt x="1940" y="185"/>
                </a:lnTo>
                <a:lnTo>
                  <a:pt x="1941" y="185"/>
                </a:lnTo>
                <a:lnTo>
                  <a:pt x="1941" y="184"/>
                </a:lnTo>
                <a:lnTo>
                  <a:pt x="1942" y="184"/>
                </a:lnTo>
                <a:lnTo>
                  <a:pt x="1943" y="184"/>
                </a:lnTo>
                <a:lnTo>
                  <a:pt x="1944" y="184"/>
                </a:lnTo>
                <a:lnTo>
                  <a:pt x="1944" y="183"/>
                </a:lnTo>
                <a:lnTo>
                  <a:pt x="1945" y="183"/>
                </a:lnTo>
                <a:lnTo>
                  <a:pt x="1945" y="182"/>
                </a:lnTo>
                <a:lnTo>
                  <a:pt x="1946" y="181"/>
                </a:lnTo>
                <a:lnTo>
                  <a:pt x="1947" y="181"/>
                </a:lnTo>
                <a:lnTo>
                  <a:pt x="1948" y="180"/>
                </a:lnTo>
                <a:lnTo>
                  <a:pt x="1949" y="179"/>
                </a:lnTo>
                <a:lnTo>
                  <a:pt x="1950" y="178"/>
                </a:lnTo>
                <a:lnTo>
                  <a:pt x="1951" y="177"/>
                </a:lnTo>
                <a:lnTo>
                  <a:pt x="1952" y="177"/>
                </a:lnTo>
                <a:lnTo>
                  <a:pt x="1953" y="176"/>
                </a:lnTo>
                <a:lnTo>
                  <a:pt x="1954" y="175"/>
                </a:lnTo>
                <a:lnTo>
                  <a:pt x="1955" y="175"/>
                </a:lnTo>
                <a:lnTo>
                  <a:pt x="1956" y="175"/>
                </a:lnTo>
                <a:lnTo>
                  <a:pt x="1957" y="174"/>
                </a:lnTo>
                <a:lnTo>
                  <a:pt x="1958" y="174"/>
                </a:lnTo>
                <a:lnTo>
                  <a:pt x="1959" y="173"/>
                </a:lnTo>
                <a:lnTo>
                  <a:pt x="1960" y="173"/>
                </a:lnTo>
                <a:lnTo>
                  <a:pt x="1961" y="172"/>
                </a:lnTo>
                <a:lnTo>
                  <a:pt x="1961" y="172"/>
                </a:lnTo>
                <a:lnTo>
                  <a:pt x="1961" y="171"/>
                </a:lnTo>
                <a:lnTo>
                  <a:pt x="1962" y="171"/>
                </a:lnTo>
                <a:lnTo>
                  <a:pt x="1962" y="170"/>
                </a:lnTo>
                <a:lnTo>
                  <a:pt x="1961" y="170"/>
                </a:lnTo>
                <a:lnTo>
                  <a:pt x="1961" y="170"/>
                </a:lnTo>
                <a:lnTo>
                  <a:pt x="1961" y="169"/>
                </a:lnTo>
                <a:lnTo>
                  <a:pt x="1961" y="169"/>
                </a:lnTo>
                <a:lnTo>
                  <a:pt x="1962" y="170"/>
                </a:lnTo>
                <a:lnTo>
                  <a:pt x="1964" y="170"/>
                </a:lnTo>
                <a:lnTo>
                  <a:pt x="1965" y="170"/>
                </a:lnTo>
                <a:lnTo>
                  <a:pt x="1966" y="170"/>
                </a:lnTo>
                <a:lnTo>
                  <a:pt x="1967" y="169"/>
                </a:lnTo>
                <a:lnTo>
                  <a:pt x="1968" y="168"/>
                </a:lnTo>
                <a:lnTo>
                  <a:pt x="1969" y="168"/>
                </a:lnTo>
                <a:lnTo>
                  <a:pt x="1970" y="167"/>
                </a:lnTo>
                <a:lnTo>
                  <a:pt x="1971" y="167"/>
                </a:lnTo>
                <a:lnTo>
                  <a:pt x="1972" y="166"/>
                </a:lnTo>
                <a:lnTo>
                  <a:pt x="1973" y="165"/>
                </a:lnTo>
                <a:lnTo>
                  <a:pt x="1973" y="164"/>
                </a:lnTo>
                <a:lnTo>
                  <a:pt x="1974" y="163"/>
                </a:lnTo>
                <a:lnTo>
                  <a:pt x="1974" y="162"/>
                </a:lnTo>
                <a:lnTo>
                  <a:pt x="1975" y="161"/>
                </a:lnTo>
                <a:lnTo>
                  <a:pt x="1975" y="160"/>
                </a:lnTo>
                <a:lnTo>
                  <a:pt x="1976" y="161"/>
                </a:lnTo>
                <a:lnTo>
                  <a:pt x="1977" y="162"/>
                </a:lnTo>
                <a:lnTo>
                  <a:pt x="1976" y="161"/>
                </a:lnTo>
                <a:lnTo>
                  <a:pt x="1975" y="160"/>
                </a:lnTo>
                <a:lnTo>
                  <a:pt x="1975" y="158"/>
                </a:lnTo>
                <a:lnTo>
                  <a:pt x="1975" y="157"/>
                </a:lnTo>
                <a:lnTo>
                  <a:pt x="1975" y="156"/>
                </a:lnTo>
                <a:lnTo>
                  <a:pt x="1976" y="156"/>
                </a:lnTo>
                <a:lnTo>
                  <a:pt x="1975" y="155"/>
                </a:lnTo>
                <a:lnTo>
                  <a:pt x="1974" y="149"/>
                </a:lnTo>
                <a:lnTo>
                  <a:pt x="1974" y="148"/>
                </a:lnTo>
                <a:lnTo>
                  <a:pt x="1973" y="148"/>
                </a:lnTo>
                <a:lnTo>
                  <a:pt x="1973" y="145"/>
                </a:lnTo>
                <a:lnTo>
                  <a:pt x="1972" y="143"/>
                </a:lnTo>
                <a:lnTo>
                  <a:pt x="1971" y="143"/>
                </a:lnTo>
                <a:lnTo>
                  <a:pt x="1972" y="143"/>
                </a:lnTo>
                <a:lnTo>
                  <a:pt x="1973" y="142"/>
                </a:lnTo>
                <a:lnTo>
                  <a:pt x="1972" y="143"/>
                </a:lnTo>
                <a:lnTo>
                  <a:pt x="1973" y="147"/>
                </a:lnTo>
                <a:lnTo>
                  <a:pt x="1974" y="148"/>
                </a:lnTo>
                <a:lnTo>
                  <a:pt x="1974" y="149"/>
                </a:lnTo>
                <a:lnTo>
                  <a:pt x="1975" y="153"/>
                </a:lnTo>
                <a:lnTo>
                  <a:pt x="1976" y="154"/>
                </a:lnTo>
                <a:lnTo>
                  <a:pt x="1976" y="156"/>
                </a:lnTo>
                <a:lnTo>
                  <a:pt x="1977" y="156"/>
                </a:lnTo>
                <a:lnTo>
                  <a:pt x="1977" y="156"/>
                </a:lnTo>
                <a:lnTo>
                  <a:pt x="1977" y="155"/>
                </a:lnTo>
                <a:lnTo>
                  <a:pt x="1976" y="155"/>
                </a:lnTo>
                <a:lnTo>
                  <a:pt x="1977" y="154"/>
                </a:lnTo>
                <a:lnTo>
                  <a:pt x="1978" y="155"/>
                </a:lnTo>
                <a:lnTo>
                  <a:pt x="1978" y="156"/>
                </a:lnTo>
                <a:lnTo>
                  <a:pt x="1979" y="156"/>
                </a:lnTo>
                <a:lnTo>
                  <a:pt x="1979" y="155"/>
                </a:lnTo>
                <a:lnTo>
                  <a:pt x="1980" y="154"/>
                </a:lnTo>
                <a:lnTo>
                  <a:pt x="1981" y="153"/>
                </a:lnTo>
                <a:lnTo>
                  <a:pt x="1981" y="152"/>
                </a:lnTo>
                <a:lnTo>
                  <a:pt x="1980" y="151"/>
                </a:lnTo>
                <a:lnTo>
                  <a:pt x="1979" y="151"/>
                </a:lnTo>
                <a:lnTo>
                  <a:pt x="1977" y="151"/>
                </a:lnTo>
                <a:lnTo>
                  <a:pt x="1977" y="150"/>
                </a:lnTo>
                <a:lnTo>
                  <a:pt x="1978" y="150"/>
                </a:lnTo>
                <a:lnTo>
                  <a:pt x="1979" y="150"/>
                </a:lnTo>
                <a:lnTo>
                  <a:pt x="1980" y="151"/>
                </a:lnTo>
                <a:lnTo>
                  <a:pt x="1981" y="151"/>
                </a:lnTo>
                <a:lnTo>
                  <a:pt x="1982" y="149"/>
                </a:lnTo>
                <a:lnTo>
                  <a:pt x="1983" y="148"/>
                </a:lnTo>
                <a:lnTo>
                  <a:pt x="1983" y="147"/>
                </a:lnTo>
                <a:lnTo>
                  <a:pt x="1983" y="146"/>
                </a:lnTo>
                <a:lnTo>
                  <a:pt x="1983" y="145"/>
                </a:lnTo>
                <a:lnTo>
                  <a:pt x="1982" y="145"/>
                </a:lnTo>
                <a:lnTo>
                  <a:pt x="1981" y="145"/>
                </a:lnTo>
                <a:lnTo>
                  <a:pt x="1980" y="145"/>
                </a:lnTo>
                <a:lnTo>
                  <a:pt x="1981" y="144"/>
                </a:lnTo>
                <a:lnTo>
                  <a:pt x="1981" y="142"/>
                </a:lnTo>
                <a:lnTo>
                  <a:pt x="1981" y="141"/>
                </a:lnTo>
                <a:lnTo>
                  <a:pt x="1981" y="140"/>
                </a:lnTo>
                <a:lnTo>
                  <a:pt x="1980" y="140"/>
                </a:lnTo>
                <a:lnTo>
                  <a:pt x="1979" y="140"/>
                </a:lnTo>
                <a:lnTo>
                  <a:pt x="1978" y="140"/>
                </a:lnTo>
                <a:lnTo>
                  <a:pt x="1978" y="139"/>
                </a:lnTo>
                <a:lnTo>
                  <a:pt x="1979" y="139"/>
                </a:lnTo>
                <a:lnTo>
                  <a:pt x="1980" y="139"/>
                </a:lnTo>
                <a:lnTo>
                  <a:pt x="1981" y="138"/>
                </a:lnTo>
                <a:lnTo>
                  <a:pt x="1982" y="138"/>
                </a:lnTo>
                <a:lnTo>
                  <a:pt x="1983" y="137"/>
                </a:lnTo>
                <a:lnTo>
                  <a:pt x="1984" y="137"/>
                </a:lnTo>
                <a:lnTo>
                  <a:pt x="1985" y="136"/>
                </a:lnTo>
                <a:lnTo>
                  <a:pt x="1985" y="135"/>
                </a:lnTo>
                <a:lnTo>
                  <a:pt x="1986" y="134"/>
                </a:lnTo>
                <a:lnTo>
                  <a:pt x="1987" y="133"/>
                </a:lnTo>
                <a:lnTo>
                  <a:pt x="1987" y="132"/>
                </a:lnTo>
                <a:lnTo>
                  <a:pt x="1988" y="131"/>
                </a:lnTo>
                <a:lnTo>
                  <a:pt x="1989" y="130"/>
                </a:lnTo>
                <a:lnTo>
                  <a:pt x="1989" y="129"/>
                </a:lnTo>
                <a:lnTo>
                  <a:pt x="1991" y="128"/>
                </a:lnTo>
                <a:lnTo>
                  <a:pt x="1992" y="128"/>
                </a:lnTo>
                <a:lnTo>
                  <a:pt x="1993" y="128"/>
                </a:lnTo>
                <a:lnTo>
                  <a:pt x="1994" y="127"/>
                </a:lnTo>
                <a:lnTo>
                  <a:pt x="1995" y="127"/>
                </a:lnTo>
                <a:lnTo>
                  <a:pt x="1997" y="127"/>
                </a:lnTo>
                <a:lnTo>
                  <a:pt x="1998" y="127"/>
                </a:lnTo>
                <a:lnTo>
                  <a:pt x="2000" y="127"/>
                </a:lnTo>
                <a:lnTo>
                  <a:pt x="2001" y="126"/>
                </a:lnTo>
                <a:lnTo>
                  <a:pt x="2002" y="126"/>
                </a:lnTo>
                <a:lnTo>
                  <a:pt x="2003" y="126"/>
                </a:lnTo>
                <a:lnTo>
                  <a:pt x="2004" y="126"/>
                </a:lnTo>
                <a:lnTo>
                  <a:pt x="2005" y="126"/>
                </a:lnTo>
                <a:lnTo>
                  <a:pt x="2006" y="125"/>
                </a:lnTo>
                <a:lnTo>
                  <a:pt x="2007" y="124"/>
                </a:lnTo>
                <a:lnTo>
                  <a:pt x="2008" y="124"/>
                </a:lnTo>
                <a:lnTo>
                  <a:pt x="2009" y="123"/>
                </a:lnTo>
                <a:lnTo>
                  <a:pt x="2009" y="122"/>
                </a:lnTo>
                <a:lnTo>
                  <a:pt x="2009" y="121"/>
                </a:lnTo>
                <a:lnTo>
                  <a:pt x="2009" y="122"/>
                </a:lnTo>
                <a:lnTo>
                  <a:pt x="2010" y="122"/>
                </a:lnTo>
                <a:lnTo>
                  <a:pt x="2011" y="122"/>
                </a:lnTo>
                <a:lnTo>
                  <a:pt x="2012" y="122"/>
                </a:lnTo>
                <a:lnTo>
                  <a:pt x="2012" y="121"/>
                </a:lnTo>
                <a:lnTo>
                  <a:pt x="2012" y="120"/>
                </a:lnTo>
                <a:lnTo>
                  <a:pt x="2012" y="119"/>
                </a:lnTo>
                <a:lnTo>
                  <a:pt x="2012" y="120"/>
                </a:lnTo>
                <a:lnTo>
                  <a:pt x="2013" y="120"/>
                </a:lnTo>
                <a:lnTo>
                  <a:pt x="2015" y="119"/>
                </a:lnTo>
                <a:lnTo>
                  <a:pt x="2017" y="118"/>
                </a:lnTo>
                <a:lnTo>
                  <a:pt x="2018" y="118"/>
                </a:lnTo>
                <a:lnTo>
                  <a:pt x="2018" y="117"/>
                </a:lnTo>
                <a:lnTo>
                  <a:pt x="2018" y="116"/>
                </a:lnTo>
                <a:lnTo>
                  <a:pt x="2019" y="116"/>
                </a:lnTo>
                <a:lnTo>
                  <a:pt x="2019" y="115"/>
                </a:lnTo>
                <a:lnTo>
                  <a:pt x="2020" y="115"/>
                </a:lnTo>
                <a:lnTo>
                  <a:pt x="2019" y="115"/>
                </a:lnTo>
                <a:lnTo>
                  <a:pt x="2019" y="114"/>
                </a:lnTo>
                <a:lnTo>
                  <a:pt x="2019" y="113"/>
                </a:lnTo>
                <a:lnTo>
                  <a:pt x="2018" y="113"/>
                </a:lnTo>
                <a:lnTo>
                  <a:pt x="2019" y="113"/>
                </a:lnTo>
                <a:lnTo>
                  <a:pt x="2019" y="114"/>
                </a:lnTo>
                <a:lnTo>
                  <a:pt x="2020" y="114"/>
                </a:lnTo>
                <a:lnTo>
                  <a:pt x="2020" y="115"/>
                </a:lnTo>
                <a:lnTo>
                  <a:pt x="2021" y="115"/>
                </a:lnTo>
                <a:lnTo>
                  <a:pt x="2022" y="116"/>
                </a:lnTo>
                <a:lnTo>
                  <a:pt x="2022" y="117"/>
                </a:lnTo>
                <a:lnTo>
                  <a:pt x="2021" y="117"/>
                </a:lnTo>
                <a:lnTo>
                  <a:pt x="2021" y="118"/>
                </a:lnTo>
                <a:lnTo>
                  <a:pt x="2021" y="119"/>
                </a:lnTo>
                <a:lnTo>
                  <a:pt x="2021" y="120"/>
                </a:lnTo>
                <a:lnTo>
                  <a:pt x="2022" y="119"/>
                </a:lnTo>
                <a:lnTo>
                  <a:pt x="2022" y="118"/>
                </a:lnTo>
                <a:lnTo>
                  <a:pt x="2022" y="117"/>
                </a:lnTo>
                <a:lnTo>
                  <a:pt x="2022" y="116"/>
                </a:lnTo>
                <a:lnTo>
                  <a:pt x="2023" y="116"/>
                </a:lnTo>
                <a:lnTo>
                  <a:pt x="2023" y="115"/>
                </a:lnTo>
                <a:lnTo>
                  <a:pt x="2024" y="115"/>
                </a:lnTo>
                <a:lnTo>
                  <a:pt x="2025" y="115"/>
                </a:lnTo>
                <a:lnTo>
                  <a:pt x="2025" y="116"/>
                </a:lnTo>
                <a:lnTo>
                  <a:pt x="2026" y="116"/>
                </a:lnTo>
                <a:lnTo>
                  <a:pt x="2027" y="116"/>
                </a:lnTo>
                <a:lnTo>
                  <a:pt x="2028" y="116"/>
                </a:lnTo>
                <a:lnTo>
                  <a:pt x="2029" y="116"/>
                </a:lnTo>
                <a:lnTo>
                  <a:pt x="2030" y="116"/>
                </a:lnTo>
                <a:lnTo>
                  <a:pt x="2031" y="116"/>
                </a:lnTo>
                <a:lnTo>
                  <a:pt x="2033" y="116"/>
                </a:lnTo>
                <a:lnTo>
                  <a:pt x="2034" y="116"/>
                </a:lnTo>
                <a:lnTo>
                  <a:pt x="2035" y="116"/>
                </a:lnTo>
                <a:lnTo>
                  <a:pt x="2036" y="116"/>
                </a:lnTo>
                <a:lnTo>
                  <a:pt x="2037" y="116"/>
                </a:lnTo>
                <a:lnTo>
                  <a:pt x="2038" y="115"/>
                </a:lnTo>
                <a:lnTo>
                  <a:pt x="2039" y="114"/>
                </a:lnTo>
                <a:lnTo>
                  <a:pt x="2040" y="113"/>
                </a:lnTo>
                <a:lnTo>
                  <a:pt x="2040" y="112"/>
                </a:lnTo>
                <a:lnTo>
                  <a:pt x="2041" y="112"/>
                </a:lnTo>
                <a:lnTo>
                  <a:pt x="2041" y="111"/>
                </a:lnTo>
                <a:lnTo>
                  <a:pt x="2042" y="111"/>
                </a:lnTo>
                <a:lnTo>
                  <a:pt x="2042" y="110"/>
                </a:lnTo>
                <a:lnTo>
                  <a:pt x="2043" y="109"/>
                </a:lnTo>
                <a:lnTo>
                  <a:pt x="2043" y="108"/>
                </a:lnTo>
                <a:lnTo>
                  <a:pt x="2044" y="108"/>
                </a:lnTo>
                <a:lnTo>
                  <a:pt x="2045" y="108"/>
                </a:lnTo>
                <a:lnTo>
                  <a:pt x="2045" y="107"/>
                </a:lnTo>
                <a:lnTo>
                  <a:pt x="2046" y="107"/>
                </a:lnTo>
                <a:lnTo>
                  <a:pt x="2046" y="106"/>
                </a:lnTo>
                <a:lnTo>
                  <a:pt x="2046" y="106"/>
                </a:lnTo>
                <a:lnTo>
                  <a:pt x="2047" y="105"/>
                </a:lnTo>
                <a:lnTo>
                  <a:pt x="2048" y="104"/>
                </a:lnTo>
                <a:lnTo>
                  <a:pt x="2049" y="103"/>
                </a:lnTo>
                <a:lnTo>
                  <a:pt x="2050" y="102"/>
                </a:lnTo>
                <a:lnTo>
                  <a:pt x="2051" y="102"/>
                </a:lnTo>
                <a:lnTo>
                  <a:pt x="2051" y="101"/>
                </a:lnTo>
                <a:lnTo>
                  <a:pt x="2052" y="101"/>
                </a:lnTo>
                <a:lnTo>
                  <a:pt x="2053" y="100"/>
                </a:lnTo>
                <a:lnTo>
                  <a:pt x="2054" y="100"/>
                </a:lnTo>
                <a:lnTo>
                  <a:pt x="2055" y="99"/>
                </a:lnTo>
                <a:lnTo>
                  <a:pt x="2056" y="99"/>
                </a:lnTo>
                <a:lnTo>
                  <a:pt x="2057" y="99"/>
                </a:lnTo>
                <a:lnTo>
                  <a:pt x="2058" y="99"/>
                </a:lnTo>
                <a:lnTo>
                  <a:pt x="2059" y="99"/>
                </a:lnTo>
                <a:lnTo>
                  <a:pt x="2060" y="98"/>
                </a:lnTo>
                <a:lnTo>
                  <a:pt x="2061" y="97"/>
                </a:lnTo>
                <a:lnTo>
                  <a:pt x="2062" y="98"/>
                </a:lnTo>
                <a:lnTo>
                  <a:pt x="2063" y="98"/>
                </a:lnTo>
                <a:lnTo>
                  <a:pt x="2064" y="98"/>
                </a:lnTo>
                <a:lnTo>
                  <a:pt x="2065" y="98"/>
                </a:lnTo>
                <a:lnTo>
                  <a:pt x="2066" y="98"/>
                </a:lnTo>
                <a:lnTo>
                  <a:pt x="2067" y="98"/>
                </a:lnTo>
                <a:lnTo>
                  <a:pt x="2068" y="98"/>
                </a:lnTo>
                <a:lnTo>
                  <a:pt x="2070" y="98"/>
                </a:lnTo>
                <a:lnTo>
                  <a:pt x="2071" y="98"/>
                </a:lnTo>
                <a:lnTo>
                  <a:pt x="2072" y="98"/>
                </a:lnTo>
                <a:lnTo>
                  <a:pt x="2073" y="99"/>
                </a:lnTo>
                <a:lnTo>
                  <a:pt x="2074" y="99"/>
                </a:lnTo>
                <a:lnTo>
                  <a:pt x="2074" y="98"/>
                </a:lnTo>
                <a:lnTo>
                  <a:pt x="2074" y="98"/>
                </a:lnTo>
                <a:lnTo>
                  <a:pt x="2074" y="97"/>
                </a:lnTo>
                <a:lnTo>
                  <a:pt x="2075" y="97"/>
                </a:lnTo>
                <a:lnTo>
                  <a:pt x="2075" y="96"/>
                </a:lnTo>
                <a:lnTo>
                  <a:pt x="2076" y="95"/>
                </a:lnTo>
                <a:lnTo>
                  <a:pt x="2077" y="95"/>
                </a:lnTo>
                <a:lnTo>
                  <a:pt x="2078" y="96"/>
                </a:lnTo>
                <a:lnTo>
                  <a:pt x="2077" y="96"/>
                </a:lnTo>
                <a:lnTo>
                  <a:pt x="2076" y="96"/>
                </a:lnTo>
                <a:lnTo>
                  <a:pt x="2076" y="97"/>
                </a:lnTo>
                <a:lnTo>
                  <a:pt x="2076" y="98"/>
                </a:lnTo>
                <a:lnTo>
                  <a:pt x="2077" y="99"/>
                </a:lnTo>
                <a:lnTo>
                  <a:pt x="2079" y="99"/>
                </a:lnTo>
                <a:lnTo>
                  <a:pt x="2080" y="99"/>
                </a:lnTo>
                <a:lnTo>
                  <a:pt x="2081" y="99"/>
                </a:lnTo>
                <a:lnTo>
                  <a:pt x="2081" y="98"/>
                </a:lnTo>
                <a:lnTo>
                  <a:pt x="2081" y="97"/>
                </a:lnTo>
                <a:lnTo>
                  <a:pt x="2080" y="96"/>
                </a:lnTo>
                <a:lnTo>
                  <a:pt x="2081" y="96"/>
                </a:lnTo>
                <a:lnTo>
                  <a:pt x="2082" y="96"/>
                </a:lnTo>
                <a:lnTo>
                  <a:pt x="2082" y="97"/>
                </a:lnTo>
                <a:lnTo>
                  <a:pt x="2083" y="97"/>
                </a:lnTo>
                <a:lnTo>
                  <a:pt x="2084" y="97"/>
                </a:lnTo>
                <a:lnTo>
                  <a:pt x="2084" y="98"/>
                </a:lnTo>
                <a:lnTo>
                  <a:pt x="2084" y="99"/>
                </a:lnTo>
                <a:lnTo>
                  <a:pt x="2085" y="99"/>
                </a:lnTo>
                <a:lnTo>
                  <a:pt x="2085" y="99"/>
                </a:lnTo>
                <a:lnTo>
                  <a:pt x="2086" y="99"/>
                </a:lnTo>
                <a:lnTo>
                  <a:pt x="2087" y="99"/>
                </a:lnTo>
                <a:lnTo>
                  <a:pt x="2088" y="99"/>
                </a:lnTo>
                <a:lnTo>
                  <a:pt x="2089" y="99"/>
                </a:lnTo>
                <a:lnTo>
                  <a:pt x="2089" y="99"/>
                </a:lnTo>
                <a:lnTo>
                  <a:pt x="2090" y="99"/>
                </a:lnTo>
                <a:lnTo>
                  <a:pt x="2089" y="98"/>
                </a:lnTo>
                <a:lnTo>
                  <a:pt x="2090" y="97"/>
                </a:lnTo>
                <a:lnTo>
                  <a:pt x="2090" y="96"/>
                </a:lnTo>
                <a:lnTo>
                  <a:pt x="2090" y="95"/>
                </a:lnTo>
                <a:lnTo>
                  <a:pt x="2091" y="95"/>
                </a:lnTo>
                <a:lnTo>
                  <a:pt x="2092" y="94"/>
                </a:lnTo>
                <a:lnTo>
                  <a:pt x="2094" y="94"/>
                </a:lnTo>
                <a:lnTo>
                  <a:pt x="2095" y="93"/>
                </a:lnTo>
                <a:lnTo>
                  <a:pt x="2096" y="92"/>
                </a:lnTo>
                <a:lnTo>
                  <a:pt x="2097" y="92"/>
                </a:lnTo>
                <a:lnTo>
                  <a:pt x="2097" y="93"/>
                </a:lnTo>
                <a:lnTo>
                  <a:pt x="2097" y="94"/>
                </a:lnTo>
                <a:lnTo>
                  <a:pt x="2098" y="95"/>
                </a:lnTo>
                <a:lnTo>
                  <a:pt x="2099" y="96"/>
                </a:lnTo>
                <a:lnTo>
                  <a:pt x="2097" y="93"/>
                </a:lnTo>
                <a:lnTo>
                  <a:pt x="2095" y="95"/>
                </a:lnTo>
                <a:lnTo>
                  <a:pt x="2096" y="96"/>
                </a:lnTo>
                <a:lnTo>
                  <a:pt x="2097" y="97"/>
                </a:lnTo>
                <a:lnTo>
                  <a:pt x="2096" y="97"/>
                </a:lnTo>
                <a:lnTo>
                  <a:pt x="2096" y="96"/>
                </a:lnTo>
                <a:lnTo>
                  <a:pt x="2095" y="95"/>
                </a:lnTo>
                <a:lnTo>
                  <a:pt x="2094" y="95"/>
                </a:lnTo>
                <a:lnTo>
                  <a:pt x="2093" y="96"/>
                </a:lnTo>
                <a:lnTo>
                  <a:pt x="2094" y="98"/>
                </a:lnTo>
                <a:lnTo>
                  <a:pt x="2093" y="96"/>
                </a:lnTo>
                <a:lnTo>
                  <a:pt x="2091" y="97"/>
                </a:lnTo>
                <a:lnTo>
                  <a:pt x="2091" y="98"/>
                </a:lnTo>
                <a:lnTo>
                  <a:pt x="2091" y="99"/>
                </a:lnTo>
                <a:lnTo>
                  <a:pt x="2091" y="99"/>
                </a:lnTo>
                <a:lnTo>
                  <a:pt x="2092" y="100"/>
                </a:lnTo>
                <a:lnTo>
                  <a:pt x="2093" y="101"/>
                </a:lnTo>
                <a:lnTo>
                  <a:pt x="2094" y="102"/>
                </a:lnTo>
                <a:lnTo>
                  <a:pt x="2095" y="102"/>
                </a:lnTo>
                <a:lnTo>
                  <a:pt x="2096" y="102"/>
                </a:lnTo>
                <a:lnTo>
                  <a:pt x="2098" y="103"/>
                </a:lnTo>
                <a:lnTo>
                  <a:pt x="2099" y="103"/>
                </a:lnTo>
                <a:lnTo>
                  <a:pt x="2100" y="103"/>
                </a:lnTo>
                <a:lnTo>
                  <a:pt x="2101" y="103"/>
                </a:lnTo>
                <a:lnTo>
                  <a:pt x="2101" y="102"/>
                </a:lnTo>
                <a:lnTo>
                  <a:pt x="2101" y="101"/>
                </a:lnTo>
                <a:lnTo>
                  <a:pt x="2101" y="102"/>
                </a:lnTo>
                <a:lnTo>
                  <a:pt x="2102" y="102"/>
                </a:lnTo>
                <a:lnTo>
                  <a:pt x="2102" y="103"/>
                </a:lnTo>
                <a:lnTo>
                  <a:pt x="2102" y="102"/>
                </a:lnTo>
                <a:lnTo>
                  <a:pt x="2103" y="102"/>
                </a:lnTo>
                <a:lnTo>
                  <a:pt x="2104" y="102"/>
                </a:lnTo>
                <a:lnTo>
                  <a:pt x="2104" y="101"/>
                </a:lnTo>
                <a:lnTo>
                  <a:pt x="2105" y="100"/>
                </a:lnTo>
                <a:lnTo>
                  <a:pt x="2102" y="99"/>
                </a:lnTo>
                <a:lnTo>
                  <a:pt x="2103" y="98"/>
                </a:lnTo>
                <a:lnTo>
                  <a:pt x="2103" y="97"/>
                </a:lnTo>
                <a:lnTo>
                  <a:pt x="2102" y="97"/>
                </a:lnTo>
                <a:lnTo>
                  <a:pt x="2102" y="96"/>
                </a:lnTo>
                <a:lnTo>
                  <a:pt x="2103" y="96"/>
                </a:lnTo>
                <a:lnTo>
                  <a:pt x="2103" y="95"/>
                </a:lnTo>
                <a:lnTo>
                  <a:pt x="2103" y="94"/>
                </a:lnTo>
                <a:lnTo>
                  <a:pt x="2103" y="92"/>
                </a:lnTo>
                <a:lnTo>
                  <a:pt x="2103" y="91"/>
                </a:lnTo>
                <a:lnTo>
                  <a:pt x="2103" y="90"/>
                </a:lnTo>
                <a:lnTo>
                  <a:pt x="2103" y="89"/>
                </a:lnTo>
                <a:lnTo>
                  <a:pt x="2102" y="89"/>
                </a:lnTo>
                <a:lnTo>
                  <a:pt x="2102" y="89"/>
                </a:lnTo>
                <a:lnTo>
                  <a:pt x="2101" y="89"/>
                </a:lnTo>
                <a:lnTo>
                  <a:pt x="2100" y="88"/>
                </a:lnTo>
                <a:lnTo>
                  <a:pt x="2099" y="88"/>
                </a:lnTo>
                <a:lnTo>
                  <a:pt x="2098" y="88"/>
                </a:lnTo>
                <a:lnTo>
                  <a:pt x="2097" y="88"/>
                </a:lnTo>
                <a:lnTo>
                  <a:pt x="2095" y="88"/>
                </a:lnTo>
                <a:lnTo>
                  <a:pt x="2094" y="87"/>
                </a:lnTo>
                <a:lnTo>
                  <a:pt x="2093" y="87"/>
                </a:lnTo>
                <a:lnTo>
                  <a:pt x="2092" y="87"/>
                </a:lnTo>
                <a:lnTo>
                  <a:pt x="2091" y="87"/>
                </a:lnTo>
                <a:lnTo>
                  <a:pt x="2091" y="86"/>
                </a:lnTo>
                <a:lnTo>
                  <a:pt x="2092" y="86"/>
                </a:lnTo>
                <a:lnTo>
                  <a:pt x="2093" y="86"/>
                </a:lnTo>
                <a:lnTo>
                  <a:pt x="2094" y="86"/>
                </a:lnTo>
                <a:lnTo>
                  <a:pt x="2095" y="86"/>
                </a:lnTo>
                <a:lnTo>
                  <a:pt x="2096" y="86"/>
                </a:lnTo>
                <a:lnTo>
                  <a:pt x="2097" y="87"/>
                </a:lnTo>
                <a:lnTo>
                  <a:pt x="2098" y="87"/>
                </a:lnTo>
                <a:lnTo>
                  <a:pt x="2099" y="87"/>
                </a:lnTo>
                <a:lnTo>
                  <a:pt x="2100" y="87"/>
                </a:lnTo>
                <a:lnTo>
                  <a:pt x="2102" y="88"/>
                </a:lnTo>
                <a:lnTo>
                  <a:pt x="2102" y="88"/>
                </a:lnTo>
                <a:lnTo>
                  <a:pt x="2103" y="88"/>
                </a:lnTo>
                <a:lnTo>
                  <a:pt x="2104" y="89"/>
                </a:lnTo>
                <a:lnTo>
                  <a:pt x="2104" y="90"/>
                </a:lnTo>
                <a:lnTo>
                  <a:pt x="2104" y="91"/>
                </a:lnTo>
                <a:lnTo>
                  <a:pt x="2105" y="92"/>
                </a:lnTo>
                <a:lnTo>
                  <a:pt x="2106" y="92"/>
                </a:lnTo>
                <a:lnTo>
                  <a:pt x="2107" y="93"/>
                </a:lnTo>
                <a:lnTo>
                  <a:pt x="2108" y="93"/>
                </a:lnTo>
                <a:lnTo>
                  <a:pt x="2109" y="93"/>
                </a:lnTo>
                <a:lnTo>
                  <a:pt x="2109" y="94"/>
                </a:lnTo>
                <a:lnTo>
                  <a:pt x="2110" y="94"/>
                </a:lnTo>
                <a:lnTo>
                  <a:pt x="2110" y="95"/>
                </a:lnTo>
                <a:lnTo>
                  <a:pt x="2111" y="95"/>
                </a:lnTo>
                <a:lnTo>
                  <a:pt x="2112" y="95"/>
                </a:lnTo>
                <a:lnTo>
                  <a:pt x="2112" y="96"/>
                </a:lnTo>
                <a:lnTo>
                  <a:pt x="2111" y="96"/>
                </a:lnTo>
                <a:lnTo>
                  <a:pt x="2110" y="96"/>
                </a:lnTo>
                <a:lnTo>
                  <a:pt x="2110" y="97"/>
                </a:lnTo>
                <a:lnTo>
                  <a:pt x="2110" y="98"/>
                </a:lnTo>
                <a:lnTo>
                  <a:pt x="2110" y="99"/>
                </a:lnTo>
                <a:lnTo>
                  <a:pt x="2110" y="99"/>
                </a:lnTo>
                <a:lnTo>
                  <a:pt x="2111" y="99"/>
                </a:lnTo>
                <a:lnTo>
                  <a:pt x="2112" y="100"/>
                </a:lnTo>
                <a:lnTo>
                  <a:pt x="2113" y="100"/>
                </a:lnTo>
                <a:lnTo>
                  <a:pt x="2114" y="100"/>
                </a:lnTo>
                <a:lnTo>
                  <a:pt x="2115" y="99"/>
                </a:lnTo>
                <a:lnTo>
                  <a:pt x="2116" y="99"/>
                </a:lnTo>
                <a:lnTo>
                  <a:pt x="2117" y="99"/>
                </a:lnTo>
                <a:lnTo>
                  <a:pt x="2117" y="98"/>
                </a:lnTo>
                <a:lnTo>
                  <a:pt x="2116" y="98"/>
                </a:lnTo>
                <a:lnTo>
                  <a:pt x="2116" y="97"/>
                </a:lnTo>
                <a:lnTo>
                  <a:pt x="2115" y="97"/>
                </a:lnTo>
                <a:lnTo>
                  <a:pt x="2115" y="96"/>
                </a:lnTo>
                <a:lnTo>
                  <a:pt x="2116" y="96"/>
                </a:lnTo>
                <a:lnTo>
                  <a:pt x="2116" y="97"/>
                </a:lnTo>
                <a:lnTo>
                  <a:pt x="2117" y="97"/>
                </a:lnTo>
                <a:lnTo>
                  <a:pt x="2118" y="97"/>
                </a:lnTo>
                <a:lnTo>
                  <a:pt x="2119" y="98"/>
                </a:lnTo>
                <a:lnTo>
                  <a:pt x="2118" y="98"/>
                </a:lnTo>
                <a:lnTo>
                  <a:pt x="2118" y="99"/>
                </a:lnTo>
                <a:lnTo>
                  <a:pt x="2117" y="99"/>
                </a:lnTo>
                <a:lnTo>
                  <a:pt x="2117" y="99"/>
                </a:lnTo>
                <a:lnTo>
                  <a:pt x="2117" y="100"/>
                </a:lnTo>
                <a:lnTo>
                  <a:pt x="2118" y="101"/>
                </a:lnTo>
                <a:lnTo>
                  <a:pt x="2119" y="102"/>
                </a:lnTo>
                <a:lnTo>
                  <a:pt x="2120" y="102"/>
                </a:lnTo>
                <a:lnTo>
                  <a:pt x="2121" y="102"/>
                </a:lnTo>
                <a:lnTo>
                  <a:pt x="2122" y="102"/>
                </a:lnTo>
                <a:lnTo>
                  <a:pt x="2123" y="101"/>
                </a:lnTo>
                <a:lnTo>
                  <a:pt x="2124" y="101"/>
                </a:lnTo>
                <a:lnTo>
                  <a:pt x="2124" y="100"/>
                </a:lnTo>
                <a:lnTo>
                  <a:pt x="2125" y="100"/>
                </a:lnTo>
                <a:lnTo>
                  <a:pt x="2125" y="99"/>
                </a:lnTo>
                <a:lnTo>
                  <a:pt x="2125" y="99"/>
                </a:lnTo>
                <a:lnTo>
                  <a:pt x="2124" y="99"/>
                </a:lnTo>
                <a:lnTo>
                  <a:pt x="2123" y="98"/>
                </a:lnTo>
                <a:lnTo>
                  <a:pt x="2124" y="97"/>
                </a:lnTo>
                <a:lnTo>
                  <a:pt x="2124" y="98"/>
                </a:lnTo>
                <a:lnTo>
                  <a:pt x="2125" y="98"/>
                </a:lnTo>
                <a:lnTo>
                  <a:pt x="2126" y="99"/>
                </a:lnTo>
                <a:lnTo>
                  <a:pt x="2125" y="99"/>
                </a:lnTo>
                <a:lnTo>
                  <a:pt x="2126" y="99"/>
                </a:lnTo>
                <a:lnTo>
                  <a:pt x="2126" y="100"/>
                </a:lnTo>
                <a:lnTo>
                  <a:pt x="2126" y="101"/>
                </a:lnTo>
                <a:lnTo>
                  <a:pt x="2127" y="102"/>
                </a:lnTo>
                <a:lnTo>
                  <a:pt x="2129" y="102"/>
                </a:lnTo>
                <a:lnTo>
                  <a:pt x="2130" y="102"/>
                </a:lnTo>
                <a:lnTo>
                  <a:pt x="2131" y="102"/>
                </a:lnTo>
                <a:lnTo>
                  <a:pt x="2131" y="102"/>
                </a:lnTo>
                <a:lnTo>
                  <a:pt x="2132" y="101"/>
                </a:lnTo>
                <a:lnTo>
                  <a:pt x="2132" y="100"/>
                </a:lnTo>
                <a:lnTo>
                  <a:pt x="2133" y="99"/>
                </a:lnTo>
                <a:lnTo>
                  <a:pt x="2133" y="99"/>
                </a:lnTo>
                <a:lnTo>
                  <a:pt x="2134" y="99"/>
                </a:lnTo>
                <a:lnTo>
                  <a:pt x="2134" y="97"/>
                </a:lnTo>
                <a:lnTo>
                  <a:pt x="2135" y="97"/>
                </a:lnTo>
                <a:lnTo>
                  <a:pt x="2135" y="96"/>
                </a:lnTo>
                <a:lnTo>
                  <a:pt x="2136" y="96"/>
                </a:lnTo>
                <a:lnTo>
                  <a:pt x="2137" y="96"/>
                </a:lnTo>
                <a:lnTo>
                  <a:pt x="2138" y="96"/>
                </a:lnTo>
                <a:lnTo>
                  <a:pt x="2137" y="97"/>
                </a:lnTo>
                <a:lnTo>
                  <a:pt x="2136" y="97"/>
                </a:lnTo>
                <a:lnTo>
                  <a:pt x="2135" y="97"/>
                </a:lnTo>
                <a:lnTo>
                  <a:pt x="2135" y="98"/>
                </a:lnTo>
                <a:lnTo>
                  <a:pt x="2135" y="99"/>
                </a:lnTo>
                <a:lnTo>
                  <a:pt x="2134" y="99"/>
                </a:lnTo>
                <a:lnTo>
                  <a:pt x="2133" y="100"/>
                </a:lnTo>
                <a:lnTo>
                  <a:pt x="2133" y="101"/>
                </a:lnTo>
                <a:lnTo>
                  <a:pt x="2133" y="102"/>
                </a:lnTo>
                <a:lnTo>
                  <a:pt x="2134" y="102"/>
                </a:lnTo>
                <a:lnTo>
                  <a:pt x="2135" y="103"/>
                </a:lnTo>
                <a:lnTo>
                  <a:pt x="2136" y="104"/>
                </a:lnTo>
                <a:lnTo>
                  <a:pt x="2137" y="104"/>
                </a:lnTo>
                <a:lnTo>
                  <a:pt x="2139" y="104"/>
                </a:lnTo>
                <a:lnTo>
                  <a:pt x="2141" y="104"/>
                </a:lnTo>
                <a:lnTo>
                  <a:pt x="2142" y="104"/>
                </a:lnTo>
                <a:lnTo>
                  <a:pt x="2143" y="104"/>
                </a:lnTo>
                <a:lnTo>
                  <a:pt x="2143" y="103"/>
                </a:lnTo>
                <a:lnTo>
                  <a:pt x="2144" y="103"/>
                </a:lnTo>
                <a:lnTo>
                  <a:pt x="2144" y="102"/>
                </a:lnTo>
                <a:lnTo>
                  <a:pt x="2144" y="101"/>
                </a:lnTo>
                <a:lnTo>
                  <a:pt x="2144" y="100"/>
                </a:lnTo>
                <a:lnTo>
                  <a:pt x="2144" y="99"/>
                </a:lnTo>
                <a:lnTo>
                  <a:pt x="2144" y="99"/>
                </a:lnTo>
                <a:lnTo>
                  <a:pt x="2143" y="99"/>
                </a:lnTo>
                <a:lnTo>
                  <a:pt x="2143" y="98"/>
                </a:lnTo>
                <a:lnTo>
                  <a:pt x="2143" y="97"/>
                </a:lnTo>
                <a:lnTo>
                  <a:pt x="2142" y="97"/>
                </a:lnTo>
                <a:lnTo>
                  <a:pt x="2143" y="98"/>
                </a:lnTo>
                <a:lnTo>
                  <a:pt x="2144" y="98"/>
                </a:lnTo>
                <a:lnTo>
                  <a:pt x="2144" y="99"/>
                </a:lnTo>
                <a:lnTo>
                  <a:pt x="2145" y="99"/>
                </a:lnTo>
                <a:lnTo>
                  <a:pt x="2145" y="99"/>
                </a:lnTo>
                <a:lnTo>
                  <a:pt x="2145" y="100"/>
                </a:lnTo>
                <a:lnTo>
                  <a:pt x="2145" y="101"/>
                </a:lnTo>
                <a:lnTo>
                  <a:pt x="2144" y="102"/>
                </a:lnTo>
                <a:lnTo>
                  <a:pt x="2144" y="103"/>
                </a:lnTo>
                <a:lnTo>
                  <a:pt x="2144" y="104"/>
                </a:lnTo>
                <a:lnTo>
                  <a:pt x="2144" y="105"/>
                </a:lnTo>
                <a:lnTo>
                  <a:pt x="2143" y="105"/>
                </a:lnTo>
                <a:lnTo>
                  <a:pt x="2143" y="106"/>
                </a:lnTo>
                <a:lnTo>
                  <a:pt x="2144" y="106"/>
                </a:lnTo>
                <a:lnTo>
                  <a:pt x="2144" y="107"/>
                </a:lnTo>
                <a:lnTo>
                  <a:pt x="2145" y="107"/>
                </a:lnTo>
                <a:lnTo>
                  <a:pt x="2146" y="107"/>
                </a:lnTo>
                <a:lnTo>
                  <a:pt x="2146" y="108"/>
                </a:lnTo>
                <a:lnTo>
                  <a:pt x="2147" y="108"/>
                </a:lnTo>
                <a:lnTo>
                  <a:pt x="2148" y="108"/>
                </a:lnTo>
                <a:lnTo>
                  <a:pt x="2148" y="107"/>
                </a:lnTo>
                <a:lnTo>
                  <a:pt x="2149" y="107"/>
                </a:lnTo>
                <a:lnTo>
                  <a:pt x="2150" y="107"/>
                </a:lnTo>
                <a:lnTo>
                  <a:pt x="2150" y="108"/>
                </a:lnTo>
                <a:lnTo>
                  <a:pt x="2151" y="108"/>
                </a:lnTo>
                <a:lnTo>
                  <a:pt x="2151" y="109"/>
                </a:lnTo>
                <a:lnTo>
                  <a:pt x="2152" y="109"/>
                </a:lnTo>
                <a:lnTo>
                  <a:pt x="2153" y="109"/>
                </a:lnTo>
                <a:lnTo>
                  <a:pt x="2153" y="110"/>
                </a:lnTo>
                <a:lnTo>
                  <a:pt x="2154" y="110"/>
                </a:lnTo>
                <a:lnTo>
                  <a:pt x="2154" y="109"/>
                </a:lnTo>
                <a:lnTo>
                  <a:pt x="2155" y="109"/>
                </a:lnTo>
                <a:lnTo>
                  <a:pt x="2155" y="108"/>
                </a:lnTo>
                <a:lnTo>
                  <a:pt x="2156" y="108"/>
                </a:lnTo>
                <a:lnTo>
                  <a:pt x="2156" y="107"/>
                </a:lnTo>
                <a:lnTo>
                  <a:pt x="2157" y="107"/>
                </a:lnTo>
                <a:lnTo>
                  <a:pt x="2157" y="106"/>
                </a:lnTo>
                <a:lnTo>
                  <a:pt x="2158" y="105"/>
                </a:lnTo>
                <a:lnTo>
                  <a:pt x="2159" y="105"/>
                </a:lnTo>
                <a:lnTo>
                  <a:pt x="2159" y="104"/>
                </a:lnTo>
                <a:lnTo>
                  <a:pt x="2158" y="104"/>
                </a:lnTo>
                <a:lnTo>
                  <a:pt x="2158" y="103"/>
                </a:lnTo>
                <a:lnTo>
                  <a:pt x="2157" y="103"/>
                </a:lnTo>
                <a:lnTo>
                  <a:pt x="2157" y="102"/>
                </a:lnTo>
                <a:lnTo>
                  <a:pt x="2158" y="103"/>
                </a:lnTo>
                <a:lnTo>
                  <a:pt x="2159" y="103"/>
                </a:lnTo>
                <a:lnTo>
                  <a:pt x="2159" y="104"/>
                </a:lnTo>
                <a:lnTo>
                  <a:pt x="2159" y="104"/>
                </a:lnTo>
                <a:lnTo>
                  <a:pt x="2160" y="104"/>
                </a:lnTo>
                <a:lnTo>
                  <a:pt x="2161" y="104"/>
                </a:lnTo>
                <a:lnTo>
                  <a:pt x="2162" y="104"/>
                </a:lnTo>
                <a:lnTo>
                  <a:pt x="2161" y="105"/>
                </a:lnTo>
                <a:lnTo>
                  <a:pt x="2161" y="104"/>
                </a:lnTo>
                <a:lnTo>
                  <a:pt x="2160" y="104"/>
                </a:lnTo>
                <a:lnTo>
                  <a:pt x="2159" y="104"/>
                </a:lnTo>
                <a:lnTo>
                  <a:pt x="2159" y="105"/>
                </a:lnTo>
                <a:lnTo>
                  <a:pt x="2159" y="105"/>
                </a:lnTo>
                <a:lnTo>
                  <a:pt x="2158" y="105"/>
                </a:lnTo>
                <a:lnTo>
                  <a:pt x="2158" y="106"/>
                </a:lnTo>
                <a:lnTo>
                  <a:pt x="2157" y="107"/>
                </a:lnTo>
                <a:lnTo>
                  <a:pt x="2156" y="108"/>
                </a:lnTo>
                <a:lnTo>
                  <a:pt x="2156" y="109"/>
                </a:lnTo>
                <a:lnTo>
                  <a:pt x="2155" y="109"/>
                </a:lnTo>
                <a:lnTo>
                  <a:pt x="2155" y="110"/>
                </a:lnTo>
                <a:lnTo>
                  <a:pt x="2155" y="111"/>
                </a:lnTo>
                <a:lnTo>
                  <a:pt x="2156" y="111"/>
                </a:lnTo>
                <a:lnTo>
                  <a:pt x="2157" y="112"/>
                </a:lnTo>
                <a:lnTo>
                  <a:pt x="2157" y="113"/>
                </a:lnTo>
                <a:lnTo>
                  <a:pt x="2158" y="113"/>
                </a:lnTo>
                <a:lnTo>
                  <a:pt x="2158" y="114"/>
                </a:lnTo>
                <a:lnTo>
                  <a:pt x="2159" y="114"/>
                </a:lnTo>
                <a:lnTo>
                  <a:pt x="2159" y="113"/>
                </a:lnTo>
                <a:lnTo>
                  <a:pt x="2159" y="113"/>
                </a:lnTo>
                <a:lnTo>
                  <a:pt x="2159" y="114"/>
                </a:lnTo>
                <a:lnTo>
                  <a:pt x="2159" y="115"/>
                </a:lnTo>
                <a:lnTo>
                  <a:pt x="2160" y="115"/>
                </a:lnTo>
                <a:lnTo>
                  <a:pt x="2161" y="115"/>
                </a:lnTo>
                <a:lnTo>
                  <a:pt x="2162" y="116"/>
                </a:lnTo>
                <a:lnTo>
                  <a:pt x="2163" y="116"/>
                </a:lnTo>
                <a:lnTo>
                  <a:pt x="2164" y="115"/>
                </a:lnTo>
                <a:lnTo>
                  <a:pt x="2165" y="114"/>
                </a:lnTo>
                <a:lnTo>
                  <a:pt x="2166" y="114"/>
                </a:lnTo>
                <a:lnTo>
                  <a:pt x="2166" y="113"/>
                </a:lnTo>
                <a:lnTo>
                  <a:pt x="2167" y="113"/>
                </a:lnTo>
                <a:lnTo>
                  <a:pt x="2167" y="112"/>
                </a:lnTo>
                <a:lnTo>
                  <a:pt x="2166" y="112"/>
                </a:lnTo>
                <a:lnTo>
                  <a:pt x="2166" y="113"/>
                </a:lnTo>
                <a:lnTo>
                  <a:pt x="2165" y="113"/>
                </a:lnTo>
                <a:lnTo>
                  <a:pt x="2164" y="113"/>
                </a:lnTo>
                <a:lnTo>
                  <a:pt x="2163" y="113"/>
                </a:lnTo>
                <a:lnTo>
                  <a:pt x="2162" y="113"/>
                </a:lnTo>
                <a:lnTo>
                  <a:pt x="2161" y="113"/>
                </a:lnTo>
                <a:lnTo>
                  <a:pt x="2161" y="112"/>
                </a:lnTo>
                <a:lnTo>
                  <a:pt x="2162" y="112"/>
                </a:lnTo>
                <a:lnTo>
                  <a:pt x="2163" y="112"/>
                </a:lnTo>
                <a:lnTo>
                  <a:pt x="2164" y="112"/>
                </a:lnTo>
                <a:lnTo>
                  <a:pt x="2165" y="112"/>
                </a:lnTo>
                <a:lnTo>
                  <a:pt x="2166" y="112"/>
                </a:lnTo>
                <a:lnTo>
                  <a:pt x="2167" y="111"/>
                </a:lnTo>
                <a:lnTo>
                  <a:pt x="2168" y="111"/>
                </a:lnTo>
                <a:lnTo>
                  <a:pt x="2168" y="110"/>
                </a:lnTo>
                <a:lnTo>
                  <a:pt x="2169" y="110"/>
                </a:lnTo>
                <a:lnTo>
                  <a:pt x="2170" y="109"/>
                </a:lnTo>
                <a:lnTo>
                  <a:pt x="2171" y="108"/>
                </a:lnTo>
                <a:lnTo>
                  <a:pt x="2171" y="107"/>
                </a:lnTo>
                <a:lnTo>
                  <a:pt x="2171" y="106"/>
                </a:lnTo>
                <a:lnTo>
                  <a:pt x="2170" y="106"/>
                </a:lnTo>
                <a:lnTo>
                  <a:pt x="2170" y="105"/>
                </a:lnTo>
                <a:lnTo>
                  <a:pt x="2169" y="105"/>
                </a:lnTo>
                <a:lnTo>
                  <a:pt x="2168" y="104"/>
                </a:lnTo>
                <a:lnTo>
                  <a:pt x="2167" y="104"/>
                </a:lnTo>
                <a:lnTo>
                  <a:pt x="2167" y="103"/>
                </a:lnTo>
                <a:lnTo>
                  <a:pt x="2168" y="103"/>
                </a:lnTo>
                <a:lnTo>
                  <a:pt x="2169" y="104"/>
                </a:lnTo>
                <a:lnTo>
                  <a:pt x="2170" y="105"/>
                </a:lnTo>
                <a:lnTo>
                  <a:pt x="2171" y="105"/>
                </a:lnTo>
                <a:lnTo>
                  <a:pt x="2171" y="106"/>
                </a:lnTo>
                <a:lnTo>
                  <a:pt x="2172" y="106"/>
                </a:lnTo>
                <a:lnTo>
                  <a:pt x="2173" y="106"/>
                </a:lnTo>
                <a:lnTo>
                  <a:pt x="2174" y="105"/>
                </a:lnTo>
                <a:lnTo>
                  <a:pt x="2175" y="105"/>
                </a:lnTo>
                <a:lnTo>
                  <a:pt x="2176" y="105"/>
                </a:lnTo>
                <a:lnTo>
                  <a:pt x="2177" y="105"/>
                </a:lnTo>
                <a:lnTo>
                  <a:pt x="2177" y="106"/>
                </a:lnTo>
                <a:lnTo>
                  <a:pt x="2176" y="105"/>
                </a:lnTo>
                <a:lnTo>
                  <a:pt x="2175" y="105"/>
                </a:lnTo>
                <a:lnTo>
                  <a:pt x="2175" y="106"/>
                </a:lnTo>
                <a:lnTo>
                  <a:pt x="2175" y="105"/>
                </a:lnTo>
                <a:lnTo>
                  <a:pt x="2174" y="105"/>
                </a:lnTo>
                <a:lnTo>
                  <a:pt x="2174" y="106"/>
                </a:lnTo>
                <a:lnTo>
                  <a:pt x="2173" y="106"/>
                </a:lnTo>
                <a:lnTo>
                  <a:pt x="2172" y="106"/>
                </a:lnTo>
                <a:lnTo>
                  <a:pt x="2172" y="107"/>
                </a:lnTo>
                <a:lnTo>
                  <a:pt x="2171" y="107"/>
                </a:lnTo>
                <a:lnTo>
                  <a:pt x="2171" y="108"/>
                </a:lnTo>
                <a:lnTo>
                  <a:pt x="2171" y="109"/>
                </a:lnTo>
                <a:lnTo>
                  <a:pt x="2171" y="110"/>
                </a:lnTo>
                <a:lnTo>
                  <a:pt x="2172" y="111"/>
                </a:lnTo>
                <a:lnTo>
                  <a:pt x="2173" y="112"/>
                </a:lnTo>
                <a:lnTo>
                  <a:pt x="2174" y="113"/>
                </a:lnTo>
                <a:lnTo>
                  <a:pt x="2175" y="113"/>
                </a:lnTo>
                <a:lnTo>
                  <a:pt x="2176" y="113"/>
                </a:lnTo>
                <a:lnTo>
                  <a:pt x="2176" y="114"/>
                </a:lnTo>
                <a:lnTo>
                  <a:pt x="2175" y="113"/>
                </a:lnTo>
                <a:lnTo>
                  <a:pt x="2174" y="113"/>
                </a:lnTo>
                <a:lnTo>
                  <a:pt x="2173" y="113"/>
                </a:lnTo>
                <a:lnTo>
                  <a:pt x="2172" y="112"/>
                </a:lnTo>
                <a:lnTo>
                  <a:pt x="2171" y="111"/>
                </a:lnTo>
                <a:lnTo>
                  <a:pt x="2170" y="110"/>
                </a:lnTo>
                <a:lnTo>
                  <a:pt x="2169" y="111"/>
                </a:lnTo>
                <a:lnTo>
                  <a:pt x="2168" y="113"/>
                </a:lnTo>
                <a:lnTo>
                  <a:pt x="2167" y="114"/>
                </a:lnTo>
                <a:lnTo>
                  <a:pt x="2166" y="115"/>
                </a:lnTo>
                <a:lnTo>
                  <a:pt x="2166" y="116"/>
                </a:lnTo>
                <a:lnTo>
                  <a:pt x="2166" y="117"/>
                </a:lnTo>
                <a:lnTo>
                  <a:pt x="2167" y="117"/>
                </a:lnTo>
                <a:lnTo>
                  <a:pt x="2167" y="118"/>
                </a:lnTo>
                <a:lnTo>
                  <a:pt x="2168" y="118"/>
                </a:lnTo>
                <a:lnTo>
                  <a:pt x="2169" y="118"/>
                </a:lnTo>
                <a:lnTo>
                  <a:pt x="2170" y="118"/>
                </a:lnTo>
                <a:lnTo>
                  <a:pt x="2171" y="118"/>
                </a:lnTo>
                <a:lnTo>
                  <a:pt x="2172" y="118"/>
                </a:lnTo>
                <a:lnTo>
                  <a:pt x="2173" y="118"/>
                </a:lnTo>
                <a:lnTo>
                  <a:pt x="2174" y="118"/>
                </a:lnTo>
                <a:lnTo>
                  <a:pt x="2175" y="118"/>
                </a:lnTo>
                <a:lnTo>
                  <a:pt x="2176" y="118"/>
                </a:lnTo>
                <a:lnTo>
                  <a:pt x="2177" y="118"/>
                </a:lnTo>
                <a:lnTo>
                  <a:pt x="2178" y="117"/>
                </a:lnTo>
                <a:lnTo>
                  <a:pt x="2179" y="117"/>
                </a:lnTo>
                <a:lnTo>
                  <a:pt x="2180" y="117"/>
                </a:lnTo>
                <a:lnTo>
                  <a:pt x="2181" y="116"/>
                </a:lnTo>
                <a:lnTo>
                  <a:pt x="2182" y="116"/>
                </a:lnTo>
                <a:lnTo>
                  <a:pt x="2183" y="116"/>
                </a:lnTo>
                <a:lnTo>
                  <a:pt x="2184" y="116"/>
                </a:lnTo>
                <a:lnTo>
                  <a:pt x="2184" y="115"/>
                </a:lnTo>
                <a:lnTo>
                  <a:pt x="2185" y="115"/>
                </a:lnTo>
                <a:lnTo>
                  <a:pt x="2186" y="115"/>
                </a:lnTo>
                <a:lnTo>
                  <a:pt x="2186" y="114"/>
                </a:lnTo>
                <a:lnTo>
                  <a:pt x="2187" y="114"/>
                </a:lnTo>
                <a:lnTo>
                  <a:pt x="2187" y="113"/>
                </a:lnTo>
                <a:lnTo>
                  <a:pt x="2187" y="112"/>
                </a:lnTo>
                <a:lnTo>
                  <a:pt x="2187" y="111"/>
                </a:lnTo>
                <a:lnTo>
                  <a:pt x="2187" y="111"/>
                </a:lnTo>
                <a:lnTo>
                  <a:pt x="2187" y="110"/>
                </a:lnTo>
                <a:lnTo>
                  <a:pt x="2186" y="110"/>
                </a:lnTo>
                <a:lnTo>
                  <a:pt x="2185" y="111"/>
                </a:lnTo>
                <a:lnTo>
                  <a:pt x="2183" y="112"/>
                </a:lnTo>
                <a:lnTo>
                  <a:pt x="2182" y="113"/>
                </a:lnTo>
                <a:lnTo>
                  <a:pt x="2181" y="113"/>
                </a:lnTo>
                <a:lnTo>
                  <a:pt x="2180" y="113"/>
                </a:lnTo>
                <a:lnTo>
                  <a:pt x="2180" y="114"/>
                </a:lnTo>
                <a:lnTo>
                  <a:pt x="2180" y="113"/>
                </a:lnTo>
                <a:lnTo>
                  <a:pt x="2179" y="113"/>
                </a:lnTo>
                <a:lnTo>
                  <a:pt x="2180" y="113"/>
                </a:lnTo>
                <a:lnTo>
                  <a:pt x="2181" y="113"/>
                </a:lnTo>
                <a:lnTo>
                  <a:pt x="2181" y="112"/>
                </a:lnTo>
                <a:lnTo>
                  <a:pt x="2182" y="112"/>
                </a:lnTo>
                <a:lnTo>
                  <a:pt x="2183" y="112"/>
                </a:lnTo>
                <a:lnTo>
                  <a:pt x="2183" y="111"/>
                </a:lnTo>
                <a:lnTo>
                  <a:pt x="2184" y="111"/>
                </a:lnTo>
                <a:lnTo>
                  <a:pt x="2185" y="111"/>
                </a:lnTo>
                <a:lnTo>
                  <a:pt x="2185" y="110"/>
                </a:lnTo>
                <a:lnTo>
                  <a:pt x="2186" y="110"/>
                </a:lnTo>
                <a:lnTo>
                  <a:pt x="2187" y="110"/>
                </a:lnTo>
                <a:lnTo>
                  <a:pt x="2187" y="109"/>
                </a:lnTo>
                <a:lnTo>
                  <a:pt x="2187" y="107"/>
                </a:lnTo>
                <a:lnTo>
                  <a:pt x="2187" y="106"/>
                </a:lnTo>
                <a:lnTo>
                  <a:pt x="2186" y="106"/>
                </a:lnTo>
                <a:lnTo>
                  <a:pt x="2186" y="105"/>
                </a:lnTo>
                <a:lnTo>
                  <a:pt x="2186" y="104"/>
                </a:lnTo>
                <a:lnTo>
                  <a:pt x="2185" y="104"/>
                </a:lnTo>
                <a:lnTo>
                  <a:pt x="2183" y="103"/>
                </a:lnTo>
                <a:lnTo>
                  <a:pt x="2184" y="103"/>
                </a:lnTo>
                <a:lnTo>
                  <a:pt x="2185" y="103"/>
                </a:lnTo>
                <a:lnTo>
                  <a:pt x="2186" y="104"/>
                </a:lnTo>
                <a:lnTo>
                  <a:pt x="2187" y="104"/>
                </a:lnTo>
                <a:lnTo>
                  <a:pt x="2187" y="105"/>
                </a:lnTo>
                <a:lnTo>
                  <a:pt x="2187" y="106"/>
                </a:lnTo>
                <a:lnTo>
                  <a:pt x="2187" y="107"/>
                </a:lnTo>
                <a:lnTo>
                  <a:pt x="2187" y="108"/>
                </a:lnTo>
                <a:lnTo>
                  <a:pt x="2187" y="108"/>
                </a:lnTo>
                <a:lnTo>
                  <a:pt x="2187" y="109"/>
                </a:lnTo>
                <a:lnTo>
                  <a:pt x="2187" y="110"/>
                </a:lnTo>
                <a:lnTo>
                  <a:pt x="2187" y="111"/>
                </a:lnTo>
                <a:lnTo>
                  <a:pt x="2187" y="112"/>
                </a:lnTo>
                <a:lnTo>
                  <a:pt x="2187" y="113"/>
                </a:lnTo>
                <a:lnTo>
                  <a:pt x="2188" y="113"/>
                </a:lnTo>
                <a:lnTo>
                  <a:pt x="2188" y="114"/>
                </a:lnTo>
                <a:lnTo>
                  <a:pt x="2189" y="114"/>
                </a:lnTo>
                <a:lnTo>
                  <a:pt x="2190" y="114"/>
                </a:lnTo>
                <a:lnTo>
                  <a:pt x="2191" y="114"/>
                </a:lnTo>
                <a:lnTo>
                  <a:pt x="2192" y="114"/>
                </a:lnTo>
                <a:lnTo>
                  <a:pt x="2193" y="114"/>
                </a:lnTo>
                <a:lnTo>
                  <a:pt x="2194" y="114"/>
                </a:lnTo>
                <a:lnTo>
                  <a:pt x="2195" y="114"/>
                </a:lnTo>
                <a:lnTo>
                  <a:pt x="2195" y="113"/>
                </a:lnTo>
                <a:lnTo>
                  <a:pt x="2196" y="113"/>
                </a:lnTo>
                <a:lnTo>
                  <a:pt x="2196" y="112"/>
                </a:lnTo>
                <a:lnTo>
                  <a:pt x="2196" y="111"/>
                </a:lnTo>
                <a:lnTo>
                  <a:pt x="2196" y="110"/>
                </a:lnTo>
                <a:lnTo>
                  <a:pt x="2196" y="109"/>
                </a:lnTo>
                <a:lnTo>
                  <a:pt x="2196" y="107"/>
                </a:lnTo>
                <a:lnTo>
                  <a:pt x="2195" y="107"/>
                </a:lnTo>
                <a:lnTo>
                  <a:pt x="2194" y="106"/>
                </a:lnTo>
                <a:lnTo>
                  <a:pt x="2193" y="105"/>
                </a:lnTo>
                <a:lnTo>
                  <a:pt x="2191" y="105"/>
                </a:lnTo>
                <a:lnTo>
                  <a:pt x="2191" y="104"/>
                </a:lnTo>
                <a:lnTo>
                  <a:pt x="2192" y="104"/>
                </a:lnTo>
                <a:lnTo>
                  <a:pt x="2193" y="104"/>
                </a:lnTo>
                <a:lnTo>
                  <a:pt x="2194" y="104"/>
                </a:lnTo>
                <a:lnTo>
                  <a:pt x="2194" y="105"/>
                </a:lnTo>
                <a:lnTo>
                  <a:pt x="2195" y="105"/>
                </a:lnTo>
                <a:lnTo>
                  <a:pt x="2195" y="106"/>
                </a:lnTo>
                <a:lnTo>
                  <a:pt x="2196" y="106"/>
                </a:lnTo>
                <a:lnTo>
                  <a:pt x="2196" y="107"/>
                </a:lnTo>
                <a:lnTo>
                  <a:pt x="2197" y="107"/>
                </a:lnTo>
                <a:lnTo>
                  <a:pt x="2197" y="108"/>
                </a:lnTo>
                <a:lnTo>
                  <a:pt x="2197" y="110"/>
                </a:lnTo>
                <a:lnTo>
                  <a:pt x="2197" y="111"/>
                </a:lnTo>
                <a:lnTo>
                  <a:pt x="2196" y="112"/>
                </a:lnTo>
                <a:lnTo>
                  <a:pt x="2197" y="113"/>
                </a:lnTo>
                <a:lnTo>
                  <a:pt x="2198" y="113"/>
                </a:lnTo>
                <a:lnTo>
                  <a:pt x="2198" y="114"/>
                </a:lnTo>
                <a:lnTo>
                  <a:pt x="2199" y="114"/>
                </a:lnTo>
                <a:lnTo>
                  <a:pt x="2200" y="114"/>
                </a:lnTo>
                <a:lnTo>
                  <a:pt x="2201" y="114"/>
                </a:lnTo>
                <a:lnTo>
                  <a:pt x="2202" y="114"/>
                </a:lnTo>
                <a:lnTo>
                  <a:pt x="2204" y="114"/>
                </a:lnTo>
                <a:lnTo>
                  <a:pt x="2205" y="114"/>
                </a:lnTo>
                <a:lnTo>
                  <a:pt x="2206" y="114"/>
                </a:lnTo>
                <a:lnTo>
                  <a:pt x="2207" y="114"/>
                </a:lnTo>
                <a:lnTo>
                  <a:pt x="2207" y="113"/>
                </a:lnTo>
                <a:lnTo>
                  <a:pt x="2208" y="113"/>
                </a:lnTo>
                <a:lnTo>
                  <a:pt x="2209" y="113"/>
                </a:lnTo>
                <a:lnTo>
                  <a:pt x="2209" y="112"/>
                </a:lnTo>
                <a:lnTo>
                  <a:pt x="2210" y="112"/>
                </a:lnTo>
                <a:lnTo>
                  <a:pt x="2211" y="111"/>
                </a:lnTo>
                <a:lnTo>
                  <a:pt x="2212" y="110"/>
                </a:lnTo>
                <a:lnTo>
                  <a:pt x="2213" y="110"/>
                </a:lnTo>
                <a:lnTo>
                  <a:pt x="2213" y="109"/>
                </a:lnTo>
                <a:lnTo>
                  <a:pt x="2214" y="109"/>
                </a:lnTo>
                <a:lnTo>
                  <a:pt x="2215" y="108"/>
                </a:lnTo>
                <a:lnTo>
                  <a:pt x="2215" y="107"/>
                </a:lnTo>
                <a:lnTo>
                  <a:pt x="2216" y="107"/>
                </a:lnTo>
                <a:lnTo>
                  <a:pt x="2216" y="106"/>
                </a:lnTo>
                <a:lnTo>
                  <a:pt x="2217" y="106"/>
                </a:lnTo>
                <a:lnTo>
                  <a:pt x="2218" y="106"/>
                </a:lnTo>
                <a:lnTo>
                  <a:pt x="2219" y="106"/>
                </a:lnTo>
                <a:lnTo>
                  <a:pt x="2220" y="106"/>
                </a:lnTo>
                <a:lnTo>
                  <a:pt x="2221" y="106"/>
                </a:lnTo>
                <a:lnTo>
                  <a:pt x="2222" y="105"/>
                </a:lnTo>
                <a:lnTo>
                  <a:pt x="2223" y="105"/>
                </a:lnTo>
                <a:lnTo>
                  <a:pt x="2223" y="104"/>
                </a:lnTo>
                <a:lnTo>
                  <a:pt x="2224" y="104"/>
                </a:lnTo>
                <a:lnTo>
                  <a:pt x="2225" y="104"/>
                </a:lnTo>
                <a:lnTo>
                  <a:pt x="2226" y="104"/>
                </a:lnTo>
                <a:lnTo>
                  <a:pt x="2227" y="104"/>
                </a:lnTo>
                <a:lnTo>
                  <a:pt x="2228" y="104"/>
                </a:lnTo>
                <a:lnTo>
                  <a:pt x="2229" y="104"/>
                </a:lnTo>
                <a:lnTo>
                  <a:pt x="2230" y="104"/>
                </a:lnTo>
                <a:lnTo>
                  <a:pt x="2232" y="104"/>
                </a:lnTo>
                <a:lnTo>
                  <a:pt x="2233" y="104"/>
                </a:lnTo>
                <a:lnTo>
                  <a:pt x="2234" y="104"/>
                </a:lnTo>
                <a:lnTo>
                  <a:pt x="2234" y="103"/>
                </a:lnTo>
                <a:lnTo>
                  <a:pt x="2235" y="103"/>
                </a:lnTo>
                <a:lnTo>
                  <a:pt x="2236" y="104"/>
                </a:lnTo>
                <a:lnTo>
                  <a:pt x="2237" y="104"/>
                </a:lnTo>
                <a:lnTo>
                  <a:pt x="2238" y="104"/>
                </a:lnTo>
                <a:lnTo>
                  <a:pt x="2238" y="103"/>
                </a:lnTo>
                <a:lnTo>
                  <a:pt x="2238" y="102"/>
                </a:lnTo>
                <a:lnTo>
                  <a:pt x="2239" y="102"/>
                </a:lnTo>
                <a:lnTo>
                  <a:pt x="2239" y="101"/>
                </a:lnTo>
                <a:lnTo>
                  <a:pt x="2240" y="101"/>
                </a:lnTo>
                <a:lnTo>
                  <a:pt x="2240" y="100"/>
                </a:lnTo>
                <a:lnTo>
                  <a:pt x="2241" y="99"/>
                </a:lnTo>
                <a:lnTo>
                  <a:pt x="2241" y="99"/>
                </a:lnTo>
                <a:lnTo>
                  <a:pt x="2242" y="98"/>
                </a:lnTo>
                <a:lnTo>
                  <a:pt x="2242" y="97"/>
                </a:lnTo>
                <a:lnTo>
                  <a:pt x="2243" y="96"/>
                </a:lnTo>
                <a:lnTo>
                  <a:pt x="2243" y="95"/>
                </a:lnTo>
                <a:lnTo>
                  <a:pt x="2243" y="94"/>
                </a:lnTo>
                <a:lnTo>
                  <a:pt x="2244" y="94"/>
                </a:lnTo>
                <a:lnTo>
                  <a:pt x="2244" y="93"/>
                </a:lnTo>
                <a:lnTo>
                  <a:pt x="2245" y="93"/>
                </a:lnTo>
                <a:lnTo>
                  <a:pt x="2245" y="94"/>
                </a:lnTo>
                <a:lnTo>
                  <a:pt x="2244" y="94"/>
                </a:lnTo>
                <a:lnTo>
                  <a:pt x="2244" y="95"/>
                </a:lnTo>
                <a:lnTo>
                  <a:pt x="2244" y="96"/>
                </a:lnTo>
                <a:lnTo>
                  <a:pt x="2243" y="96"/>
                </a:lnTo>
                <a:lnTo>
                  <a:pt x="2243" y="97"/>
                </a:lnTo>
                <a:lnTo>
                  <a:pt x="2243" y="98"/>
                </a:lnTo>
                <a:lnTo>
                  <a:pt x="2242" y="99"/>
                </a:lnTo>
                <a:lnTo>
                  <a:pt x="2242" y="99"/>
                </a:lnTo>
                <a:lnTo>
                  <a:pt x="2241" y="100"/>
                </a:lnTo>
                <a:lnTo>
                  <a:pt x="2241" y="101"/>
                </a:lnTo>
                <a:lnTo>
                  <a:pt x="2240" y="101"/>
                </a:lnTo>
                <a:lnTo>
                  <a:pt x="2240" y="102"/>
                </a:lnTo>
                <a:lnTo>
                  <a:pt x="2240" y="103"/>
                </a:lnTo>
                <a:lnTo>
                  <a:pt x="2240" y="104"/>
                </a:lnTo>
                <a:lnTo>
                  <a:pt x="2241" y="104"/>
                </a:lnTo>
                <a:lnTo>
                  <a:pt x="2242" y="104"/>
                </a:lnTo>
                <a:lnTo>
                  <a:pt x="2243" y="105"/>
                </a:lnTo>
                <a:lnTo>
                  <a:pt x="2243" y="105"/>
                </a:lnTo>
                <a:lnTo>
                  <a:pt x="2244" y="106"/>
                </a:lnTo>
                <a:lnTo>
                  <a:pt x="2245" y="106"/>
                </a:lnTo>
                <a:lnTo>
                  <a:pt x="2245" y="107"/>
                </a:lnTo>
                <a:lnTo>
                  <a:pt x="2246" y="108"/>
                </a:lnTo>
                <a:lnTo>
                  <a:pt x="2247" y="109"/>
                </a:lnTo>
                <a:lnTo>
                  <a:pt x="2247" y="110"/>
                </a:lnTo>
                <a:lnTo>
                  <a:pt x="2248" y="110"/>
                </a:lnTo>
                <a:lnTo>
                  <a:pt x="2248" y="111"/>
                </a:lnTo>
                <a:lnTo>
                  <a:pt x="2249" y="111"/>
                </a:lnTo>
                <a:lnTo>
                  <a:pt x="2250" y="111"/>
                </a:lnTo>
                <a:lnTo>
                  <a:pt x="2251" y="111"/>
                </a:lnTo>
                <a:lnTo>
                  <a:pt x="2251" y="110"/>
                </a:lnTo>
                <a:lnTo>
                  <a:pt x="2252" y="109"/>
                </a:lnTo>
                <a:lnTo>
                  <a:pt x="2253" y="107"/>
                </a:lnTo>
                <a:lnTo>
                  <a:pt x="2254" y="106"/>
                </a:lnTo>
                <a:lnTo>
                  <a:pt x="2254" y="105"/>
                </a:lnTo>
                <a:lnTo>
                  <a:pt x="2255" y="104"/>
                </a:lnTo>
                <a:lnTo>
                  <a:pt x="2255" y="103"/>
                </a:lnTo>
                <a:lnTo>
                  <a:pt x="2256" y="103"/>
                </a:lnTo>
                <a:lnTo>
                  <a:pt x="2256" y="102"/>
                </a:lnTo>
                <a:lnTo>
                  <a:pt x="2257" y="102"/>
                </a:lnTo>
                <a:lnTo>
                  <a:pt x="2257" y="103"/>
                </a:lnTo>
                <a:lnTo>
                  <a:pt x="2256" y="104"/>
                </a:lnTo>
                <a:lnTo>
                  <a:pt x="2256" y="105"/>
                </a:lnTo>
                <a:lnTo>
                  <a:pt x="2255" y="105"/>
                </a:lnTo>
                <a:lnTo>
                  <a:pt x="2255" y="106"/>
                </a:lnTo>
                <a:lnTo>
                  <a:pt x="2254" y="106"/>
                </a:lnTo>
                <a:lnTo>
                  <a:pt x="2254" y="107"/>
                </a:lnTo>
                <a:lnTo>
                  <a:pt x="2253" y="108"/>
                </a:lnTo>
                <a:lnTo>
                  <a:pt x="2253" y="109"/>
                </a:lnTo>
                <a:lnTo>
                  <a:pt x="2252" y="110"/>
                </a:lnTo>
                <a:lnTo>
                  <a:pt x="2252" y="111"/>
                </a:lnTo>
                <a:lnTo>
                  <a:pt x="2252" y="112"/>
                </a:lnTo>
                <a:lnTo>
                  <a:pt x="2252" y="113"/>
                </a:lnTo>
                <a:lnTo>
                  <a:pt x="2253" y="114"/>
                </a:lnTo>
                <a:lnTo>
                  <a:pt x="2254" y="115"/>
                </a:lnTo>
                <a:lnTo>
                  <a:pt x="2256" y="116"/>
                </a:lnTo>
                <a:lnTo>
                  <a:pt x="2257" y="117"/>
                </a:lnTo>
                <a:lnTo>
                  <a:pt x="2258" y="117"/>
                </a:lnTo>
                <a:lnTo>
                  <a:pt x="2259" y="117"/>
                </a:lnTo>
                <a:lnTo>
                  <a:pt x="2260" y="117"/>
                </a:lnTo>
                <a:lnTo>
                  <a:pt x="2261" y="117"/>
                </a:lnTo>
                <a:lnTo>
                  <a:pt x="2262" y="117"/>
                </a:lnTo>
                <a:lnTo>
                  <a:pt x="2264" y="118"/>
                </a:lnTo>
                <a:lnTo>
                  <a:pt x="2265" y="118"/>
                </a:lnTo>
                <a:lnTo>
                  <a:pt x="2265" y="117"/>
                </a:lnTo>
                <a:lnTo>
                  <a:pt x="2266" y="117"/>
                </a:lnTo>
                <a:lnTo>
                  <a:pt x="2267" y="116"/>
                </a:lnTo>
                <a:lnTo>
                  <a:pt x="2267" y="115"/>
                </a:lnTo>
                <a:lnTo>
                  <a:pt x="2268" y="114"/>
                </a:lnTo>
                <a:lnTo>
                  <a:pt x="2268" y="113"/>
                </a:lnTo>
                <a:lnTo>
                  <a:pt x="2268" y="112"/>
                </a:lnTo>
                <a:lnTo>
                  <a:pt x="2269" y="112"/>
                </a:lnTo>
                <a:lnTo>
                  <a:pt x="2269" y="111"/>
                </a:lnTo>
                <a:lnTo>
                  <a:pt x="2270" y="110"/>
                </a:lnTo>
                <a:lnTo>
                  <a:pt x="2270" y="109"/>
                </a:lnTo>
                <a:lnTo>
                  <a:pt x="2269" y="109"/>
                </a:lnTo>
                <a:lnTo>
                  <a:pt x="2270" y="108"/>
                </a:lnTo>
                <a:lnTo>
                  <a:pt x="2270" y="109"/>
                </a:lnTo>
                <a:lnTo>
                  <a:pt x="2271" y="109"/>
                </a:lnTo>
                <a:lnTo>
                  <a:pt x="2271" y="110"/>
                </a:lnTo>
                <a:lnTo>
                  <a:pt x="2270" y="110"/>
                </a:lnTo>
                <a:lnTo>
                  <a:pt x="2270" y="111"/>
                </a:lnTo>
                <a:lnTo>
                  <a:pt x="2270" y="112"/>
                </a:lnTo>
                <a:lnTo>
                  <a:pt x="2269" y="112"/>
                </a:lnTo>
                <a:lnTo>
                  <a:pt x="2269" y="113"/>
                </a:lnTo>
                <a:lnTo>
                  <a:pt x="2269" y="114"/>
                </a:lnTo>
                <a:lnTo>
                  <a:pt x="2268" y="114"/>
                </a:lnTo>
                <a:lnTo>
                  <a:pt x="2267" y="116"/>
                </a:lnTo>
                <a:lnTo>
                  <a:pt x="2267" y="117"/>
                </a:lnTo>
                <a:lnTo>
                  <a:pt x="2266" y="118"/>
                </a:lnTo>
                <a:lnTo>
                  <a:pt x="2267" y="119"/>
                </a:lnTo>
                <a:lnTo>
                  <a:pt x="2268" y="120"/>
                </a:lnTo>
                <a:lnTo>
                  <a:pt x="2269" y="121"/>
                </a:lnTo>
                <a:lnTo>
                  <a:pt x="2270" y="121"/>
                </a:lnTo>
                <a:lnTo>
                  <a:pt x="2271" y="122"/>
                </a:lnTo>
                <a:lnTo>
                  <a:pt x="2272" y="122"/>
                </a:lnTo>
                <a:lnTo>
                  <a:pt x="2272" y="123"/>
                </a:lnTo>
                <a:lnTo>
                  <a:pt x="2273" y="123"/>
                </a:lnTo>
                <a:lnTo>
                  <a:pt x="2274" y="123"/>
                </a:lnTo>
                <a:lnTo>
                  <a:pt x="2275" y="124"/>
                </a:lnTo>
                <a:lnTo>
                  <a:pt x="2276" y="124"/>
                </a:lnTo>
                <a:lnTo>
                  <a:pt x="2276" y="123"/>
                </a:lnTo>
                <a:lnTo>
                  <a:pt x="2277" y="122"/>
                </a:lnTo>
                <a:lnTo>
                  <a:pt x="2277" y="121"/>
                </a:lnTo>
                <a:lnTo>
                  <a:pt x="2278" y="120"/>
                </a:lnTo>
                <a:lnTo>
                  <a:pt x="2279" y="119"/>
                </a:lnTo>
                <a:lnTo>
                  <a:pt x="2279" y="118"/>
                </a:lnTo>
                <a:lnTo>
                  <a:pt x="2279" y="117"/>
                </a:lnTo>
                <a:lnTo>
                  <a:pt x="2280" y="117"/>
                </a:lnTo>
                <a:lnTo>
                  <a:pt x="2280" y="115"/>
                </a:lnTo>
                <a:lnTo>
                  <a:pt x="2281" y="114"/>
                </a:lnTo>
                <a:lnTo>
                  <a:pt x="2282" y="113"/>
                </a:lnTo>
                <a:lnTo>
                  <a:pt x="2282" y="114"/>
                </a:lnTo>
                <a:lnTo>
                  <a:pt x="2282" y="115"/>
                </a:lnTo>
                <a:lnTo>
                  <a:pt x="2281" y="115"/>
                </a:lnTo>
                <a:lnTo>
                  <a:pt x="2281" y="116"/>
                </a:lnTo>
                <a:lnTo>
                  <a:pt x="2280" y="118"/>
                </a:lnTo>
                <a:lnTo>
                  <a:pt x="2279" y="119"/>
                </a:lnTo>
                <a:lnTo>
                  <a:pt x="2279" y="120"/>
                </a:lnTo>
                <a:lnTo>
                  <a:pt x="2278" y="121"/>
                </a:lnTo>
                <a:lnTo>
                  <a:pt x="2278" y="122"/>
                </a:lnTo>
                <a:lnTo>
                  <a:pt x="2278" y="123"/>
                </a:lnTo>
                <a:lnTo>
                  <a:pt x="2278" y="124"/>
                </a:lnTo>
                <a:lnTo>
                  <a:pt x="2277" y="124"/>
                </a:lnTo>
                <a:lnTo>
                  <a:pt x="2277" y="125"/>
                </a:lnTo>
                <a:lnTo>
                  <a:pt x="2277" y="126"/>
                </a:lnTo>
                <a:lnTo>
                  <a:pt x="2276" y="126"/>
                </a:lnTo>
                <a:lnTo>
                  <a:pt x="2276" y="127"/>
                </a:lnTo>
                <a:lnTo>
                  <a:pt x="2275" y="127"/>
                </a:lnTo>
                <a:lnTo>
                  <a:pt x="2276" y="127"/>
                </a:lnTo>
                <a:lnTo>
                  <a:pt x="2276" y="127"/>
                </a:lnTo>
                <a:lnTo>
                  <a:pt x="2277" y="127"/>
                </a:lnTo>
                <a:lnTo>
                  <a:pt x="2277" y="126"/>
                </a:lnTo>
                <a:lnTo>
                  <a:pt x="2278" y="125"/>
                </a:lnTo>
                <a:lnTo>
                  <a:pt x="2278" y="124"/>
                </a:lnTo>
                <a:lnTo>
                  <a:pt x="2279" y="123"/>
                </a:lnTo>
                <a:lnTo>
                  <a:pt x="2279" y="122"/>
                </a:lnTo>
                <a:lnTo>
                  <a:pt x="2280" y="122"/>
                </a:lnTo>
                <a:lnTo>
                  <a:pt x="2280" y="121"/>
                </a:lnTo>
                <a:lnTo>
                  <a:pt x="2281" y="120"/>
                </a:lnTo>
                <a:lnTo>
                  <a:pt x="2281" y="119"/>
                </a:lnTo>
                <a:lnTo>
                  <a:pt x="2282" y="119"/>
                </a:lnTo>
                <a:lnTo>
                  <a:pt x="2282" y="120"/>
                </a:lnTo>
                <a:lnTo>
                  <a:pt x="2281" y="120"/>
                </a:lnTo>
                <a:lnTo>
                  <a:pt x="2281" y="122"/>
                </a:lnTo>
                <a:lnTo>
                  <a:pt x="2280" y="122"/>
                </a:lnTo>
                <a:lnTo>
                  <a:pt x="2280" y="123"/>
                </a:lnTo>
                <a:lnTo>
                  <a:pt x="2279" y="124"/>
                </a:lnTo>
                <a:lnTo>
                  <a:pt x="2279" y="125"/>
                </a:lnTo>
                <a:lnTo>
                  <a:pt x="2279" y="126"/>
                </a:lnTo>
                <a:lnTo>
                  <a:pt x="2280" y="127"/>
                </a:lnTo>
                <a:lnTo>
                  <a:pt x="2281" y="127"/>
                </a:lnTo>
                <a:lnTo>
                  <a:pt x="2281" y="127"/>
                </a:lnTo>
                <a:lnTo>
                  <a:pt x="2281" y="128"/>
                </a:lnTo>
                <a:lnTo>
                  <a:pt x="2282" y="128"/>
                </a:lnTo>
                <a:lnTo>
                  <a:pt x="2282" y="129"/>
                </a:lnTo>
                <a:lnTo>
                  <a:pt x="2283" y="129"/>
                </a:lnTo>
                <a:lnTo>
                  <a:pt x="2284" y="130"/>
                </a:lnTo>
                <a:lnTo>
                  <a:pt x="2285" y="130"/>
                </a:lnTo>
                <a:lnTo>
                  <a:pt x="2285" y="131"/>
                </a:lnTo>
                <a:lnTo>
                  <a:pt x="2286" y="131"/>
                </a:lnTo>
                <a:lnTo>
                  <a:pt x="2287" y="131"/>
                </a:lnTo>
                <a:lnTo>
                  <a:pt x="2288" y="132"/>
                </a:lnTo>
                <a:lnTo>
                  <a:pt x="2289" y="132"/>
                </a:lnTo>
                <a:lnTo>
                  <a:pt x="2290" y="132"/>
                </a:lnTo>
                <a:lnTo>
                  <a:pt x="2291" y="132"/>
                </a:lnTo>
                <a:lnTo>
                  <a:pt x="2291" y="131"/>
                </a:lnTo>
                <a:lnTo>
                  <a:pt x="2292" y="131"/>
                </a:lnTo>
                <a:lnTo>
                  <a:pt x="2292" y="130"/>
                </a:lnTo>
                <a:lnTo>
                  <a:pt x="2292" y="129"/>
                </a:lnTo>
                <a:lnTo>
                  <a:pt x="2293" y="128"/>
                </a:lnTo>
                <a:lnTo>
                  <a:pt x="2293" y="127"/>
                </a:lnTo>
                <a:lnTo>
                  <a:pt x="2294" y="127"/>
                </a:lnTo>
                <a:lnTo>
                  <a:pt x="2294" y="128"/>
                </a:lnTo>
                <a:lnTo>
                  <a:pt x="2293" y="128"/>
                </a:lnTo>
                <a:lnTo>
                  <a:pt x="2293" y="129"/>
                </a:lnTo>
                <a:lnTo>
                  <a:pt x="2293" y="130"/>
                </a:lnTo>
                <a:lnTo>
                  <a:pt x="2293" y="131"/>
                </a:lnTo>
                <a:lnTo>
                  <a:pt x="2293" y="132"/>
                </a:lnTo>
                <a:lnTo>
                  <a:pt x="2294" y="132"/>
                </a:lnTo>
                <a:lnTo>
                  <a:pt x="2295" y="133"/>
                </a:lnTo>
                <a:lnTo>
                  <a:pt x="2296" y="133"/>
                </a:lnTo>
                <a:lnTo>
                  <a:pt x="2298" y="134"/>
                </a:lnTo>
                <a:lnTo>
                  <a:pt x="2299" y="134"/>
                </a:lnTo>
                <a:lnTo>
                  <a:pt x="2300" y="134"/>
                </a:lnTo>
                <a:lnTo>
                  <a:pt x="2300" y="135"/>
                </a:lnTo>
                <a:lnTo>
                  <a:pt x="2301" y="135"/>
                </a:lnTo>
                <a:lnTo>
                  <a:pt x="2302" y="135"/>
                </a:lnTo>
                <a:lnTo>
                  <a:pt x="2303" y="134"/>
                </a:lnTo>
                <a:lnTo>
                  <a:pt x="2304" y="134"/>
                </a:lnTo>
                <a:lnTo>
                  <a:pt x="2305" y="133"/>
                </a:lnTo>
                <a:lnTo>
                  <a:pt x="2306" y="132"/>
                </a:lnTo>
                <a:lnTo>
                  <a:pt x="2307" y="132"/>
                </a:lnTo>
                <a:lnTo>
                  <a:pt x="2308" y="131"/>
                </a:lnTo>
                <a:lnTo>
                  <a:pt x="2309" y="131"/>
                </a:lnTo>
                <a:lnTo>
                  <a:pt x="2310" y="130"/>
                </a:lnTo>
                <a:lnTo>
                  <a:pt x="2310" y="129"/>
                </a:lnTo>
                <a:lnTo>
                  <a:pt x="2310" y="128"/>
                </a:lnTo>
                <a:lnTo>
                  <a:pt x="2309" y="128"/>
                </a:lnTo>
                <a:lnTo>
                  <a:pt x="2309" y="127"/>
                </a:lnTo>
                <a:lnTo>
                  <a:pt x="2309" y="127"/>
                </a:lnTo>
                <a:lnTo>
                  <a:pt x="2309" y="126"/>
                </a:lnTo>
                <a:lnTo>
                  <a:pt x="2310" y="126"/>
                </a:lnTo>
                <a:lnTo>
                  <a:pt x="2310" y="127"/>
                </a:lnTo>
                <a:lnTo>
                  <a:pt x="2311" y="127"/>
                </a:lnTo>
                <a:lnTo>
                  <a:pt x="2311" y="127"/>
                </a:lnTo>
                <a:lnTo>
                  <a:pt x="2311" y="128"/>
                </a:lnTo>
                <a:lnTo>
                  <a:pt x="2312" y="128"/>
                </a:lnTo>
                <a:lnTo>
                  <a:pt x="2312" y="129"/>
                </a:lnTo>
                <a:lnTo>
                  <a:pt x="2313" y="129"/>
                </a:lnTo>
                <a:lnTo>
                  <a:pt x="2314" y="129"/>
                </a:lnTo>
                <a:lnTo>
                  <a:pt x="2315" y="129"/>
                </a:lnTo>
                <a:lnTo>
                  <a:pt x="2316" y="129"/>
                </a:lnTo>
                <a:lnTo>
                  <a:pt x="2319" y="128"/>
                </a:lnTo>
                <a:lnTo>
                  <a:pt x="2320" y="129"/>
                </a:lnTo>
                <a:lnTo>
                  <a:pt x="2321" y="129"/>
                </a:lnTo>
                <a:lnTo>
                  <a:pt x="2322" y="129"/>
                </a:lnTo>
                <a:lnTo>
                  <a:pt x="2323" y="129"/>
                </a:lnTo>
                <a:lnTo>
                  <a:pt x="2324" y="129"/>
                </a:lnTo>
                <a:lnTo>
                  <a:pt x="2325" y="129"/>
                </a:lnTo>
                <a:lnTo>
                  <a:pt x="2326" y="129"/>
                </a:lnTo>
                <a:lnTo>
                  <a:pt x="2327" y="129"/>
                </a:lnTo>
                <a:lnTo>
                  <a:pt x="2328" y="129"/>
                </a:lnTo>
                <a:lnTo>
                  <a:pt x="2328" y="130"/>
                </a:lnTo>
                <a:lnTo>
                  <a:pt x="2329" y="130"/>
                </a:lnTo>
                <a:lnTo>
                  <a:pt x="2331" y="130"/>
                </a:lnTo>
                <a:lnTo>
                  <a:pt x="2332" y="130"/>
                </a:lnTo>
                <a:lnTo>
                  <a:pt x="2333" y="130"/>
                </a:lnTo>
                <a:lnTo>
                  <a:pt x="2333" y="131"/>
                </a:lnTo>
                <a:lnTo>
                  <a:pt x="2334" y="131"/>
                </a:lnTo>
                <a:lnTo>
                  <a:pt x="2335" y="131"/>
                </a:lnTo>
                <a:lnTo>
                  <a:pt x="2336" y="131"/>
                </a:lnTo>
                <a:lnTo>
                  <a:pt x="2337" y="132"/>
                </a:lnTo>
                <a:lnTo>
                  <a:pt x="2338" y="133"/>
                </a:lnTo>
                <a:lnTo>
                  <a:pt x="2339" y="134"/>
                </a:lnTo>
                <a:lnTo>
                  <a:pt x="2340" y="135"/>
                </a:lnTo>
                <a:lnTo>
                  <a:pt x="2341" y="135"/>
                </a:lnTo>
                <a:lnTo>
                  <a:pt x="2342" y="135"/>
                </a:lnTo>
                <a:lnTo>
                  <a:pt x="2342" y="136"/>
                </a:lnTo>
                <a:lnTo>
                  <a:pt x="2343" y="136"/>
                </a:lnTo>
                <a:lnTo>
                  <a:pt x="2344" y="136"/>
                </a:lnTo>
                <a:lnTo>
                  <a:pt x="2345" y="137"/>
                </a:lnTo>
                <a:lnTo>
                  <a:pt x="2346" y="137"/>
                </a:lnTo>
                <a:lnTo>
                  <a:pt x="2346" y="138"/>
                </a:lnTo>
                <a:lnTo>
                  <a:pt x="2347" y="138"/>
                </a:lnTo>
                <a:lnTo>
                  <a:pt x="2348" y="139"/>
                </a:lnTo>
                <a:lnTo>
                  <a:pt x="2349" y="140"/>
                </a:lnTo>
                <a:lnTo>
                  <a:pt x="2350" y="140"/>
                </a:lnTo>
                <a:lnTo>
                  <a:pt x="2351" y="141"/>
                </a:lnTo>
                <a:lnTo>
                  <a:pt x="2352" y="141"/>
                </a:lnTo>
                <a:lnTo>
                  <a:pt x="2352" y="142"/>
                </a:lnTo>
                <a:lnTo>
                  <a:pt x="2353" y="142"/>
                </a:lnTo>
                <a:lnTo>
                  <a:pt x="2353" y="143"/>
                </a:lnTo>
                <a:lnTo>
                  <a:pt x="2354" y="143"/>
                </a:lnTo>
                <a:lnTo>
                  <a:pt x="2355" y="144"/>
                </a:lnTo>
                <a:lnTo>
                  <a:pt x="2356" y="145"/>
                </a:lnTo>
                <a:lnTo>
                  <a:pt x="2356" y="145"/>
                </a:lnTo>
                <a:lnTo>
                  <a:pt x="2356" y="146"/>
                </a:lnTo>
                <a:lnTo>
                  <a:pt x="2357" y="146"/>
                </a:lnTo>
                <a:lnTo>
                  <a:pt x="2358" y="147"/>
                </a:lnTo>
                <a:lnTo>
                  <a:pt x="2359" y="148"/>
                </a:lnTo>
                <a:lnTo>
                  <a:pt x="2360" y="149"/>
                </a:lnTo>
                <a:lnTo>
                  <a:pt x="2361" y="150"/>
                </a:lnTo>
                <a:lnTo>
                  <a:pt x="2362" y="150"/>
                </a:lnTo>
                <a:lnTo>
                  <a:pt x="2362" y="151"/>
                </a:lnTo>
                <a:lnTo>
                  <a:pt x="2363" y="151"/>
                </a:lnTo>
                <a:lnTo>
                  <a:pt x="2363" y="152"/>
                </a:lnTo>
                <a:lnTo>
                  <a:pt x="2363" y="153"/>
                </a:lnTo>
                <a:lnTo>
                  <a:pt x="2363" y="154"/>
                </a:lnTo>
                <a:lnTo>
                  <a:pt x="2363" y="155"/>
                </a:lnTo>
                <a:lnTo>
                  <a:pt x="2364" y="156"/>
                </a:lnTo>
                <a:lnTo>
                  <a:pt x="2365" y="156"/>
                </a:lnTo>
                <a:lnTo>
                  <a:pt x="2365" y="156"/>
                </a:lnTo>
                <a:lnTo>
                  <a:pt x="2366" y="156"/>
                </a:lnTo>
                <a:lnTo>
                  <a:pt x="2367" y="156"/>
                </a:lnTo>
                <a:lnTo>
                  <a:pt x="2367" y="157"/>
                </a:lnTo>
                <a:lnTo>
                  <a:pt x="2368" y="157"/>
                </a:lnTo>
                <a:lnTo>
                  <a:pt x="2368" y="158"/>
                </a:lnTo>
                <a:lnTo>
                  <a:pt x="2369" y="158"/>
                </a:lnTo>
                <a:lnTo>
                  <a:pt x="2370" y="158"/>
                </a:lnTo>
                <a:lnTo>
                  <a:pt x="2371" y="159"/>
                </a:lnTo>
                <a:lnTo>
                  <a:pt x="2372" y="160"/>
                </a:lnTo>
                <a:lnTo>
                  <a:pt x="2373" y="160"/>
                </a:lnTo>
                <a:lnTo>
                  <a:pt x="2374" y="161"/>
                </a:lnTo>
                <a:lnTo>
                  <a:pt x="2375" y="161"/>
                </a:lnTo>
                <a:lnTo>
                  <a:pt x="2376" y="162"/>
                </a:lnTo>
                <a:lnTo>
                  <a:pt x="2377" y="162"/>
                </a:lnTo>
                <a:lnTo>
                  <a:pt x="2378" y="163"/>
                </a:lnTo>
                <a:lnTo>
                  <a:pt x="2379" y="163"/>
                </a:lnTo>
                <a:lnTo>
                  <a:pt x="2379" y="164"/>
                </a:lnTo>
                <a:lnTo>
                  <a:pt x="2380" y="164"/>
                </a:lnTo>
                <a:lnTo>
                  <a:pt x="2381" y="164"/>
                </a:lnTo>
                <a:lnTo>
                  <a:pt x="2381" y="165"/>
                </a:lnTo>
                <a:lnTo>
                  <a:pt x="2382" y="165"/>
                </a:lnTo>
                <a:lnTo>
                  <a:pt x="2383" y="165"/>
                </a:lnTo>
                <a:lnTo>
                  <a:pt x="2384" y="165"/>
                </a:lnTo>
                <a:lnTo>
                  <a:pt x="2385" y="165"/>
                </a:lnTo>
                <a:lnTo>
                  <a:pt x="2385" y="165"/>
                </a:lnTo>
                <a:lnTo>
                  <a:pt x="2385" y="166"/>
                </a:lnTo>
                <a:lnTo>
                  <a:pt x="2386" y="166"/>
                </a:lnTo>
                <a:lnTo>
                  <a:pt x="2387" y="167"/>
                </a:lnTo>
                <a:lnTo>
                  <a:pt x="2388" y="167"/>
                </a:lnTo>
                <a:lnTo>
                  <a:pt x="2389" y="167"/>
                </a:lnTo>
                <a:lnTo>
                  <a:pt x="2389" y="168"/>
                </a:lnTo>
                <a:lnTo>
                  <a:pt x="2390" y="168"/>
                </a:lnTo>
                <a:lnTo>
                  <a:pt x="2391" y="168"/>
                </a:lnTo>
                <a:lnTo>
                  <a:pt x="2392" y="169"/>
                </a:lnTo>
                <a:lnTo>
                  <a:pt x="2393" y="169"/>
                </a:lnTo>
                <a:lnTo>
                  <a:pt x="2394" y="170"/>
                </a:lnTo>
                <a:lnTo>
                  <a:pt x="2395" y="170"/>
                </a:lnTo>
                <a:lnTo>
                  <a:pt x="2396" y="170"/>
                </a:lnTo>
                <a:lnTo>
                  <a:pt x="2397" y="171"/>
                </a:lnTo>
                <a:lnTo>
                  <a:pt x="2398" y="171"/>
                </a:lnTo>
                <a:lnTo>
                  <a:pt x="2399" y="171"/>
                </a:lnTo>
                <a:lnTo>
                  <a:pt x="2400" y="171"/>
                </a:lnTo>
                <a:lnTo>
                  <a:pt x="2401" y="171"/>
                </a:lnTo>
                <a:lnTo>
                  <a:pt x="2402" y="171"/>
                </a:lnTo>
                <a:lnTo>
                  <a:pt x="2403" y="171"/>
                </a:lnTo>
                <a:lnTo>
                  <a:pt x="2404" y="171"/>
                </a:lnTo>
                <a:lnTo>
                  <a:pt x="2405" y="171"/>
                </a:lnTo>
                <a:lnTo>
                  <a:pt x="2405" y="170"/>
                </a:lnTo>
                <a:lnTo>
                  <a:pt x="2406" y="170"/>
                </a:lnTo>
                <a:lnTo>
                  <a:pt x="2407" y="170"/>
                </a:lnTo>
                <a:lnTo>
                  <a:pt x="2408" y="169"/>
                </a:lnTo>
                <a:lnTo>
                  <a:pt x="2409" y="169"/>
                </a:lnTo>
                <a:lnTo>
                  <a:pt x="2410" y="169"/>
                </a:lnTo>
                <a:lnTo>
                  <a:pt x="2411" y="168"/>
                </a:lnTo>
                <a:lnTo>
                  <a:pt x="2412" y="167"/>
                </a:lnTo>
                <a:lnTo>
                  <a:pt x="2413" y="167"/>
                </a:lnTo>
                <a:lnTo>
                  <a:pt x="2413" y="166"/>
                </a:lnTo>
                <a:lnTo>
                  <a:pt x="2413" y="166"/>
                </a:lnTo>
                <a:lnTo>
                  <a:pt x="2414" y="166"/>
                </a:lnTo>
                <a:lnTo>
                  <a:pt x="2415" y="165"/>
                </a:lnTo>
                <a:lnTo>
                  <a:pt x="2416" y="164"/>
                </a:lnTo>
                <a:lnTo>
                  <a:pt x="2417" y="164"/>
                </a:lnTo>
                <a:lnTo>
                  <a:pt x="2418" y="164"/>
                </a:lnTo>
                <a:lnTo>
                  <a:pt x="2419" y="164"/>
                </a:lnTo>
                <a:lnTo>
                  <a:pt x="2420" y="165"/>
                </a:lnTo>
                <a:lnTo>
                  <a:pt x="2421" y="165"/>
                </a:lnTo>
                <a:lnTo>
                  <a:pt x="2422" y="165"/>
                </a:lnTo>
                <a:lnTo>
                  <a:pt x="2423" y="164"/>
                </a:lnTo>
                <a:lnTo>
                  <a:pt x="2424" y="164"/>
                </a:lnTo>
                <a:lnTo>
                  <a:pt x="2425" y="164"/>
                </a:lnTo>
                <a:lnTo>
                  <a:pt x="2426" y="164"/>
                </a:lnTo>
                <a:lnTo>
                  <a:pt x="2427" y="163"/>
                </a:lnTo>
                <a:lnTo>
                  <a:pt x="2428" y="163"/>
                </a:lnTo>
                <a:lnTo>
                  <a:pt x="2429" y="163"/>
                </a:lnTo>
                <a:lnTo>
                  <a:pt x="2429" y="162"/>
                </a:lnTo>
                <a:lnTo>
                  <a:pt x="2430" y="162"/>
                </a:lnTo>
                <a:lnTo>
                  <a:pt x="2431" y="162"/>
                </a:lnTo>
                <a:lnTo>
                  <a:pt x="2432" y="162"/>
                </a:lnTo>
                <a:lnTo>
                  <a:pt x="2432" y="161"/>
                </a:lnTo>
                <a:lnTo>
                  <a:pt x="2433" y="161"/>
                </a:lnTo>
                <a:lnTo>
                  <a:pt x="2431" y="159"/>
                </a:lnTo>
                <a:lnTo>
                  <a:pt x="2431" y="160"/>
                </a:lnTo>
                <a:lnTo>
                  <a:pt x="2429" y="158"/>
                </a:lnTo>
                <a:lnTo>
                  <a:pt x="2427" y="160"/>
                </a:lnTo>
                <a:lnTo>
                  <a:pt x="2427" y="159"/>
                </a:lnTo>
                <a:lnTo>
                  <a:pt x="2428" y="158"/>
                </a:lnTo>
                <a:lnTo>
                  <a:pt x="2429" y="158"/>
                </a:lnTo>
                <a:lnTo>
                  <a:pt x="2428" y="158"/>
                </a:lnTo>
                <a:lnTo>
                  <a:pt x="2426" y="158"/>
                </a:lnTo>
                <a:lnTo>
                  <a:pt x="2425" y="158"/>
                </a:lnTo>
                <a:lnTo>
                  <a:pt x="2425" y="157"/>
                </a:lnTo>
                <a:lnTo>
                  <a:pt x="2426" y="157"/>
                </a:lnTo>
                <a:lnTo>
                  <a:pt x="2427" y="156"/>
                </a:lnTo>
                <a:lnTo>
                  <a:pt x="2428" y="156"/>
                </a:lnTo>
                <a:lnTo>
                  <a:pt x="2429" y="156"/>
                </a:lnTo>
                <a:lnTo>
                  <a:pt x="2429" y="157"/>
                </a:lnTo>
                <a:lnTo>
                  <a:pt x="2430" y="157"/>
                </a:lnTo>
                <a:lnTo>
                  <a:pt x="2431" y="157"/>
                </a:lnTo>
                <a:lnTo>
                  <a:pt x="2431" y="158"/>
                </a:lnTo>
                <a:lnTo>
                  <a:pt x="2432" y="158"/>
                </a:lnTo>
                <a:lnTo>
                  <a:pt x="2432" y="159"/>
                </a:lnTo>
                <a:lnTo>
                  <a:pt x="2433" y="160"/>
                </a:lnTo>
                <a:lnTo>
                  <a:pt x="2434" y="160"/>
                </a:lnTo>
                <a:lnTo>
                  <a:pt x="2434" y="159"/>
                </a:lnTo>
                <a:lnTo>
                  <a:pt x="2435" y="159"/>
                </a:lnTo>
                <a:lnTo>
                  <a:pt x="2436" y="160"/>
                </a:lnTo>
                <a:lnTo>
                  <a:pt x="2436" y="161"/>
                </a:lnTo>
                <a:lnTo>
                  <a:pt x="2437" y="161"/>
                </a:lnTo>
                <a:lnTo>
                  <a:pt x="2438" y="162"/>
                </a:lnTo>
                <a:lnTo>
                  <a:pt x="2439" y="162"/>
                </a:lnTo>
                <a:lnTo>
                  <a:pt x="2441" y="162"/>
                </a:lnTo>
                <a:lnTo>
                  <a:pt x="2441" y="162"/>
                </a:lnTo>
                <a:lnTo>
                  <a:pt x="2442" y="161"/>
                </a:lnTo>
                <a:lnTo>
                  <a:pt x="2443" y="161"/>
                </a:lnTo>
                <a:lnTo>
                  <a:pt x="2444" y="161"/>
                </a:lnTo>
                <a:lnTo>
                  <a:pt x="2445" y="161"/>
                </a:lnTo>
                <a:lnTo>
                  <a:pt x="2446" y="161"/>
                </a:lnTo>
                <a:lnTo>
                  <a:pt x="2447" y="161"/>
                </a:lnTo>
                <a:lnTo>
                  <a:pt x="2448" y="160"/>
                </a:lnTo>
                <a:lnTo>
                  <a:pt x="2449" y="160"/>
                </a:lnTo>
                <a:lnTo>
                  <a:pt x="2449" y="161"/>
                </a:lnTo>
                <a:lnTo>
                  <a:pt x="2450" y="161"/>
                </a:lnTo>
                <a:lnTo>
                  <a:pt x="2451" y="162"/>
                </a:lnTo>
                <a:lnTo>
                  <a:pt x="2452" y="162"/>
                </a:lnTo>
                <a:lnTo>
                  <a:pt x="2454" y="163"/>
                </a:lnTo>
                <a:lnTo>
                  <a:pt x="2455" y="163"/>
                </a:lnTo>
                <a:lnTo>
                  <a:pt x="2455" y="164"/>
                </a:lnTo>
                <a:lnTo>
                  <a:pt x="2456" y="164"/>
                </a:lnTo>
                <a:lnTo>
                  <a:pt x="2457" y="165"/>
                </a:lnTo>
                <a:lnTo>
                  <a:pt x="2458" y="165"/>
                </a:lnTo>
                <a:lnTo>
                  <a:pt x="2459" y="166"/>
                </a:lnTo>
                <a:lnTo>
                  <a:pt x="2460" y="166"/>
                </a:lnTo>
                <a:lnTo>
                  <a:pt x="2461" y="166"/>
                </a:lnTo>
                <a:lnTo>
                  <a:pt x="2461" y="165"/>
                </a:lnTo>
                <a:lnTo>
                  <a:pt x="2462" y="165"/>
                </a:lnTo>
                <a:lnTo>
                  <a:pt x="2464" y="165"/>
                </a:lnTo>
                <a:lnTo>
                  <a:pt x="2465" y="165"/>
                </a:lnTo>
                <a:lnTo>
                  <a:pt x="2467" y="165"/>
                </a:lnTo>
                <a:lnTo>
                  <a:pt x="2467" y="164"/>
                </a:lnTo>
                <a:lnTo>
                  <a:pt x="2468" y="164"/>
                </a:lnTo>
                <a:lnTo>
                  <a:pt x="2469" y="163"/>
                </a:lnTo>
                <a:lnTo>
                  <a:pt x="2469" y="162"/>
                </a:lnTo>
                <a:lnTo>
                  <a:pt x="2470" y="162"/>
                </a:lnTo>
                <a:lnTo>
                  <a:pt x="2470" y="161"/>
                </a:lnTo>
                <a:lnTo>
                  <a:pt x="2471" y="161"/>
                </a:lnTo>
                <a:lnTo>
                  <a:pt x="2472" y="160"/>
                </a:lnTo>
                <a:lnTo>
                  <a:pt x="2473" y="160"/>
                </a:lnTo>
                <a:lnTo>
                  <a:pt x="2474" y="159"/>
                </a:lnTo>
                <a:lnTo>
                  <a:pt x="2474" y="158"/>
                </a:lnTo>
                <a:lnTo>
                  <a:pt x="2474" y="159"/>
                </a:lnTo>
                <a:lnTo>
                  <a:pt x="2475" y="159"/>
                </a:lnTo>
                <a:lnTo>
                  <a:pt x="2474" y="160"/>
                </a:lnTo>
                <a:lnTo>
                  <a:pt x="2473" y="160"/>
                </a:lnTo>
                <a:lnTo>
                  <a:pt x="2473" y="161"/>
                </a:lnTo>
                <a:lnTo>
                  <a:pt x="2472" y="162"/>
                </a:lnTo>
                <a:lnTo>
                  <a:pt x="2471" y="162"/>
                </a:lnTo>
                <a:lnTo>
                  <a:pt x="2471" y="163"/>
                </a:lnTo>
                <a:lnTo>
                  <a:pt x="2472" y="162"/>
                </a:lnTo>
                <a:lnTo>
                  <a:pt x="2474" y="161"/>
                </a:lnTo>
                <a:lnTo>
                  <a:pt x="2475" y="160"/>
                </a:lnTo>
                <a:lnTo>
                  <a:pt x="2475" y="161"/>
                </a:lnTo>
                <a:lnTo>
                  <a:pt x="2470" y="165"/>
                </a:lnTo>
                <a:lnTo>
                  <a:pt x="2468" y="167"/>
                </a:lnTo>
                <a:lnTo>
                  <a:pt x="2464" y="169"/>
                </a:lnTo>
                <a:lnTo>
                  <a:pt x="2469" y="176"/>
                </a:lnTo>
                <a:lnTo>
                  <a:pt x="2485" y="163"/>
                </a:lnTo>
                <a:lnTo>
                  <a:pt x="2487" y="165"/>
                </a:lnTo>
                <a:lnTo>
                  <a:pt x="2474" y="175"/>
                </a:lnTo>
                <a:lnTo>
                  <a:pt x="2475" y="176"/>
                </a:lnTo>
                <a:lnTo>
                  <a:pt x="2493" y="175"/>
                </a:lnTo>
                <a:lnTo>
                  <a:pt x="2519" y="173"/>
                </a:lnTo>
                <a:lnTo>
                  <a:pt x="2523" y="167"/>
                </a:lnTo>
                <a:lnTo>
                  <a:pt x="2509" y="167"/>
                </a:lnTo>
                <a:lnTo>
                  <a:pt x="2510" y="167"/>
                </a:lnTo>
                <a:lnTo>
                  <a:pt x="2510" y="165"/>
                </a:lnTo>
                <a:lnTo>
                  <a:pt x="2509" y="165"/>
                </a:lnTo>
                <a:lnTo>
                  <a:pt x="2509" y="164"/>
                </a:lnTo>
                <a:lnTo>
                  <a:pt x="2525" y="164"/>
                </a:lnTo>
                <a:lnTo>
                  <a:pt x="2525" y="163"/>
                </a:lnTo>
                <a:lnTo>
                  <a:pt x="2526" y="163"/>
                </a:lnTo>
                <a:lnTo>
                  <a:pt x="2525" y="163"/>
                </a:lnTo>
                <a:lnTo>
                  <a:pt x="2527" y="158"/>
                </a:lnTo>
                <a:lnTo>
                  <a:pt x="2527" y="157"/>
                </a:lnTo>
                <a:lnTo>
                  <a:pt x="2526" y="157"/>
                </a:lnTo>
                <a:lnTo>
                  <a:pt x="2522" y="157"/>
                </a:lnTo>
                <a:lnTo>
                  <a:pt x="2517" y="157"/>
                </a:lnTo>
                <a:lnTo>
                  <a:pt x="2515" y="157"/>
                </a:lnTo>
                <a:lnTo>
                  <a:pt x="2513" y="157"/>
                </a:lnTo>
                <a:lnTo>
                  <a:pt x="2507" y="156"/>
                </a:lnTo>
                <a:lnTo>
                  <a:pt x="2504" y="156"/>
                </a:lnTo>
                <a:lnTo>
                  <a:pt x="2503" y="156"/>
                </a:lnTo>
                <a:lnTo>
                  <a:pt x="2501" y="156"/>
                </a:lnTo>
                <a:lnTo>
                  <a:pt x="2497" y="156"/>
                </a:lnTo>
                <a:lnTo>
                  <a:pt x="2496" y="155"/>
                </a:lnTo>
                <a:lnTo>
                  <a:pt x="2494" y="154"/>
                </a:lnTo>
                <a:lnTo>
                  <a:pt x="2493" y="154"/>
                </a:lnTo>
                <a:lnTo>
                  <a:pt x="2491" y="153"/>
                </a:lnTo>
                <a:lnTo>
                  <a:pt x="2489" y="153"/>
                </a:lnTo>
                <a:lnTo>
                  <a:pt x="2485" y="152"/>
                </a:lnTo>
                <a:lnTo>
                  <a:pt x="2480" y="151"/>
                </a:lnTo>
                <a:lnTo>
                  <a:pt x="2478" y="150"/>
                </a:lnTo>
                <a:lnTo>
                  <a:pt x="2474" y="149"/>
                </a:lnTo>
                <a:lnTo>
                  <a:pt x="2472" y="148"/>
                </a:lnTo>
                <a:lnTo>
                  <a:pt x="2471" y="148"/>
                </a:lnTo>
                <a:lnTo>
                  <a:pt x="2472" y="147"/>
                </a:lnTo>
                <a:lnTo>
                  <a:pt x="2472" y="146"/>
                </a:lnTo>
                <a:lnTo>
                  <a:pt x="2469" y="145"/>
                </a:lnTo>
                <a:lnTo>
                  <a:pt x="2469" y="145"/>
                </a:lnTo>
                <a:lnTo>
                  <a:pt x="2465" y="144"/>
                </a:lnTo>
                <a:lnTo>
                  <a:pt x="2465" y="143"/>
                </a:lnTo>
                <a:lnTo>
                  <a:pt x="2466" y="143"/>
                </a:lnTo>
                <a:lnTo>
                  <a:pt x="2467" y="143"/>
                </a:lnTo>
                <a:lnTo>
                  <a:pt x="2468" y="142"/>
                </a:lnTo>
                <a:lnTo>
                  <a:pt x="2468" y="141"/>
                </a:lnTo>
                <a:lnTo>
                  <a:pt x="2468" y="140"/>
                </a:lnTo>
                <a:lnTo>
                  <a:pt x="2467" y="139"/>
                </a:lnTo>
                <a:lnTo>
                  <a:pt x="2467" y="137"/>
                </a:lnTo>
                <a:lnTo>
                  <a:pt x="2467" y="136"/>
                </a:lnTo>
                <a:lnTo>
                  <a:pt x="2466" y="135"/>
                </a:lnTo>
                <a:lnTo>
                  <a:pt x="2465" y="134"/>
                </a:lnTo>
                <a:lnTo>
                  <a:pt x="2463" y="133"/>
                </a:lnTo>
                <a:lnTo>
                  <a:pt x="2463" y="132"/>
                </a:lnTo>
                <a:lnTo>
                  <a:pt x="2462" y="132"/>
                </a:lnTo>
                <a:lnTo>
                  <a:pt x="2461" y="131"/>
                </a:lnTo>
                <a:lnTo>
                  <a:pt x="2460" y="131"/>
                </a:lnTo>
                <a:lnTo>
                  <a:pt x="2459" y="131"/>
                </a:lnTo>
                <a:lnTo>
                  <a:pt x="2459" y="130"/>
                </a:lnTo>
                <a:lnTo>
                  <a:pt x="2457" y="130"/>
                </a:lnTo>
                <a:lnTo>
                  <a:pt x="2456" y="130"/>
                </a:lnTo>
                <a:lnTo>
                  <a:pt x="2455" y="129"/>
                </a:lnTo>
                <a:lnTo>
                  <a:pt x="2454" y="129"/>
                </a:lnTo>
                <a:lnTo>
                  <a:pt x="2452" y="129"/>
                </a:lnTo>
                <a:lnTo>
                  <a:pt x="2450" y="129"/>
                </a:lnTo>
                <a:lnTo>
                  <a:pt x="2448" y="130"/>
                </a:lnTo>
                <a:lnTo>
                  <a:pt x="2447" y="130"/>
                </a:lnTo>
                <a:lnTo>
                  <a:pt x="2446" y="130"/>
                </a:lnTo>
                <a:lnTo>
                  <a:pt x="2444" y="130"/>
                </a:lnTo>
                <a:lnTo>
                  <a:pt x="2443" y="130"/>
                </a:lnTo>
                <a:lnTo>
                  <a:pt x="2442" y="130"/>
                </a:lnTo>
                <a:lnTo>
                  <a:pt x="2441" y="131"/>
                </a:lnTo>
                <a:lnTo>
                  <a:pt x="2441" y="131"/>
                </a:lnTo>
                <a:lnTo>
                  <a:pt x="2441" y="130"/>
                </a:lnTo>
                <a:lnTo>
                  <a:pt x="2440" y="130"/>
                </a:lnTo>
                <a:lnTo>
                  <a:pt x="2440" y="129"/>
                </a:lnTo>
                <a:lnTo>
                  <a:pt x="2441" y="129"/>
                </a:lnTo>
                <a:lnTo>
                  <a:pt x="2441" y="129"/>
                </a:lnTo>
                <a:lnTo>
                  <a:pt x="2442" y="129"/>
                </a:lnTo>
                <a:lnTo>
                  <a:pt x="2443" y="128"/>
                </a:lnTo>
                <a:lnTo>
                  <a:pt x="2444" y="128"/>
                </a:lnTo>
                <a:lnTo>
                  <a:pt x="2445" y="128"/>
                </a:lnTo>
                <a:lnTo>
                  <a:pt x="2447" y="128"/>
                </a:lnTo>
                <a:lnTo>
                  <a:pt x="2448" y="128"/>
                </a:lnTo>
                <a:lnTo>
                  <a:pt x="2451" y="128"/>
                </a:lnTo>
                <a:lnTo>
                  <a:pt x="2453" y="128"/>
                </a:lnTo>
                <a:lnTo>
                  <a:pt x="2455" y="128"/>
                </a:lnTo>
                <a:lnTo>
                  <a:pt x="2456" y="128"/>
                </a:lnTo>
                <a:lnTo>
                  <a:pt x="2457" y="129"/>
                </a:lnTo>
                <a:lnTo>
                  <a:pt x="2458" y="129"/>
                </a:lnTo>
                <a:lnTo>
                  <a:pt x="2459" y="129"/>
                </a:lnTo>
                <a:lnTo>
                  <a:pt x="2460" y="130"/>
                </a:lnTo>
                <a:lnTo>
                  <a:pt x="2462" y="130"/>
                </a:lnTo>
                <a:lnTo>
                  <a:pt x="2463" y="131"/>
                </a:lnTo>
                <a:lnTo>
                  <a:pt x="2464" y="131"/>
                </a:lnTo>
                <a:lnTo>
                  <a:pt x="2465" y="132"/>
                </a:lnTo>
                <a:lnTo>
                  <a:pt x="2466" y="133"/>
                </a:lnTo>
                <a:lnTo>
                  <a:pt x="2467" y="134"/>
                </a:lnTo>
                <a:lnTo>
                  <a:pt x="2468" y="134"/>
                </a:lnTo>
                <a:lnTo>
                  <a:pt x="2469" y="135"/>
                </a:lnTo>
                <a:lnTo>
                  <a:pt x="2470" y="136"/>
                </a:lnTo>
                <a:lnTo>
                  <a:pt x="2472" y="137"/>
                </a:lnTo>
                <a:lnTo>
                  <a:pt x="2473" y="138"/>
                </a:lnTo>
                <a:lnTo>
                  <a:pt x="2474" y="139"/>
                </a:lnTo>
                <a:lnTo>
                  <a:pt x="2475" y="139"/>
                </a:lnTo>
                <a:lnTo>
                  <a:pt x="2478" y="141"/>
                </a:lnTo>
                <a:lnTo>
                  <a:pt x="2480" y="143"/>
                </a:lnTo>
                <a:lnTo>
                  <a:pt x="2485" y="146"/>
                </a:lnTo>
                <a:lnTo>
                  <a:pt x="2487" y="147"/>
                </a:lnTo>
                <a:lnTo>
                  <a:pt x="2488" y="148"/>
                </a:lnTo>
                <a:lnTo>
                  <a:pt x="2489" y="148"/>
                </a:lnTo>
                <a:lnTo>
                  <a:pt x="2490" y="149"/>
                </a:lnTo>
                <a:lnTo>
                  <a:pt x="2491" y="149"/>
                </a:lnTo>
                <a:lnTo>
                  <a:pt x="2492" y="150"/>
                </a:lnTo>
                <a:lnTo>
                  <a:pt x="2493" y="150"/>
                </a:lnTo>
                <a:lnTo>
                  <a:pt x="2494" y="150"/>
                </a:lnTo>
                <a:lnTo>
                  <a:pt x="2496" y="151"/>
                </a:lnTo>
                <a:lnTo>
                  <a:pt x="2497" y="151"/>
                </a:lnTo>
                <a:lnTo>
                  <a:pt x="2497" y="151"/>
                </a:lnTo>
                <a:lnTo>
                  <a:pt x="2499" y="152"/>
                </a:lnTo>
                <a:lnTo>
                  <a:pt x="2500" y="152"/>
                </a:lnTo>
                <a:lnTo>
                  <a:pt x="2502" y="153"/>
                </a:lnTo>
                <a:lnTo>
                  <a:pt x="2504" y="154"/>
                </a:lnTo>
                <a:lnTo>
                  <a:pt x="2505" y="154"/>
                </a:lnTo>
                <a:lnTo>
                  <a:pt x="2506" y="154"/>
                </a:lnTo>
                <a:lnTo>
                  <a:pt x="2507" y="154"/>
                </a:lnTo>
                <a:lnTo>
                  <a:pt x="2508" y="154"/>
                </a:lnTo>
                <a:lnTo>
                  <a:pt x="2509" y="154"/>
                </a:lnTo>
                <a:lnTo>
                  <a:pt x="2510" y="154"/>
                </a:lnTo>
                <a:lnTo>
                  <a:pt x="2512" y="154"/>
                </a:lnTo>
                <a:lnTo>
                  <a:pt x="2513" y="154"/>
                </a:lnTo>
                <a:lnTo>
                  <a:pt x="2514" y="154"/>
                </a:lnTo>
                <a:lnTo>
                  <a:pt x="2515" y="154"/>
                </a:lnTo>
                <a:lnTo>
                  <a:pt x="2516" y="154"/>
                </a:lnTo>
                <a:lnTo>
                  <a:pt x="2517" y="154"/>
                </a:lnTo>
                <a:lnTo>
                  <a:pt x="2518" y="154"/>
                </a:lnTo>
                <a:lnTo>
                  <a:pt x="2519" y="154"/>
                </a:lnTo>
                <a:lnTo>
                  <a:pt x="2520" y="154"/>
                </a:lnTo>
                <a:lnTo>
                  <a:pt x="2521" y="154"/>
                </a:lnTo>
                <a:lnTo>
                  <a:pt x="2523" y="154"/>
                </a:lnTo>
                <a:lnTo>
                  <a:pt x="2524" y="154"/>
                </a:lnTo>
                <a:lnTo>
                  <a:pt x="2525" y="154"/>
                </a:lnTo>
                <a:lnTo>
                  <a:pt x="2526" y="154"/>
                </a:lnTo>
                <a:lnTo>
                  <a:pt x="2527" y="154"/>
                </a:lnTo>
                <a:lnTo>
                  <a:pt x="2530" y="154"/>
                </a:lnTo>
                <a:lnTo>
                  <a:pt x="2531" y="154"/>
                </a:lnTo>
                <a:lnTo>
                  <a:pt x="2534" y="153"/>
                </a:lnTo>
                <a:lnTo>
                  <a:pt x="2537" y="155"/>
                </a:lnTo>
                <a:lnTo>
                  <a:pt x="2538" y="154"/>
                </a:lnTo>
                <a:lnTo>
                  <a:pt x="2539" y="154"/>
                </a:lnTo>
                <a:lnTo>
                  <a:pt x="2540" y="154"/>
                </a:lnTo>
                <a:lnTo>
                  <a:pt x="2541" y="154"/>
                </a:lnTo>
                <a:lnTo>
                  <a:pt x="2542" y="154"/>
                </a:lnTo>
                <a:lnTo>
                  <a:pt x="2543" y="154"/>
                </a:lnTo>
                <a:lnTo>
                  <a:pt x="2544" y="154"/>
                </a:lnTo>
                <a:lnTo>
                  <a:pt x="2545" y="155"/>
                </a:lnTo>
                <a:lnTo>
                  <a:pt x="2546" y="155"/>
                </a:lnTo>
                <a:lnTo>
                  <a:pt x="2547" y="155"/>
                </a:lnTo>
                <a:lnTo>
                  <a:pt x="2548" y="156"/>
                </a:lnTo>
                <a:lnTo>
                  <a:pt x="2549" y="156"/>
                </a:lnTo>
                <a:lnTo>
                  <a:pt x="2550" y="156"/>
                </a:lnTo>
                <a:lnTo>
                  <a:pt x="2551" y="156"/>
                </a:lnTo>
                <a:lnTo>
                  <a:pt x="2552" y="156"/>
                </a:lnTo>
                <a:lnTo>
                  <a:pt x="2553" y="156"/>
                </a:lnTo>
                <a:lnTo>
                  <a:pt x="2554" y="156"/>
                </a:lnTo>
                <a:lnTo>
                  <a:pt x="2554" y="155"/>
                </a:lnTo>
                <a:lnTo>
                  <a:pt x="2554" y="155"/>
                </a:lnTo>
                <a:lnTo>
                  <a:pt x="2554" y="155"/>
                </a:lnTo>
                <a:lnTo>
                  <a:pt x="2554" y="156"/>
                </a:lnTo>
                <a:lnTo>
                  <a:pt x="2554" y="157"/>
                </a:lnTo>
                <a:lnTo>
                  <a:pt x="2554" y="157"/>
                </a:lnTo>
                <a:lnTo>
                  <a:pt x="2555" y="154"/>
                </a:lnTo>
                <a:lnTo>
                  <a:pt x="2556" y="154"/>
                </a:lnTo>
                <a:lnTo>
                  <a:pt x="2556" y="155"/>
                </a:lnTo>
                <a:lnTo>
                  <a:pt x="2555" y="154"/>
                </a:lnTo>
                <a:lnTo>
                  <a:pt x="2554" y="157"/>
                </a:lnTo>
                <a:lnTo>
                  <a:pt x="2555" y="157"/>
                </a:lnTo>
                <a:lnTo>
                  <a:pt x="2556" y="158"/>
                </a:lnTo>
                <a:lnTo>
                  <a:pt x="2557" y="158"/>
                </a:lnTo>
                <a:lnTo>
                  <a:pt x="2558" y="158"/>
                </a:lnTo>
                <a:lnTo>
                  <a:pt x="2559" y="158"/>
                </a:lnTo>
                <a:lnTo>
                  <a:pt x="2560" y="158"/>
                </a:lnTo>
                <a:lnTo>
                  <a:pt x="2561" y="158"/>
                </a:lnTo>
                <a:lnTo>
                  <a:pt x="2562" y="158"/>
                </a:lnTo>
                <a:lnTo>
                  <a:pt x="2563" y="158"/>
                </a:lnTo>
                <a:lnTo>
                  <a:pt x="2564" y="158"/>
                </a:lnTo>
                <a:lnTo>
                  <a:pt x="2565" y="158"/>
                </a:lnTo>
                <a:lnTo>
                  <a:pt x="2566" y="157"/>
                </a:lnTo>
                <a:lnTo>
                  <a:pt x="2566" y="156"/>
                </a:lnTo>
                <a:lnTo>
                  <a:pt x="2567" y="156"/>
                </a:lnTo>
                <a:lnTo>
                  <a:pt x="2567" y="157"/>
                </a:lnTo>
                <a:lnTo>
                  <a:pt x="2567" y="158"/>
                </a:lnTo>
                <a:lnTo>
                  <a:pt x="2568" y="157"/>
                </a:lnTo>
                <a:lnTo>
                  <a:pt x="2569" y="157"/>
                </a:lnTo>
                <a:lnTo>
                  <a:pt x="2570" y="157"/>
                </a:lnTo>
                <a:lnTo>
                  <a:pt x="2571" y="157"/>
                </a:lnTo>
                <a:lnTo>
                  <a:pt x="2571" y="156"/>
                </a:lnTo>
                <a:lnTo>
                  <a:pt x="2572" y="156"/>
                </a:lnTo>
                <a:lnTo>
                  <a:pt x="2573" y="156"/>
                </a:lnTo>
                <a:lnTo>
                  <a:pt x="2574" y="156"/>
                </a:lnTo>
                <a:lnTo>
                  <a:pt x="2574" y="156"/>
                </a:lnTo>
                <a:lnTo>
                  <a:pt x="2575" y="156"/>
                </a:lnTo>
                <a:lnTo>
                  <a:pt x="2575" y="155"/>
                </a:lnTo>
                <a:lnTo>
                  <a:pt x="2576" y="155"/>
                </a:lnTo>
                <a:lnTo>
                  <a:pt x="2577" y="155"/>
                </a:lnTo>
                <a:lnTo>
                  <a:pt x="2577" y="154"/>
                </a:lnTo>
                <a:lnTo>
                  <a:pt x="2578" y="154"/>
                </a:lnTo>
                <a:lnTo>
                  <a:pt x="2578" y="153"/>
                </a:lnTo>
                <a:lnTo>
                  <a:pt x="2579" y="153"/>
                </a:lnTo>
                <a:lnTo>
                  <a:pt x="2580" y="152"/>
                </a:lnTo>
                <a:lnTo>
                  <a:pt x="2581" y="152"/>
                </a:lnTo>
                <a:lnTo>
                  <a:pt x="2582" y="151"/>
                </a:lnTo>
                <a:lnTo>
                  <a:pt x="2582" y="150"/>
                </a:lnTo>
                <a:lnTo>
                  <a:pt x="2582" y="150"/>
                </a:lnTo>
                <a:lnTo>
                  <a:pt x="2582" y="149"/>
                </a:lnTo>
                <a:lnTo>
                  <a:pt x="2583" y="149"/>
                </a:lnTo>
                <a:lnTo>
                  <a:pt x="2583" y="150"/>
                </a:lnTo>
                <a:lnTo>
                  <a:pt x="2584" y="149"/>
                </a:lnTo>
                <a:lnTo>
                  <a:pt x="2585" y="149"/>
                </a:lnTo>
                <a:lnTo>
                  <a:pt x="2586" y="149"/>
                </a:lnTo>
                <a:lnTo>
                  <a:pt x="2587" y="149"/>
                </a:lnTo>
                <a:lnTo>
                  <a:pt x="2588" y="149"/>
                </a:lnTo>
                <a:lnTo>
                  <a:pt x="2588" y="148"/>
                </a:lnTo>
                <a:lnTo>
                  <a:pt x="2589" y="148"/>
                </a:lnTo>
                <a:lnTo>
                  <a:pt x="2590" y="148"/>
                </a:lnTo>
                <a:lnTo>
                  <a:pt x="2591" y="148"/>
                </a:lnTo>
                <a:lnTo>
                  <a:pt x="2591" y="147"/>
                </a:lnTo>
                <a:lnTo>
                  <a:pt x="2592" y="147"/>
                </a:lnTo>
                <a:lnTo>
                  <a:pt x="2592" y="148"/>
                </a:lnTo>
                <a:lnTo>
                  <a:pt x="2592" y="147"/>
                </a:lnTo>
                <a:lnTo>
                  <a:pt x="2593" y="147"/>
                </a:lnTo>
                <a:lnTo>
                  <a:pt x="2594" y="147"/>
                </a:lnTo>
                <a:lnTo>
                  <a:pt x="2595" y="147"/>
                </a:lnTo>
                <a:lnTo>
                  <a:pt x="2595" y="146"/>
                </a:lnTo>
                <a:lnTo>
                  <a:pt x="2596" y="146"/>
                </a:lnTo>
                <a:lnTo>
                  <a:pt x="2597" y="146"/>
                </a:lnTo>
                <a:lnTo>
                  <a:pt x="2598" y="147"/>
                </a:lnTo>
                <a:lnTo>
                  <a:pt x="2599" y="147"/>
                </a:lnTo>
                <a:lnTo>
                  <a:pt x="2600" y="147"/>
                </a:lnTo>
                <a:lnTo>
                  <a:pt x="2601" y="147"/>
                </a:lnTo>
                <a:lnTo>
                  <a:pt x="2602" y="147"/>
                </a:lnTo>
                <a:lnTo>
                  <a:pt x="2603" y="147"/>
                </a:lnTo>
                <a:lnTo>
                  <a:pt x="2604" y="147"/>
                </a:lnTo>
                <a:lnTo>
                  <a:pt x="2605" y="146"/>
                </a:lnTo>
                <a:lnTo>
                  <a:pt x="2606" y="146"/>
                </a:lnTo>
                <a:lnTo>
                  <a:pt x="2607" y="146"/>
                </a:lnTo>
                <a:lnTo>
                  <a:pt x="2608" y="145"/>
                </a:lnTo>
                <a:lnTo>
                  <a:pt x="2609" y="145"/>
                </a:lnTo>
                <a:lnTo>
                  <a:pt x="2609" y="144"/>
                </a:lnTo>
                <a:lnTo>
                  <a:pt x="2610" y="144"/>
                </a:lnTo>
                <a:lnTo>
                  <a:pt x="2610" y="143"/>
                </a:lnTo>
                <a:lnTo>
                  <a:pt x="2610" y="143"/>
                </a:lnTo>
                <a:lnTo>
                  <a:pt x="2611" y="142"/>
                </a:lnTo>
                <a:lnTo>
                  <a:pt x="2612" y="142"/>
                </a:lnTo>
                <a:lnTo>
                  <a:pt x="2612" y="141"/>
                </a:lnTo>
                <a:lnTo>
                  <a:pt x="2613" y="141"/>
                </a:lnTo>
                <a:lnTo>
                  <a:pt x="2613" y="140"/>
                </a:lnTo>
                <a:lnTo>
                  <a:pt x="2614" y="140"/>
                </a:lnTo>
                <a:lnTo>
                  <a:pt x="2615" y="139"/>
                </a:lnTo>
                <a:lnTo>
                  <a:pt x="2616" y="139"/>
                </a:lnTo>
                <a:lnTo>
                  <a:pt x="2616" y="138"/>
                </a:lnTo>
                <a:lnTo>
                  <a:pt x="2618" y="138"/>
                </a:lnTo>
                <a:lnTo>
                  <a:pt x="2619" y="138"/>
                </a:lnTo>
                <a:lnTo>
                  <a:pt x="2619" y="137"/>
                </a:lnTo>
                <a:lnTo>
                  <a:pt x="2620" y="137"/>
                </a:lnTo>
                <a:lnTo>
                  <a:pt x="2621" y="137"/>
                </a:lnTo>
                <a:lnTo>
                  <a:pt x="2622" y="137"/>
                </a:lnTo>
                <a:lnTo>
                  <a:pt x="2623" y="137"/>
                </a:lnTo>
                <a:lnTo>
                  <a:pt x="2624" y="137"/>
                </a:lnTo>
                <a:lnTo>
                  <a:pt x="2625" y="137"/>
                </a:lnTo>
                <a:lnTo>
                  <a:pt x="2626" y="137"/>
                </a:lnTo>
                <a:lnTo>
                  <a:pt x="2627" y="137"/>
                </a:lnTo>
                <a:lnTo>
                  <a:pt x="2628" y="137"/>
                </a:lnTo>
                <a:lnTo>
                  <a:pt x="2629" y="138"/>
                </a:lnTo>
                <a:lnTo>
                  <a:pt x="2630" y="138"/>
                </a:lnTo>
                <a:lnTo>
                  <a:pt x="2631" y="139"/>
                </a:lnTo>
                <a:lnTo>
                  <a:pt x="2631" y="140"/>
                </a:lnTo>
                <a:lnTo>
                  <a:pt x="2632" y="141"/>
                </a:lnTo>
                <a:lnTo>
                  <a:pt x="2633" y="141"/>
                </a:lnTo>
                <a:lnTo>
                  <a:pt x="2633" y="142"/>
                </a:lnTo>
                <a:lnTo>
                  <a:pt x="2634" y="142"/>
                </a:lnTo>
                <a:lnTo>
                  <a:pt x="2635" y="143"/>
                </a:lnTo>
                <a:lnTo>
                  <a:pt x="2636" y="144"/>
                </a:lnTo>
                <a:lnTo>
                  <a:pt x="2637" y="144"/>
                </a:lnTo>
                <a:lnTo>
                  <a:pt x="2637" y="145"/>
                </a:lnTo>
                <a:lnTo>
                  <a:pt x="2639" y="145"/>
                </a:lnTo>
                <a:lnTo>
                  <a:pt x="2639" y="146"/>
                </a:lnTo>
                <a:lnTo>
                  <a:pt x="2639" y="146"/>
                </a:lnTo>
                <a:lnTo>
                  <a:pt x="2640" y="147"/>
                </a:lnTo>
                <a:lnTo>
                  <a:pt x="2641" y="147"/>
                </a:lnTo>
                <a:lnTo>
                  <a:pt x="2642" y="148"/>
                </a:lnTo>
                <a:lnTo>
                  <a:pt x="2644" y="149"/>
                </a:lnTo>
                <a:lnTo>
                  <a:pt x="2645" y="150"/>
                </a:lnTo>
                <a:lnTo>
                  <a:pt x="2647" y="151"/>
                </a:lnTo>
                <a:lnTo>
                  <a:pt x="2649" y="151"/>
                </a:lnTo>
                <a:lnTo>
                  <a:pt x="2650" y="152"/>
                </a:lnTo>
                <a:lnTo>
                  <a:pt x="2653" y="153"/>
                </a:lnTo>
                <a:lnTo>
                  <a:pt x="2656" y="154"/>
                </a:lnTo>
                <a:lnTo>
                  <a:pt x="2659" y="155"/>
                </a:lnTo>
                <a:lnTo>
                  <a:pt x="2660" y="156"/>
                </a:lnTo>
                <a:lnTo>
                  <a:pt x="2662" y="156"/>
                </a:lnTo>
                <a:lnTo>
                  <a:pt x="2664" y="156"/>
                </a:lnTo>
                <a:lnTo>
                  <a:pt x="2666" y="156"/>
                </a:lnTo>
                <a:lnTo>
                  <a:pt x="2667" y="156"/>
                </a:lnTo>
                <a:lnTo>
                  <a:pt x="2668" y="157"/>
                </a:lnTo>
                <a:lnTo>
                  <a:pt x="2670" y="157"/>
                </a:lnTo>
                <a:lnTo>
                  <a:pt x="2671" y="157"/>
                </a:lnTo>
                <a:lnTo>
                  <a:pt x="2672" y="157"/>
                </a:lnTo>
                <a:lnTo>
                  <a:pt x="2672" y="156"/>
                </a:lnTo>
                <a:lnTo>
                  <a:pt x="2673" y="156"/>
                </a:lnTo>
                <a:lnTo>
                  <a:pt x="2674" y="156"/>
                </a:lnTo>
                <a:lnTo>
                  <a:pt x="2674" y="155"/>
                </a:lnTo>
                <a:lnTo>
                  <a:pt x="2675" y="155"/>
                </a:lnTo>
                <a:lnTo>
                  <a:pt x="2675" y="154"/>
                </a:lnTo>
                <a:lnTo>
                  <a:pt x="2676" y="153"/>
                </a:lnTo>
                <a:lnTo>
                  <a:pt x="2676" y="152"/>
                </a:lnTo>
                <a:lnTo>
                  <a:pt x="2677" y="152"/>
                </a:lnTo>
                <a:lnTo>
                  <a:pt x="2677" y="151"/>
                </a:lnTo>
                <a:lnTo>
                  <a:pt x="2678" y="151"/>
                </a:lnTo>
                <a:lnTo>
                  <a:pt x="2678" y="150"/>
                </a:lnTo>
                <a:lnTo>
                  <a:pt x="2678" y="149"/>
                </a:lnTo>
                <a:lnTo>
                  <a:pt x="2678" y="148"/>
                </a:lnTo>
                <a:lnTo>
                  <a:pt x="2679" y="148"/>
                </a:lnTo>
                <a:lnTo>
                  <a:pt x="2680" y="148"/>
                </a:lnTo>
                <a:lnTo>
                  <a:pt x="2680" y="147"/>
                </a:lnTo>
                <a:lnTo>
                  <a:pt x="2681" y="147"/>
                </a:lnTo>
                <a:lnTo>
                  <a:pt x="2682" y="146"/>
                </a:lnTo>
                <a:lnTo>
                  <a:pt x="2683" y="146"/>
                </a:lnTo>
                <a:lnTo>
                  <a:pt x="2684" y="146"/>
                </a:lnTo>
                <a:lnTo>
                  <a:pt x="2685" y="146"/>
                </a:lnTo>
                <a:lnTo>
                  <a:pt x="2686" y="145"/>
                </a:lnTo>
                <a:lnTo>
                  <a:pt x="2687" y="145"/>
                </a:lnTo>
                <a:lnTo>
                  <a:pt x="2688" y="145"/>
                </a:lnTo>
                <a:lnTo>
                  <a:pt x="2689" y="145"/>
                </a:lnTo>
                <a:lnTo>
                  <a:pt x="2690" y="145"/>
                </a:lnTo>
                <a:lnTo>
                  <a:pt x="2691" y="145"/>
                </a:lnTo>
                <a:lnTo>
                  <a:pt x="2692" y="145"/>
                </a:lnTo>
                <a:lnTo>
                  <a:pt x="2692" y="146"/>
                </a:lnTo>
                <a:lnTo>
                  <a:pt x="2693" y="146"/>
                </a:lnTo>
                <a:lnTo>
                  <a:pt x="2694" y="146"/>
                </a:lnTo>
                <a:lnTo>
                  <a:pt x="2695" y="146"/>
                </a:lnTo>
                <a:lnTo>
                  <a:pt x="2695" y="146"/>
                </a:lnTo>
                <a:lnTo>
                  <a:pt x="2696" y="146"/>
                </a:lnTo>
                <a:lnTo>
                  <a:pt x="2698" y="145"/>
                </a:lnTo>
                <a:lnTo>
                  <a:pt x="2699" y="145"/>
                </a:lnTo>
                <a:lnTo>
                  <a:pt x="2700" y="145"/>
                </a:lnTo>
                <a:lnTo>
                  <a:pt x="2701" y="144"/>
                </a:lnTo>
                <a:lnTo>
                  <a:pt x="2702" y="144"/>
                </a:lnTo>
                <a:lnTo>
                  <a:pt x="2703" y="143"/>
                </a:lnTo>
                <a:lnTo>
                  <a:pt x="2704" y="143"/>
                </a:lnTo>
                <a:lnTo>
                  <a:pt x="2704" y="142"/>
                </a:lnTo>
                <a:lnTo>
                  <a:pt x="2705" y="142"/>
                </a:lnTo>
                <a:lnTo>
                  <a:pt x="2705" y="141"/>
                </a:lnTo>
                <a:lnTo>
                  <a:pt x="2706" y="141"/>
                </a:lnTo>
                <a:lnTo>
                  <a:pt x="2707" y="141"/>
                </a:lnTo>
                <a:lnTo>
                  <a:pt x="2707" y="140"/>
                </a:lnTo>
                <a:lnTo>
                  <a:pt x="2708" y="140"/>
                </a:lnTo>
                <a:lnTo>
                  <a:pt x="2708" y="139"/>
                </a:lnTo>
                <a:lnTo>
                  <a:pt x="2709" y="139"/>
                </a:lnTo>
                <a:lnTo>
                  <a:pt x="2710" y="138"/>
                </a:lnTo>
                <a:lnTo>
                  <a:pt x="2711" y="138"/>
                </a:lnTo>
                <a:lnTo>
                  <a:pt x="2712" y="137"/>
                </a:lnTo>
                <a:lnTo>
                  <a:pt x="2713" y="137"/>
                </a:lnTo>
                <a:lnTo>
                  <a:pt x="2714" y="137"/>
                </a:lnTo>
                <a:lnTo>
                  <a:pt x="2715" y="137"/>
                </a:lnTo>
                <a:lnTo>
                  <a:pt x="2715" y="136"/>
                </a:lnTo>
                <a:lnTo>
                  <a:pt x="2716" y="136"/>
                </a:lnTo>
                <a:lnTo>
                  <a:pt x="2717" y="136"/>
                </a:lnTo>
                <a:lnTo>
                  <a:pt x="2718" y="136"/>
                </a:lnTo>
                <a:lnTo>
                  <a:pt x="2719" y="136"/>
                </a:lnTo>
                <a:lnTo>
                  <a:pt x="2720" y="136"/>
                </a:lnTo>
                <a:lnTo>
                  <a:pt x="2722" y="136"/>
                </a:lnTo>
                <a:lnTo>
                  <a:pt x="2723" y="136"/>
                </a:lnTo>
                <a:lnTo>
                  <a:pt x="2724" y="136"/>
                </a:lnTo>
                <a:lnTo>
                  <a:pt x="2725" y="136"/>
                </a:lnTo>
                <a:lnTo>
                  <a:pt x="2725" y="135"/>
                </a:lnTo>
                <a:lnTo>
                  <a:pt x="2725" y="136"/>
                </a:lnTo>
                <a:lnTo>
                  <a:pt x="2726" y="135"/>
                </a:lnTo>
                <a:lnTo>
                  <a:pt x="2727" y="135"/>
                </a:lnTo>
                <a:lnTo>
                  <a:pt x="2728" y="135"/>
                </a:lnTo>
                <a:lnTo>
                  <a:pt x="2729" y="135"/>
                </a:lnTo>
                <a:lnTo>
                  <a:pt x="2730" y="135"/>
                </a:lnTo>
                <a:lnTo>
                  <a:pt x="2731" y="134"/>
                </a:lnTo>
                <a:lnTo>
                  <a:pt x="2731" y="133"/>
                </a:lnTo>
                <a:lnTo>
                  <a:pt x="2731" y="132"/>
                </a:lnTo>
                <a:lnTo>
                  <a:pt x="2732" y="132"/>
                </a:lnTo>
                <a:lnTo>
                  <a:pt x="2732" y="133"/>
                </a:lnTo>
                <a:lnTo>
                  <a:pt x="2731" y="134"/>
                </a:lnTo>
                <a:lnTo>
                  <a:pt x="2731" y="135"/>
                </a:lnTo>
                <a:lnTo>
                  <a:pt x="2732" y="136"/>
                </a:lnTo>
                <a:lnTo>
                  <a:pt x="2733" y="136"/>
                </a:lnTo>
                <a:lnTo>
                  <a:pt x="2734" y="136"/>
                </a:lnTo>
                <a:lnTo>
                  <a:pt x="2735" y="136"/>
                </a:lnTo>
                <a:lnTo>
                  <a:pt x="2735" y="135"/>
                </a:lnTo>
                <a:lnTo>
                  <a:pt x="2736" y="135"/>
                </a:lnTo>
                <a:lnTo>
                  <a:pt x="2736" y="134"/>
                </a:lnTo>
                <a:lnTo>
                  <a:pt x="2737" y="134"/>
                </a:lnTo>
                <a:lnTo>
                  <a:pt x="2736" y="133"/>
                </a:lnTo>
                <a:lnTo>
                  <a:pt x="2735" y="133"/>
                </a:lnTo>
                <a:lnTo>
                  <a:pt x="2735" y="132"/>
                </a:lnTo>
                <a:lnTo>
                  <a:pt x="2734" y="132"/>
                </a:lnTo>
                <a:lnTo>
                  <a:pt x="2734" y="131"/>
                </a:lnTo>
                <a:lnTo>
                  <a:pt x="2735" y="131"/>
                </a:lnTo>
                <a:lnTo>
                  <a:pt x="2736" y="131"/>
                </a:lnTo>
                <a:lnTo>
                  <a:pt x="2736" y="132"/>
                </a:lnTo>
                <a:lnTo>
                  <a:pt x="2737" y="133"/>
                </a:lnTo>
                <a:lnTo>
                  <a:pt x="2738" y="133"/>
                </a:lnTo>
                <a:lnTo>
                  <a:pt x="2739" y="133"/>
                </a:lnTo>
                <a:lnTo>
                  <a:pt x="2740" y="134"/>
                </a:lnTo>
                <a:lnTo>
                  <a:pt x="2741" y="134"/>
                </a:lnTo>
                <a:lnTo>
                  <a:pt x="2741" y="135"/>
                </a:lnTo>
                <a:lnTo>
                  <a:pt x="2742" y="135"/>
                </a:lnTo>
                <a:lnTo>
                  <a:pt x="2743" y="135"/>
                </a:lnTo>
                <a:lnTo>
                  <a:pt x="2743" y="134"/>
                </a:lnTo>
                <a:lnTo>
                  <a:pt x="2744" y="133"/>
                </a:lnTo>
                <a:lnTo>
                  <a:pt x="2744" y="132"/>
                </a:lnTo>
                <a:lnTo>
                  <a:pt x="2743" y="131"/>
                </a:lnTo>
                <a:lnTo>
                  <a:pt x="2742" y="131"/>
                </a:lnTo>
                <a:lnTo>
                  <a:pt x="2741" y="131"/>
                </a:lnTo>
                <a:lnTo>
                  <a:pt x="2742" y="131"/>
                </a:lnTo>
                <a:lnTo>
                  <a:pt x="2743" y="131"/>
                </a:lnTo>
                <a:lnTo>
                  <a:pt x="2743" y="130"/>
                </a:lnTo>
                <a:lnTo>
                  <a:pt x="2744" y="130"/>
                </a:lnTo>
                <a:lnTo>
                  <a:pt x="2745" y="129"/>
                </a:lnTo>
                <a:lnTo>
                  <a:pt x="2745" y="130"/>
                </a:lnTo>
                <a:lnTo>
                  <a:pt x="2744" y="130"/>
                </a:lnTo>
                <a:lnTo>
                  <a:pt x="2744" y="131"/>
                </a:lnTo>
                <a:lnTo>
                  <a:pt x="2745" y="131"/>
                </a:lnTo>
                <a:lnTo>
                  <a:pt x="2745" y="132"/>
                </a:lnTo>
                <a:lnTo>
                  <a:pt x="2746" y="132"/>
                </a:lnTo>
                <a:lnTo>
                  <a:pt x="2746" y="133"/>
                </a:lnTo>
                <a:lnTo>
                  <a:pt x="2747" y="132"/>
                </a:lnTo>
                <a:lnTo>
                  <a:pt x="2748" y="131"/>
                </a:lnTo>
                <a:lnTo>
                  <a:pt x="2749" y="131"/>
                </a:lnTo>
                <a:lnTo>
                  <a:pt x="2749" y="130"/>
                </a:lnTo>
                <a:lnTo>
                  <a:pt x="2750" y="129"/>
                </a:lnTo>
                <a:lnTo>
                  <a:pt x="2750" y="128"/>
                </a:lnTo>
                <a:lnTo>
                  <a:pt x="2749" y="128"/>
                </a:lnTo>
                <a:lnTo>
                  <a:pt x="2749" y="127"/>
                </a:lnTo>
                <a:lnTo>
                  <a:pt x="2748" y="127"/>
                </a:lnTo>
                <a:lnTo>
                  <a:pt x="2748" y="128"/>
                </a:lnTo>
                <a:lnTo>
                  <a:pt x="2747" y="128"/>
                </a:lnTo>
                <a:lnTo>
                  <a:pt x="2746" y="128"/>
                </a:lnTo>
                <a:lnTo>
                  <a:pt x="2746" y="127"/>
                </a:lnTo>
                <a:lnTo>
                  <a:pt x="2747" y="127"/>
                </a:lnTo>
                <a:lnTo>
                  <a:pt x="2747" y="127"/>
                </a:lnTo>
                <a:lnTo>
                  <a:pt x="2748" y="127"/>
                </a:lnTo>
                <a:lnTo>
                  <a:pt x="2749" y="126"/>
                </a:lnTo>
                <a:lnTo>
                  <a:pt x="2750" y="126"/>
                </a:lnTo>
                <a:lnTo>
                  <a:pt x="2751" y="125"/>
                </a:lnTo>
                <a:lnTo>
                  <a:pt x="2751" y="125"/>
                </a:lnTo>
                <a:lnTo>
                  <a:pt x="2752" y="124"/>
                </a:lnTo>
                <a:lnTo>
                  <a:pt x="2754" y="123"/>
                </a:lnTo>
                <a:lnTo>
                  <a:pt x="2755" y="122"/>
                </a:lnTo>
                <a:lnTo>
                  <a:pt x="2756" y="122"/>
                </a:lnTo>
                <a:lnTo>
                  <a:pt x="2757" y="121"/>
                </a:lnTo>
                <a:lnTo>
                  <a:pt x="2758" y="120"/>
                </a:lnTo>
                <a:lnTo>
                  <a:pt x="2759" y="119"/>
                </a:lnTo>
                <a:lnTo>
                  <a:pt x="2760" y="119"/>
                </a:lnTo>
                <a:lnTo>
                  <a:pt x="2761" y="118"/>
                </a:lnTo>
                <a:lnTo>
                  <a:pt x="2762" y="117"/>
                </a:lnTo>
                <a:lnTo>
                  <a:pt x="2764" y="116"/>
                </a:lnTo>
                <a:lnTo>
                  <a:pt x="2764" y="115"/>
                </a:lnTo>
                <a:lnTo>
                  <a:pt x="2765" y="115"/>
                </a:lnTo>
                <a:lnTo>
                  <a:pt x="2765" y="114"/>
                </a:lnTo>
                <a:lnTo>
                  <a:pt x="2765" y="113"/>
                </a:lnTo>
                <a:lnTo>
                  <a:pt x="2766" y="113"/>
                </a:lnTo>
                <a:lnTo>
                  <a:pt x="2767" y="112"/>
                </a:lnTo>
                <a:lnTo>
                  <a:pt x="2769" y="112"/>
                </a:lnTo>
                <a:lnTo>
                  <a:pt x="2770" y="111"/>
                </a:lnTo>
                <a:lnTo>
                  <a:pt x="2771" y="111"/>
                </a:lnTo>
                <a:lnTo>
                  <a:pt x="2772" y="110"/>
                </a:lnTo>
                <a:lnTo>
                  <a:pt x="2773" y="110"/>
                </a:lnTo>
                <a:lnTo>
                  <a:pt x="2773" y="109"/>
                </a:lnTo>
                <a:lnTo>
                  <a:pt x="2774" y="109"/>
                </a:lnTo>
                <a:lnTo>
                  <a:pt x="2775" y="108"/>
                </a:lnTo>
                <a:lnTo>
                  <a:pt x="2776" y="107"/>
                </a:lnTo>
                <a:lnTo>
                  <a:pt x="2777" y="107"/>
                </a:lnTo>
                <a:lnTo>
                  <a:pt x="2778" y="106"/>
                </a:lnTo>
                <a:lnTo>
                  <a:pt x="2779" y="106"/>
                </a:lnTo>
                <a:lnTo>
                  <a:pt x="2780" y="105"/>
                </a:lnTo>
                <a:lnTo>
                  <a:pt x="2780" y="105"/>
                </a:lnTo>
                <a:lnTo>
                  <a:pt x="2781" y="105"/>
                </a:lnTo>
                <a:lnTo>
                  <a:pt x="2782" y="105"/>
                </a:lnTo>
                <a:lnTo>
                  <a:pt x="2783" y="105"/>
                </a:lnTo>
                <a:lnTo>
                  <a:pt x="2784" y="105"/>
                </a:lnTo>
                <a:lnTo>
                  <a:pt x="2785" y="105"/>
                </a:lnTo>
                <a:lnTo>
                  <a:pt x="2786" y="105"/>
                </a:lnTo>
                <a:lnTo>
                  <a:pt x="2787" y="105"/>
                </a:lnTo>
                <a:lnTo>
                  <a:pt x="2788" y="105"/>
                </a:lnTo>
                <a:lnTo>
                  <a:pt x="2789" y="105"/>
                </a:lnTo>
                <a:lnTo>
                  <a:pt x="2790" y="105"/>
                </a:lnTo>
                <a:lnTo>
                  <a:pt x="2791" y="105"/>
                </a:lnTo>
                <a:lnTo>
                  <a:pt x="2792" y="105"/>
                </a:lnTo>
                <a:lnTo>
                  <a:pt x="2793" y="105"/>
                </a:lnTo>
                <a:lnTo>
                  <a:pt x="2793" y="106"/>
                </a:lnTo>
                <a:lnTo>
                  <a:pt x="2794" y="106"/>
                </a:lnTo>
                <a:lnTo>
                  <a:pt x="2794" y="107"/>
                </a:lnTo>
                <a:lnTo>
                  <a:pt x="2795" y="108"/>
                </a:lnTo>
                <a:lnTo>
                  <a:pt x="2796" y="108"/>
                </a:lnTo>
                <a:lnTo>
                  <a:pt x="2796" y="109"/>
                </a:lnTo>
                <a:lnTo>
                  <a:pt x="2797" y="109"/>
                </a:lnTo>
                <a:lnTo>
                  <a:pt x="2798" y="109"/>
                </a:lnTo>
                <a:lnTo>
                  <a:pt x="2799" y="110"/>
                </a:lnTo>
                <a:lnTo>
                  <a:pt x="2800" y="111"/>
                </a:lnTo>
                <a:lnTo>
                  <a:pt x="2801" y="111"/>
                </a:lnTo>
                <a:lnTo>
                  <a:pt x="2801" y="112"/>
                </a:lnTo>
                <a:lnTo>
                  <a:pt x="2803" y="112"/>
                </a:lnTo>
                <a:lnTo>
                  <a:pt x="2804" y="113"/>
                </a:lnTo>
                <a:lnTo>
                  <a:pt x="2805" y="113"/>
                </a:lnTo>
                <a:lnTo>
                  <a:pt x="2806" y="114"/>
                </a:lnTo>
                <a:lnTo>
                  <a:pt x="2807" y="114"/>
                </a:lnTo>
                <a:lnTo>
                  <a:pt x="2807" y="115"/>
                </a:lnTo>
                <a:lnTo>
                  <a:pt x="2808" y="115"/>
                </a:lnTo>
                <a:lnTo>
                  <a:pt x="2808" y="115"/>
                </a:lnTo>
                <a:lnTo>
                  <a:pt x="2808" y="114"/>
                </a:lnTo>
                <a:lnTo>
                  <a:pt x="2809" y="114"/>
                </a:lnTo>
                <a:lnTo>
                  <a:pt x="2814" y="115"/>
                </a:lnTo>
                <a:lnTo>
                  <a:pt x="2815" y="115"/>
                </a:lnTo>
                <a:lnTo>
                  <a:pt x="2817" y="115"/>
                </a:lnTo>
                <a:lnTo>
                  <a:pt x="2818" y="116"/>
                </a:lnTo>
                <a:lnTo>
                  <a:pt x="2819" y="116"/>
                </a:lnTo>
                <a:lnTo>
                  <a:pt x="2820" y="117"/>
                </a:lnTo>
                <a:lnTo>
                  <a:pt x="2820" y="118"/>
                </a:lnTo>
                <a:lnTo>
                  <a:pt x="2820" y="119"/>
                </a:lnTo>
                <a:lnTo>
                  <a:pt x="2821" y="120"/>
                </a:lnTo>
                <a:lnTo>
                  <a:pt x="2822" y="120"/>
                </a:lnTo>
                <a:lnTo>
                  <a:pt x="2823" y="121"/>
                </a:lnTo>
                <a:lnTo>
                  <a:pt x="2824" y="121"/>
                </a:lnTo>
                <a:lnTo>
                  <a:pt x="2825" y="121"/>
                </a:lnTo>
                <a:lnTo>
                  <a:pt x="2826" y="121"/>
                </a:lnTo>
                <a:lnTo>
                  <a:pt x="2827" y="121"/>
                </a:lnTo>
                <a:lnTo>
                  <a:pt x="2828" y="121"/>
                </a:lnTo>
                <a:lnTo>
                  <a:pt x="2829" y="121"/>
                </a:lnTo>
                <a:lnTo>
                  <a:pt x="2830" y="121"/>
                </a:lnTo>
                <a:lnTo>
                  <a:pt x="2830" y="120"/>
                </a:lnTo>
                <a:lnTo>
                  <a:pt x="2831" y="120"/>
                </a:lnTo>
                <a:lnTo>
                  <a:pt x="2831" y="118"/>
                </a:lnTo>
                <a:lnTo>
                  <a:pt x="2831" y="117"/>
                </a:lnTo>
                <a:lnTo>
                  <a:pt x="2831" y="116"/>
                </a:lnTo>
                <a:lnTo>
                  <a:pt x="2832" y="116"/>
                </a:lnTo>
                <a:lnTo>
                  <a:pt x="2832" y="115"/>
                </a:lnTo>
                <a:lnTo>
                  <a:pt x="2832" y="116"/>
                </a:lnTo>
                <a:lnTo>
                  <a:pt x="2832" y="117"/>
                </a:lnTo>
                <a:lnTo>
                  <a:pt x="2832" y="119"/>
                </a:lnTo>
                <a:lnTo>
                  <a:pt x="2832" y="120"/>
                </a:lnTo>
                <a:lnTo>
                  <a:pt x="2832" y="121"/>
                </a:lnTo>
                <a:lnTo>
                  <a:pt x="2833" y="121"/>
                </a:lnTo>
                <a:lnTo>
                  <a:pt x="2834" y="121"/>
                </a:lnTo>
                <a:lnTo>
                  <a:pt x="2835" y="122"/>
                </a:lnTo>
                <a:lnTo>
                  <a:pt x="2836" y="122"/>
                </a:lnTo>
                <a:lnTo>
                  <a:pt x="2836" y="122"/>
                </a:lnTo>
                <a:lnTo>
                  <a:pt x="2837" y="121"/>
                </a:lnTo>
                <a:lnTo>
                  <a:pt x="2838" y="120"/>
                </a:lnTo>
                <a:lnTo>
                  <a:pt x="2839" y="120"/>
                </a:lnTo>
                <a:lnTo>
                  <a:pt x="2840" y="120"/>
                </a:lnTo>
                <a:lnTo>
                  <a:pt x="2840" y="119"/>
                </a:lnTo>
                <a:lnTo>
                  <a:pt x="2840" y="118"/>
                </a:lnTo>
                <a:lnTo>
                  <a:pt x="2841" y="118"/>
                </a:lnTo>
                <a:lnTo>
                  <a:pt x="2841" y="119"/>
                </a:lnTo>
                <a:lnTo>
                  <a:pt x="2842" y="119"/>
                </a:lnTo>
                <a:lnTo>
                  <a:pt x="2843" y="119"/>
                </a:lnTo>
                <a:lnTo>
                  <a:pt x="2844" y="119"/>
                </a:lnTo>
                <a:lnTo>
                  <a:pt x="2845" y="118"/>
                </a:lnTo>
                <a:lnTo>
                  <a:pt x="2846" y="118"/>
                </a:lnTo>
                <a:lnTo>
                  <a:pt x="2847" y="117"/>
                </a:lnTo>
                <a:lnTo>
                  <a:pt x="2848" y="116"/>
                </a:lnTo>
                <a:lnTo>
                  <a:pt x="2848" y="115"/>
                </a:lnTo>
                <a:lnTo>
                  <a:pt x="2849" y="115"/>
                </a:lnTo>
                <a:lnTo>
                  <a:pt x="2848" y="114"/>
                </a:lnTo>
                <a:lnTo>
                  <a:pt x="2848" y="113"/>
                </a:lnTo>
                <a:lnTo>
                  <a:pt x="2847" y="112"/>
                </a:lnTo>
                <a:lnTo>
                  <a:pt x="2847" y="111"/>
                </a:lnTo>
                <a:lnTo>
                  <a:pt x="2846" y="110"/>
                </a:lnTo>
                <a:lnTo>
                  <a:pt x="2845" y="110"/>
                </a:lnTo>
                <a:lnTo>
                  <a:pt x="2844" y="110"/>
                </a:lnTo>
                <a:lnTo>
                  <a:pt x="2844" y="111"/>
                </a:lnTo>
                <a:lnTo>
                  <a:pt x="2843" y="111"/>
                </a:lnTo>
                <a:lnTo>
                  <a:pt x="2843" y="110"/>
                </a:lnTo>
                <a:lnTo>
                  <a:pt x="2844" y="110"/>
                </a:lnTo>
                <a:lnTo>
                  <a:pt x="2845" y="110"/>
                </a:lnTo>
                <a:lnTo>
                  <a:pt x="2845" y="109"/>
                </a:lnTo>
                <a:lnTo>
                  <a:pt x="2847" y="109"/>
                </a:lnTo>
                <a:lnTo>
                  <a:pt x="2848" y="109"/>
                </a:lnTo>
                <a:lnTo>
                  <a:pt x="2848" y="110"/>
                </a:lnTo>
                <a:lnTo>
                  <a:pt x="2847" y="110"/>
                </a:lnTo>
                <a:lnTo>
                  <a:pt x="2848" y="111"/>
                </a:lnTo>
                <a:lnTo>
                  <a:pt x="2848" y="112"/>
                </a:lnTo>
                <a:lnTo>
                  <a:pt x="2849" y="113"/>
                </a:lnTo>
                <a:lnTo>
                  <a:pt x="2850" y="113"/>
                </a:lnTo>
                <a:lnTo>
                  <a:pt x="2851" y="114"/>
                </a:lnTo>
                <a:lnTo>
                  <a:pt x="2852" y="114"/>
                </a:lnTo>
                <a:lnTo>
                  <a:pt x="2853" y="114"/>
                </a:lnTo>
                <a:lnTo>
                  <a:pt x="2854" y="114"/>
                </a:lnTo>
                <a:lnTo>
                  <a:pt x="2855" y="114"/>
                </a:lnTo>
                <a:lnTo>
                  <a:pt x="2856" y="114"/>
                </a:lnTo>
                <a:lnTo>
                  <a:pt x="2857" y="113"/>
                </a:lnTo>
                <a:lnTo>
                  <a:pt x="2858" y="112"/>
                </a:lnTo>
                <a:lnTo>
                  <a:pt x="2858" y="111"/>
                </a:lnTo>
                <a:lnTo>
                  <a:pt x="2858" y="112"/>
                </a:lnTo>
                <a:lnTo>
                  <a:pt x="2859" y="112"/>
                </a:lnTo>
                <a:lnTo>
                  <a:pt x="2860" y="112"/>
                </a:lnTo>
                <a:lnTo>
                  <a:pt x="2861" y="111"/>
                </a:lnTo>
                <a:lnTo>
                  <a:pt x="2862" y="111"/>
                </a:lnTo>
                <a:lnTo>
                  <a:pt x="2863" y="111"/>
                </a:lnTo>
                <a:lnTo>
                  <a:pt x="2864" y="110"/>
                </a:lnTo>
                <a:lnTo>
                  <a:pt x="2864" y="110"/>
                </a:lnTo>
                <a:lnTo>
                  <a:pt x="2864" y="109"/>
                </a:lnTo>
                <a:lnTo>
                  <a:pt x="2865" y="108"/>
                </a:lnTo>
                <a:lnTo>
                  <a:pt x="2865" y="107"/>
                </a:lnTo>
                <a:lnTo>
                  <a:pt x="2865" y="106"/>
                </a:lnTo>
                <a:lnTo>
                  <a:pt x="2865" y="105"/>
                </a:lnTo>
                <a:lnTo>
                  <a:pt x="2864" y="104"/>
                </a:lnTo>
                <a:lnTo>
                  <a:pt x="2864" y="103"/>
                </a:lnTo>
                <a:lnTo>
                  <a:pt x="2864" y="103"/>
                </a:lnTo>
                <a:lnTo>
                  <a:pt x="2864" y="102"/>
                </a:lnTo>
                <a:lnTo>
                  <a:pt x="2864" y="103"/>
                </a:lnTo>
                <a:lnTo>
                  <a:pt x="2863" y="103"/>
                </a:lnTo>
                <a:lnTo>
                  <a:pt x="2863" y="102"/>
                </a:lnTo>
                <a:lnTo>
                  <a:pt x="2864" y="102"/>
                </a:lnTo>
                <a:lnTo>
                  <a:pt x="2864" y="102"/>
                </a:lnTo>
                <a:lnTo>
                  <a:pt x="2865" y="101"/>
                </a:lnTo>
                <a:lnTo>
                  <a:pt x="2865" y="102"/>
                </a:lnTo>
                <a:lnTo>
                  <a:pt x="2865" y="103"/>
                </a:lnTo>
                <a:lnTo>
                  <a:pt x="2865" y="104"/>
                </a:lnTo>
                <a:lnTo>
                  <a:pt x="2865" y="105"/>
                </a:lnTo>
                <a:lnTo>
                  <a:pt x="2866" y="105"/>
                </a:lnTo>
                <a:lnTo>
                  <a:pt x="2866" y="106"/>
                </a:lnTo>
                <a:lnTo>
                  <a:pt x="2866" y="107"/>
                </a:lnTo>
                <a:lnTo>
                  <a:pt x="2866" y="108"/>
                </a:lnTo>
                <a:lnTo>
                  <a:pt x="2867" y="108"/>
                </a:lnTo>
                <a:lnTo>
                  <a:pt x="2868" y="108"/>
                </a:lnTo>
                <a:lnTo>
                  <a:pt x="2869" y="108"/>
                </a:lnTo>
                <a:lnTo>
                  <a:pt x="2870" y="108"/>
                </a:lnTo>
                <a:lnTo>
                  <a:pt x="2872" y="108"/>
                </a:lnTo>
                <a:lnTo>
                  <a:pt x="2873" y="108"/>
                </a:lnTo>
                <a:lnTo>
                  <a:pt x="2875" y="107"/>
                </a:lnTo>
                <a:lnTo>
                  <a:pt x="2876" y="107"/>
                </a:lnTo>
                <a:lnTo>
                  <a:pt x="2878" y="106"/>
                </a:lnTo>
                <a:lnTo>
                  <a:pt x="2878" y="105"/>
                </a:lnTo>
                <a:lnTo>
                  <a:pt x="2878" y="104"/>
                </a:lnTo>
                <a:lnTo>
                  <a:pt x="2878" y="103"/>
                </a:lnTo>
                <a:lnTo>
                  <a:pt x="2877" y="101"/>
                </a:lnTo>
                <a:lnTo>
                  <a:pt x="2877" y="100"/>
                </a:lnTo>
                <a:lnTo>
                  <a:pt x="2878" y="100"/>
                </a:lnTo>
                <a:lnTo>
                  <a:pt x="2878" y="101"/>
                </a:lnTo>
                <a:lnTo>
                  <a:pt x="2878" y="102"/>
                </a:lnTo>
                <a:lnTo>
                  <a:pt x="2879" y="102"/>
                </a:lnTo>
                <a:lnTo>
                  <a:pt x="2879" y="103"/>
                </a:lnTo>
                <a:lnTo>
                  <a:pt x="2878" y="103"/>
                </a:lnTo>
                <a:lnTo>
                  <a:pt x="2878" y="104"/>
                </a:lnTo>
                <a:lnTo>
                  <a:pt x="2879" y="105"/>
                </a:lnTo>
                <a:lnTo>
                  <a:pt x="2879" y="106"/>
                </a:lnTo>
                <a:lnTo>
                  <a:pt x="2880" y="107"/>
                </a:lnTo>
                <a:lnTo>
                  <a:pt x="2880" y="108"/>
                </a:lnTo>
                <a:lnTo>
                  <a:pt x="2881" y="108"/>
                </a:lnTo>
                <a:lnTo>
                  <a:pt x="2882" y="108"/>
                </a:lnTo>
                <a:lnTo>
                  <a:pt x="2883" y="108"/>
                </a:lnTo>
                <a:lnTo>
                  <a:pt x="2884" y="108"/>
                </a:lnTo>
                <a:lnTo>
                  <a:pt x="2885" y="108"/>
                </a:lnTo>
                <a:lnTo>
                  <a:pt x="2886" y="108"/>
                </a:lnTo>
                <a:lnTo>
                  <a:pt x="2887" y="108"/>
                </a:lnTo>
                <a:lnTo>
                  <a:pt x="2888" y="108"/>
                </a:lnTo>
                <a:lnTo>
                  <a:pt x="2889" y="107"/>
                </a:lnTo>
                <a:lnTo>
                  <a:pt x="2890" y="106"/>
                </a:lnTo>
                <a:lnTo>
                  <a:pt x="2891" y="105"/>
                </a:lnTo>
                <a:lnTo>
                  <a:pt x="2891" y="104"/>
                </a:lnTo>
                <a:lnTo>
                  <a:pt x="2891" y="103"/>
                </a:lnTo>
                <a:lnTo>
                  <a:pt x="2890" y="103"/>
                </a:lnTo>
                <a:lnTo>
                  <a:pt x="2889" y="103"/>
                </a:lnTo>
                <a:lnTo>
                  <a:pt x="2889" y="102"/>
                </a:lnTo>
                <a:lnTo>
                  <a:pt x="2891" y="102"/>
                </a:lnTo>
                <a:lnTo>
                  <a:pt x="2891" y="103"/>
                </a:lnTo>
                <a:lnTo>
                  <a:pt x="2891" y="104"/>
                </a:lnTo>
                <a:lnTo>
                  <a:pt x="2891" y="105"/>
                </a:lnTo>
                <a:lnTo>
                  <a:pt x="2892" y="105"/>
                </a:lnTo>
                <a:lnTo>
                  <a:pt x="2892" y="106"/>
                </a:lnTo>
                <a:lnTo>
                  <a:pt x="2893" y="106"/>
                </a:lnTo>
                <a:lnTo>
                  <a:pt x="2893" y="106"/>
                </a:lnTo>
                <a:lnTo>
                  <a:pt x="2895" y="106"/>
                </a:lnTo>
                <a:lnTo>
                  <a:pt x="2896" y="106"/>
                </a:lnTo>
                <a:lnTo>
                  <a:pt x="2897" y="105"/>
                </a:lnTo>
                <a:lnTo>
                  <a:pt x="2898" y="105"/>
                </a:lnTo>
                <a:lnTo>
                  <a:pt x="2899" y="105"/>
                </a:lnTo>
                <a:lnTo>
                  <a:pt x="2899" y="104"/>
                </a:lnTo>
                <a:lnTo>
                  <a:pt x="2900" y="104"/>
                </a:lnTo>
                <a:lnTo>
                  <a:pt x="2900" y="103"/>
                </a:lnTo>
                <a:lnTo>
                  <a:pt x="2900" y="102"/>
                </a:lnTo>
                <a:lnTo>
                  <a:pt x="2900" y="101"/>
                </a:lnTo>
                <a:lnTo>
                  <a:pt x="2901" y="101"/>
                </a:lnTo>
                <a:lnTo>
                  <a:pt x="2901" y="100"/>
                </a:lnTo>
                <a:lnTo>
                  <a:pt x="2901" y="101"/>
                </a:lnTo>
                <a:lnTo>
                  <a:pt x="2902" y="101"/>
                </a:lnTo>
                <a:lnTo>
                  <a:pt x="2902" y="102"/>
                </a:lnTo>
                <a:lnTo>
                  <a:pt x="2903" y="103"/>
                </a:lnTo>
                <a:lnTo>
                  <a:pt x="2904" y="103"/>
                </a:lnTo>
                <a:lnTo>
                  <a:pt x="2905" y="103"/>
                </a:lnTo>
                <a:lnTo>
                  <a:pt x="2905" y="102"/>
                </a:lnTo>
                <a:lnTo>
                  <a:pt x="2906" y="102"/>
                </a:lnTo>
                <a:lnTo>
                  <a:pt x="2907" y="102"/>
                </a:lnTo>
                <a:lnTo>
                  <a:pt x="2908" y="102"/>
                </a:lnTo>
                <a:lnTo>
                  <a:pt x="2908" y="101"/>
                </a:lnTo>
                <a:lnTo>
                  <a:pt x="2908" y="100"/>
                </a:lnTo>
                <a:lnTo>
                  <a:pt x="2909" y="100"/>
                </a:lnTo>
                <a:lnTo>
                  <a:pt x="2909" y="99"/>
                </a:lnTo>
                <a:lnTo>
                  <a:pt x="2910" y="99"/>
                </a:lnTo>
                <a:lnTo>
                  <a:pt x="2910" y="98"/>
                </a:lnTo>
                <a:lnTo>
                  <a:pt x="2911" y="98"/>
                </a:lnTo>
                <a:lnTo>
                  <a:pt x="2911" y="97"/>
                </a:lnTo>
                <a:lnTo>
                  <a:pt x="2911" y="96"/>
                </a:lnTo>
                <a:lnTo>
                  <a:pt x="2911" y="95"/>
                </a:lnTo>
                <a:lnTo>
                  <a:pt x="2912" y="95"/>
                </a:lnTo>
                <a:lnTo>
                  <a:pt x="2912" y="96"/>
                </a:lnTo>
                <a:lnTo>
                  <a:pt x="2913" y="96"/>
                </a:lnTo>
                <a:lnTo>
                  <a:pt x="2914" y="96"/>
                </a:lnTo>
                <a:lnTo>
                  <a:pt x="2915" y="95"/>
                </a:lnTo>
                <a:lnTo>
                  <a:pt x="2915" y="94"/>
                </a:lnTo>
                <a:lnTo>
                  <a:pt x="2915" y="93"/>
                </a:lnTo>
                <a:lnTo>
                  <a:pt x="2914" y="93"/>
                </a:lnTo>
                <a:lnTo>
                  <a:pt x="2913" y="93"/>
                </a:lnTo>
                <a:lnTo>
                  <a:pt x="2913" y="94"/>
                </a:lnTo>
                <a:lnTo>
                  <a:pt x="2912" y="93"/>
                </a:lnTo>
                <a:lnTo>
                  <a:pt x="2913" y="92"/>
                </a:lnTo>
                <a:lnTo>
                  <a:pt x="2914" y="92"/>
                </a:lnTo>
                <a:lnTo>
                  <a:pt x="2914" y="91"/>
                </a:lnTo>
                <a:lnTo>
                  <a:pt x="2915" y="91"/>
                </a:lnTo>
                <a:lnTo>
                  <a:pt x="2916" y="91"/>
                </a:lnTo>
                <a:lnTo>
                  <a:pt x="2917" y="90"/>
                </a:lnTo>
                <a:lnTo>
                  <a:pt x="2918" y="90"/>
                </a:lnTo>
                <a:lnTo>
                  <a:pt x="2919" y="89"/>
                </a:lnTo>
                <a:lnTo>
                  <a:pt x="2919" y="88"/>
                </a:lnTo>
                <a:lnTo>
                  <a:pt x="2920" y="87"/>
                </a:lnTo>
                <a:lnTo>
                  <a:pt x="2920" y="86"/>
                </a:lnTo>
                <a:lnTo>
                  <a:pt x="2921" y="86"/>
                </a:lnTo>
                <a:lnTo>
                  <a:pt x="2921" y="85"/>
                </a:lnTo>
                <a:lnTo>
                  <a:pt x="2922" y="84"/>
                </a:lnTo>
                <a:lnTo>
                  <a:pt x="2923" y="84"/>
                </a:lnTo>
                <a:lnTo>
                  <a:pt x="2924" y="83"/>
                </a:lnTo>
                <a:lnTo>
                  <a:pt x="2925" y="82"/>
                </a:lnTo>
                <a:lnTo>
                  <a:pt x="2926" y="81"/>
                </a:lnTo>
                <a:lnTo>
                  <a:pt x="2926" y="80"/>
                </a:lnTo>
                <a:lnTo>
                  <a:pt x="2927" y="80"/>
                </a:lnTo>
                <a:lnTo>
                  <a:pt x="2927" y="79"/>
                </a:lnTo>
                <a:lnTo>
                  <a:pt x="2928" y="79"/>
                </a:lnTo>
                <a:lnTo>
                  <a:pt x="2929" y="78"/>
                </a:lnTo>
                <a:lnTo>
                  <a:pt x="2930" y="78"/>
                </a:lnTo>
                <a:lnTo>
                  <a:pt x="2930" y="77"/>
                </a:lnTo>
                <a:lnTo>
                  <a:pt x="2931" y="77"/>
                </a:lnTo>
                <a:lnTo>
                  <a:pt x="2932" y="76"/>
                </a:lnTo>
                <a:lnTo>
                  <a:pt x="2933" y="75"/>
                </a:lnTo>
                <a:lnTo>
                  <a:pt x="2934" y="74"/>
                </a:lnTo>
                <a:lnTo>
                  <a:pt x="2935" y="74"/>
                </a:lnTo>
                <a:lnTo>
                  <a:pt x="2935" y="73"/>
                </a:lnTo>
                <a:lnTo>
                  <a:pt x="2936" y="73"/>
                </a:lnTo>
                <a:lnTo>
                  <a:pt x="2937" y="73"/>
                </a:lnTo>
                <a:lnTo>
                  <a:pt x="2938" y="72"/>
                </a:lnTo>
                <a:lnTo>
                  <a:pt x="2939" y="72"/>
                </a:lnTo>
                <a:lnTo>
                  <a:pt x="2940" y="72"/>
                </a:lnTo>
                <a:lnTo>
                  <a:pt x="2941" y="72"/>
                </a:lnTo>
                <a:lnTo>
                  <a:pt x="2941" y="71"/>
                </a:lnTo>
                <a:lnTo>
                  <a:pt x="2942" y="71"/>
                </a:lnTo>
                <a:lnTo>
                  <a:pt x="2943" y="71"/>
                </a:lnTo>
                <a:lnTo>
                  <a:pt x="2944" y="71"/>
                </a:lnTo>
                <a:lnTo>
                  <a:pt x="2945" y="71"/>
                </a:lnTo>
                <a:lnTo>
                  <a:pt x="2946" y="71"/>
                </a:lnTo>
                <a:lnTo>
                  <a:pt x="2947" y="71"/>
                </a:lnTo>
                <a:lnTo>
                  <a:pt x="2948" y="71"/>
                </a:lnTo>
                <a:lnTo>
                  <a:pt x="2949" y="70"/>
                </a:lnTo>
                <a:lnTo>
                  <a:pt x="2949" y="70"/>
                </a:lnTo>
                <a:lnTo>
                  <a:pt x="2950" y="70"/>
                </a:lnTo>
                <a:lnTo>
                  <a:pt x="2951" y="70"/>
                </a:lnTo>
                <a:lnTo>
                  <a:pt x="2951" y="70"/>
                </a:lnTo>
                <a:lnTo>
                  <a:pt x="2952" y="70"/>
                </a:lnTo>
                <a:lnTo>
                  <a:pt x="2953" y="70"/>
                </a:lnTo>
                <a:lnTo>
                  <a:pt x="2954" y="70"/>
                </a:lnTo>
                <a:lnTo>
                  <a:pt x="2955" y="70"/>
                </a:lnTo>
                <a:lnTo>
                  <a:pt x="2956" y="70"/>
                </a:lnTo>
                <a:lnTo>
                  <a:pt x="2956" y="69"/>
                </a:lnTo>
                <a:lnTo>
                  <a:pt x="2957" y="69"/>
                </a:lnTo>
                <a:lnTo>
                  <a:pt x="2958" y="68"/>
                </a:lnTo>
                <a:lnTo>
                  <a:pt x="2959" y="68"/>
                </a:lnTo>
                <a:lnTo>
                  <a:pt x="2960" y="68"/>
                </a:lnTo>
                <a:lnTo>
                  <a:pt x="2961" y="68"/>
                </a:lnTo>
                <a:lnTo>
                  <a:pt x="2962" y="67"/>
                </a:lnTo>
                <a:lnTo>
                  <a:pt x="2963" y="67"/>
                </a:lnTo>
                <a:lnTo>
                  <a:pt x="2964" y="67"/>
                </a:lnTo>
                <a:lnTo>
                  <a:pt x="2965" y="67"/>
                </a:lnTo>
                <a:lnTo>
                  <a:pt x="2967" y="66"/>
                </a:lnTo>
                <a:lnTo>
                  <a:pt x="2968" y="66"/>
                </a:lnTo>
                <a:lnTo>
                  <a:pt x="2968" y="67"/>
                </a:lnTo>
                <a:lnTo>
                  <a:pt x="2968" y="69"/>
                </a:lnTo>
                <a:lnTo>
                  <a:pt x="2969" y="69"/>
                </a:lnTo>
                <a:lnTo>
                  <a:pt x="2969" y="68"/>
                </a:lnTo>
                <a:lnTo>
                  <a:pt x="2969" y="67"/>
                </a:lnTo>
                <a:lnTo>
                  <a:pt x="2969" y="66"/>
                </a:lnTo>
                <a:lnTo>
                  <a:pt x="2969" y="65"/>
                </a:lnTo>
                <a:lnTo>
                  <a:pt x="2970" y="64"/>
                </a:lnTo>
                <a:lnTo>
                  <a:pt x="2970" y="63"/>
                </a:lnTo>
                <a:lnTo>
                  <a:pt x="2970" y="62"/>
                </a:lnTo>
                <a:lnTo>
                  <a:pt x="2971" y="61"/>
                </a:lnTo>
                <a:lnTo>
                  <a:pt x="2971" y="62"/>
                </a:lnTo>
                <a:lnTo>
                  <a:pt x="2970" y="63"/>
                </a:lnTo>
                <a:lnTo>
                  <a:pt x="2970" y="64"/>
                </a:lnTo>
                <a:lnTo>
                  <a:pt x="2970" y="65"/>
                </a:lnTo>
                <a:lnTo>
                  <a:pt x="2970" y="66"/>
                </a:lnTo>
                <a:lnTo>
                  <a:pt x="2970" y="67"/>
                </a:lnTo>
                <a:lnTo>
                  <a:pt x="2971" y="67"/>
                </a:lnTo>
                <a:lnTo>
                  <a:pt x="2972" y="67"/>
                </a:lnTo>
                <a:lnTo>
                  <a:pt x="2973" y="67"/>
                </a:lnTo>
                <a:lnTo>
                  <a:pt x="2974" y="67"/>
                </a:lnTo>
                <a:lnTo>
                  <a:pt x="2974" y="66"/>
                </a:lnTo>
                <a:lnTo>
                  <a:pt x="2974" y="65"/>
                </a:lnTo>
                <a:lnTo>
                  <a:pt x="2974" y="64"/>
                </a:lnTo>
                <a:lnTo>
                  <a:pt x="2975" y="63"/>
                </a:lnTo>
                <a:lnTo>
                  <a:pt x="2975" y="62"/>
                </a:lnTo>
                <a:lnTo>
                  <a:pt x="2975" y="61"/>
                </a:lnTo>
                <a:lnTo>
                  <a:pt x="2974" y="61"/>
                </a:lnTo>
                <a:lnTo>
                  <a:pt x="2975" y="61"/>
                </a:lnTo>
                <a:lnTo>
                  <a:pt x="2976" y="61"/>
                </a:lnTo>
                <a:lnTo>
                  <a:pt x="2976" y="60"/>
                </a:lnTo>
                <a:lnTo>
                  <a:pt x="2977" y="60"/>
                </a:lnTo>
                <a:lnTo>
                  <a:pt x="2977" y="59"/>
                </a:lnTo>
                <a:lnTo>
                  <a:pt x="2978" y="59"/>
                </a:lnTo>
                <a:lnTo>
                  <a:pt x="2978" y="60"/>
                </a:lnTo>
                <a:lnTo>
                  <a:pt x="2977" y="60"/>
                </a:lnTo>
                <a:lnTo>
                  <a:pt x="2977" y="61"/>
                </a:lnTo>
                <a:lnTo>
                  <a:pt x="2976" y="61"/>
                </a:lnTo>
                <a:lnTo>
                  <a:pt x="2976" y="62"/>
                </a:lnTo>
                <a:lnTo>
                  <a:pt x="2975" y="62"/>
                </a:lnTo>
                <a:lnTo>
                  <a:pt x="2975" y="63"/>
                </a:lnTo>
                <a:lnTo>
                  <a:pt x="2975" y="64"/>
                </a:lnTo>
                <a:lnTo>
                  <a:pt x="2975" y="65"/>
                </a:lnTo>
                <a:lnTo>
                  <a:pt x="2975" y="66"/>
                </a:lnTo>
                <a:lnTo>
                  <a:pt x="2975" y="67"/>
                </a:lnTo>
                <a:lnTo>
                  <a:pt x="2977" y="68"/>
                </a:lnTo>
                <a:lnTo>
                  <a:pt x="2978" y="69"/>
                </a:lnTo>
                <a:lnTo>
                  <a:pt x="2979" y="69"/>
                </a:lnTo>
                <a:lnTo>
                  <a:pt x="2980" y="69"/>
                </a:lnTo>
                <a:lnTo>
                  <a:pt x="2981" y="68"/>
                </a:lnTo>
                <a:lnTo>
                  <a:pt x="2981" y="67"/>
                </a:lnTo>
                <a:lnTo>
                  <a:pt x="2981" y="66"/>
                </a:lnTo>
                <a:lnTo>
                  <a:pt x="2981" y="65"/>
                </a:lnTo>
                <a:lnTo>
                  <a:pt x="2981" y="64"/>
                </a:lnTo>
                <a:lnTo>
                  <a:pt x="2982" y="65"/>
                </a:lnTo>
                <a:lnTo>
                  <a:pt x="2982" y="66"/>
                </a:lnTo>
                <a:lnTo>
                  <a:pt x="2982" y="67"/>
                </a:lnTo>
                <a:lnTo>
                  <a:pt x="2982" y="68"/>
                </a:lnTo>
                <a:lnTo>
                  <a:pt x="2983" y="68"/>
                </a:lnTo>
                <a:lnTo>
                  <a:pt x="2985" y="68"/>
                </a:lnTo>
                <a:lnTo>
                  <a:pt x="2987" y="68"/>
                </a:lnTo>
                <a:lnTo>
                  <a:pt x="2989" y="68"/>
                </a:lnTo>
                <a:lnTo>
                  <a:pt x="2990" y="67"/>
                </a:lnTo>
                <a:lnTo>
                  <a:pt x="2991" y="67"/>
                </a:lnTo>
                <a:lnTo>
                  <a:pt x="2992" y="67"/>
                </a:lnTo>
                <a:lnTo>
                  <a:pt x="2991" y="66"/>
                </a:lnTo>
                <a:lnTo>
                  <a:pt x="2992" y="66"/>
                </a:lnTo>
                <a:lnTo>
                  <a:pt x="2992" y="65"/>
                </a:lnTo>
                <a:lnTo>
                  <a:pt x="2992" y="64"/>
                </a:lnTo>
                <a:lnTo>
                  <a:pt x="2993" y="65"/>
                </a:lnTo>
                <a:lnTo>
                  <a:pt x="2994" y="65"/>
                </a:lnTo>
                <a:lnTo>
                  <a:pt x="2995" y="65"/>
                </a:lnTo>
                <a:lnTo>
                  <a:pt x="2996" y="65"/>
                </a:lnTo>
                <a:lnTo>
                  <a:pt x="2997" y="65"/>
                </a:lnTo>
                <a:lnTo>
                  <a:pt x="2998" y="65"/>
                </a:lnTo>
                <a:lnTo>
                  <a:pt x="2999" y="64"/>
                </a:lnTo>
                <a:lnTo>
                  <a:pt x="2999" y="63"/>
                </a:lnTo>
                <a:lnTo>
                  <a:pt x="2999" y="62"/>
                </a:lnTo>
                <a:lnTo>
                  <a:pt x="3000" y="62"/>
                </a:lnTo>
                <a:lnTo>
                  <a:pt x="3001" y="62"/>
                </a:lnTo>
                <a:lnTo>
                  <a:pt x="3002" y="62"/>
                </a:lnTo>
                <a:lnTo>
                  <a:pt x="3003" y="63"/>
                </a:lnTo>
                <a:lnTo>
                  <a:pt x="3003" y="64"/>
                </a:lnTo>
                <a:lnTo>
                  <a:pt x="3003" y="65"/>
                </a:lnTo>
                <a:lnTo>
                  <a:pt x="3004" y="66"/>
                </a:lnTo>
                <a:lnTo>
                  <a:pt x="3004" y="67"/>
                </a:lnTo>
                <a:lnTo>
                  <a:pt x="3002" y="67"/>
                </a:lnTo>
                <a:lnTo>
                  <a:pt x="3003" y="69"/>
                </a:lnTo>
                <a:lnTo>
                  <a:pt x="3004" y="69"/>
                </a:lnTo>
                <a:lnTo>
                  <a:pt x="3003" y="69"/>
                </a:lnTo>
                <a:lnTo>
                  <a:pt x="3004" y="69"/>
                </a:lnTo>
                <a:lnTo>
                  <a:pt x="3005" y="69"/>
                </a:lnTo>
                <a:lnTo>
                  <a:pt x="3005" y="70"/>
                </a:lnTo>
                <a:lnTo>
                  <a:pt x="3005" y="70"/>
                </a:lnTo>
                <a:lnTo>
                  <a:pt x="3005" y="70"/>
                </a:lnTo>
                <a:lnTo>
                  <a:pt x="3005" y="71"/>
                </a:lnTo>
                <a:lnTo>
                  <a:pt x="3005" y="72"/>
                </a:lnTo>
                <a:lnTo>
                  <a:pt x="3006" y="73"/>
                </a:lnTo>
                <a:lnTo>
                  <a:pt x="3006" y="74"/>
                </a:lnTo>
                <a:lnTo>
                  <a:pt x="3007" y="74"/>
                </a:lnTo>
                <a:lnTo>
                  <a:pt x="3008" y="75"/>
                </a:lnTo>
                <a:lnTo>
                  <a:pt x="3008" y="76"/>
                </a:lnTo>
                <a:lnTo>
                  <a:pt x="3009" y="77"/>
                </a:lnTo>
                <a:lnTo>
                  <a:pt x="3009" y="78"/>
                </a:lnTo>
                <a:lnTo>
                  <a:pt x="3010" y="79"/>
                </a:lnTo>
                <a:lnTo>
                  <a:pt x="3011" y="80"/>
                </a:lnTo>
                <a:lnTo>
                  <a:pt x="3011" y="81"/>
                </a:lnTo>
                <a:lnTo>
                  <a:pt x="3012" y="81"/>
                </a:lnTo>
                <a:lnTo>
                  <a:pt x="3013" y="82"/>
                </a:lnTo>
                <a:lnTo>
                  <a:pt x="3014" y="82"/>
                </a:lnTo>
                <a:lnTo>
                  <a:pt x="3015" y="82"/>
                </a:lnTo>
                <a:lnTo>
                  <a:pt x="3018" y="82"/>
                </a:lnTo>
                <a:lnTo>
                  <a:pt x="3020" y="82"/>
                </a:lnTo>
                <a:lnTo>
                  <a:pt x="3021" y="82"/>
                </a:lnTo>
                <a:lnTo>
                  <a:pt x="3022" y="83"/>
                </a:lnTo>
                <a:lnTo>
                  <a:pt x="3023" y="83"/>
                </a:lnTo>
                <a:lnTo>
                  <a:pt x="3024" y="83"/>
                </a:lnTo>
                <a:lnTo>
                  <a:pt x="3025" y="82"/>
                </a:lnTo>
                <a:lnTo>
                  <a:pt x="3024" y="81"/>
                </a:lnTo>
                <a:lnTo>
                  <a:pt x="3024" y="80"/>
                </a:lnTo>
                <a:lnTo>
                  <a:pt x="3024" y="79"/>
                </a:lnTo>
                <a:lnTo>
                  <a:pt x="3023" y="79"/>
                </a:lnTo>
                <a:lnTo>
                  <a:pt x="3023" y="78"/>
                </a:lnTo>
                <a:lnTo>
                  <a:pt x="3022" y="78"/>
                </a:lnTo>
                <a:lnTo>
                  <a:pt x="3022" y="77"/>
                </a:lnTo>
                <a:lnTo>
                  <a:pt x="3021" y="76"/>
                </a:lnTo>
                <a:lnTo>
                  <a:pt x="3020" y="75"/>
                </a:lnTo>
                <a:lnTo>
                  <a:pt x="3019" y="75"/>
                </a:lnTo>
                <a:lnTo>
                  <a:pt x="3019" y="74"/>
                </a:lnTo>
                <a:lnTo>
                  <a:pt x="3018" y="73"/>
                </a:lnTo>
                <a:lnTo>
                  <a:pt x="3017" y="74"/>
                </a:lnTo>
                <a:lnTo>
                  <a:pt x="3017" y="75"/>
                </a:lnTo>
                <a:lnTo>
                  <a:pt x="3018" y="75"/>
                </a:lnTo>
                <a:lnTo>
                  <a:pt x="3018" y="76"/>
                </a:lnTo>
                <a:lnTo>
                  <a:pt x="3018" y="77"/>
                </a:lnTo>
                <a:lnTo>
                  <a:pt x="3017" y="77"/>
                </a:lnTo>
                <a:lnTo>
                  <a:pt x="3021" y="80"/>
                </a:lnTo>
                <a:lnTo>
                  <a:pt x="3021" y="79"/>
                </a:lnTo>
                <a:lnTo>
                  <a:pt x="3021" y="80"/>
                </a:lnTo>
                <a:lnTo>
                  <a:pt x="3020" y="80"/>
                </a:lnTo>
                <a:lnTo>
                  <a:pt x="3017" y="78"/>
                </a:lnTo>
                <a:lnTo>
                  <a:pt x="3017" y="77"/>
                </a:lnTo>
                <a:lnTo>
                  <a:pt x="3016" y="77"/>
                </a:lnTo>
                <a:lnTo>
                  <a:pt x="3015" y="77"/>
                </a:lnTo>
                <a:lnTo>
                  <a:pt x="3015" y="76"/>
                </a:lnTo>
                <a:lnTo>
                  <a:pt x="3014" y="76"/>
                </a:lnTo>
                <a:lnTo>
                  <a:pt x="3013" y="76"/>
                </a:lnTo>
                <a:lnTo>
                  <a:pt x="3013" y="75"/>
                </a:lnTo>
                <a:lnTo>
                  <a:pt x="3013" y="74"/>
                </a:lnTo>
                <a:lnTo>
                  <a:pt x="3013" y="73"/>
                </a:lnTo>
                <a:lnTo>
                  <a:pt x="3014" y="73"/>
                </a:lnTo>
                <a:lnTo>
                  <a:pt x="3014" y="74"/>
                </a:lnTo>
                <a:lnTo>
                  <a:pt x="3015" y="74"/>
                </a:lnTo>
                <a:lnTo>
                  <a:pt x="3014" y="73"/>
                </a:lnTo>
                <a:lnTo>
                  <a:pt x="3015" y="73"/>
                </a:lnTo>
                <a:lnTo>
                  <a:pt x="3016" y="74"/>
                </a:lnTo>
                <a:lnTo>
                  <a:pt x="3017" y="72"/>
                </a:lnTo>
                <a:lnTo>
                  <a:pt x="3015" y="71"/>
                </a:lnTo>
                <a:lnTo>
                  <a:pt x="3014" y="71"/>
                </a:lnTo>
                <a:lnTo>
                  <a:pt x="3013" y="71"/>
                </a:lnTo>
                <a:lnTo>
                  <a:pt x="3012" y="71"/>
                </a:lnTo>
                <a:lnTo>
                  <a:pt x="3012" y="70"/>
                </a:lnTo>
                <a:lnTo>
                  <a:pt x="3011" y="72"/>
                </a:lnTo>
                <a:lnTo>
                  <a:pt x="3009" y="73"/>
                </a:lnTo>
                <a:lnTo>
                  <a:pt x="3008" y="72"/>
                </a:lnTo>
                <a:lnTo>
                  <a:pt x="3007" y="71"/>
                </a:lnTo>
                <a:lnTo>
                  <a:pt x="3007" y="70"/>
                </a:lnTo>
                <a:lnTo>
                  <a:pt x="3007" y="70"/>
                </a:lnTo>
                <a:lnTo>
                  <a:pt x="3007" y="69"/>
                </a:lnTo>
                <a:lnTo>
                  <a:pt x="3006" y="68"/>
                </a:lnTo>
                <a:lnTo>
                  <a:pt x="3006" y="67"/>
                </a:lnTo>
                <a:lnTo>
                  <a:pt x="3005" y="67"/>
                </a:lnTo>
                <a:lnTo>
                  <a:pt x="3005" y="66"/>
                </a:lnTo>
                <a:lnTo>
                  <a:pt x="3005" y="65"/>
                </a:lnTo>
                <a:lnTo>
                  <a:pt x="3005" y="64"/>
                </a:lnTo>
                <a:lnTo>
                  <a:pt x="3005" y="63"/>
                </a:lnTo>
                <a:lnTo>
                  <a:pt x="3005" y="62"/>
                </a:lnTo>
                <a:lnTo>
                  <a:pt x="3004" y="62"/>
                </a:lnTo>
                <a:lnTo>
                  <a:pt x="3004" y="61"/>
                </a:lnTo>
                <a:lnTo>
                  <a:pt x="3004" y="60"/>
                </a:lnTo>
                <a:lnTo>
                  <a:pt x="3003" y="60"/>
                </a:lnTo>
                <a:lnTo>
                  <a:pt x="3003" y="59"/>
                </a:lnTo>
                <a:lnTo>
                  <a:pt x="3003" y="58"/>
                </a:lnTo>
                <a:lnTo>
                  <a:pt x="3002" y="58"/>
                </a:lnTo>
                <a:lnTo>
                  <a:pt x="3003" y="58"/>
                </a:lnTo>
                <a:lnTo>
                  <a:pt x="3003" y="57"/>
                </a:lnTo>
                <a:lnTo>
                  <a:pt x="3003" y="56"/>
                </a:lnTo>
                <a:lnTo>
                  <a:pt x="3004" y="57"/>
                </a:lnTo>
                <a:lnTo>
                  <a:pt x="3005" y="58"/>
                </a:lnTo>
                <a:lnTo>
                  <a:pt x="3005" y="59"/>
                </a:lnTo>
                <a:lnTo>
                  <a:pt x="3005" y="60"/>
                </a:lnTo>
                <a:lnTo>
                  <a:pt x="3006" y="60"/>
                </a:lnTo>
                <a:lnTo>
                  <a:pt x="3007" y="60"/>
                </a:lnTo>
                <a:lnTo>
                  <a:pt x="3007" y="59"/>
                </a:lnTo>
                <a:lnTo>
                  <a:pt x="3008" y="59"/>
                </a:lnTo>
                <a:lnTo>
                  <a:pt x="3007" y="58"/>
                </a:lnTo>
                <a:lnTo>
                  <a:pt x="3006" y="56"/>
                </a:lnTo>
                <a:lnTo>
                  <a:pt x="3007" y="57"/>
                </a:lnTo>
                <a:lnTo>
                  <a:pt x="3008" y="58"/>
                </a:lnTo>
                <a:lnTo>
                  <a:pt x="3008" y="59"/>
                </a:lnTo>
                <a:lnTo>
                  <a:pt x="3009" y="59"/>
                </a:lnTo>
                <a:lnTo>
                  <a:pt x="3010" y="59"/>
                </a:lnTo>
                <a:lnTo>
                  <a:pt x="3009" y="57"/>
                </a:lnTo>
                <a:lnTo>
                  <a:pt x="3008" y="56"/>
                </a:lnTo>
                <a:lnTo>
                  <a:pt x="3009" y="56"/>
                </a:lnTo>
                <a:lnTo>
                  <a:pt x="3010" y="57"/>
                </a:lnTo>
                <a:lnTo>
                  <a:pt x="3010" y="59"/>
                </a:lnTo>
                <a:lnTo>
                  <a:pt x="3011" y="58"/>
                </a:lnTo>
                <a:lnTo>
                  <a:pt x="3011" y="57"/>
                </a:lnTo>
                <a:lnTo>
                  <a:pt x="3012" y="57"/>
                </a:lnTo>
                <a:lnTo>
                  <a:pt x="3011" y="56"/>
                </a:lnTo>
                <a:lnTo>
                  <a:pt x="3012" y="57"/>
                </a:lnTo>
                <a:lnTo>
                  <a:pt x="3013" y="57"/>
                </a:lnTo>
                <a:lnTo>
                  <a:pt x="3013" y="56"/>
                </a:lnTo>
                <a:lnTo>
                  <a:pt x="3014" y="56"/>
                </a:lnTo>
                <a:lnTo>
                  <a:pt x="3015" y="57"/>
                </a:lnTo>
                <a:lnTo>
                  <a:pt x="3016" y="58"/>
                </a:lnTo>
                <a:lnTo>
                  <a:pt x="3017" y="58"/>
                </a:lnTo>
                <a:lnTo>
                  <a:pt x="3018" y="58"/>
                </a:lnTo>
                <a:lnTo>
                  <a:pt x="3019" y="58"/>
                </a:lnTo>
                <a:lnTo>
                  <a:pt x="3019" y="57"/>
                </a:lnTo>
                <a:lnTo>
                  <a:pt x="3020" y="56"/>
                </a:lnTo>
                <a:lnTo>
                  <a:pt x="3021" y="56"/>
                </a:lnTo>
                <a:lnTo>
                  <a:pt x="3020" y="56"/>
                </a:lnTo>
                <a:lnTo>
                  <a:pt x="3020" y="58"/>
                </a:lnTo>
                <a:lnTo>
                  <a:pt x="3019" y="59"/>
                </a:lnTo>
                <a:lnTo>
                  <a:pt x="3019" y="60"/>
                </a:lnTo>
                <a:lnTo>
                  <a:pt x="3019" y="61"/>
                </a:lnTo>
                <a:lnTo>
                  <a:pt x="3020" y="61"/>
                </a:lnTo>
                <a:lnTo>
                  <a:pt x="3020" y="62"/>
                </a:lnTo>
                <a:lnTo>
                  <a:pt x="3021" y="62"/>
                </a:lnTo>
                <a:lnTo>
                  <a:pt x="3022" y="63"/>
                </a:lnTo>
                <a:lnTo>
                  <a:pt x="3022" y="64"/>
                </a:lnTo>
                <a:lnTo>
                  <a:pt x="3023" y="64"/>
                </a:lnTo>
                <a:lnTo>
                  <a:pt x="3023" y="65"/>
                </a:lnTo>
                <a:lnTo>
                  <a:pt x="3024" y="65"/>
                </a:lnTo>
                <a:lnTo>
                  <a:pt x="3025" y="66"/>
                </a:lnTo>
                <a:lnTo>
                  <a:pt x="3026" y="66"/>
                </a:lnTo>
                <a:lnTo>
                  <a:pt x="3028" y="66"/>
                </a:lnTo>
                <a:lnTo>
                  <a:pt x="3029" y="65"/>
                </a:lnTo>
                <a:lnTo>
                  <a:pt x="3030" y="65"/>
                </a:lnTo>
                <a:lnTo>
                  <a:pt x="3028" y="67"/>
                </a:lnTo>
                <a:lnTo>
                  <a:pt x="3029" y="68"/>
                </a:lnTo>
                <a:lnTo>
                  <a:pt x="3030" y="69"/>
                </a:lnTo>
                <a:lnTo>
                  <a:pt x="3031" y="70"/>
                </a:lnTo>
                <a:lnTo>
                  <a:pt x="3032" y="70"/>
                </a:lnTo>
                <a:lnTo>
                  <a:pt x="3033" y="70"/>
                </a:lnTo>
                <a:lnTo>
                  <a:pt x="3034" y="70"/>
                </a:lnTo>
                <a:lnTo>
                  <a:pt x="3034" y="70"/>
                </a:lnTo>
                <a:lnTo>
                  <a:pt x="3034" y="70"/>
                </a:lnTo>
                <a:lnTo>
                  <a:pt x="3034" y="69"/>
                </a:lnTo>
                <a:lnTo>
                  <a:pt x="3034" y="68"/>
                </a:lnTo>
                <a:lnTo>
                  <a:pt x="3034" y="67"/>
                </a:lnTo>
                <a:lnTo>
                  <a:pt x="3034" y="66"/>
                </a:lnTo>
                <a:lnTo>
                  <a:pt x="3035" y="66"/>
                </a:lnTo>
                <a:lnTo>
                  <a:pt x="3035" y="67"/>
                </a:lnTo>
                <a:lnTo>
                  <a:pt x="3035" y="68"/>
                </a:lnTo>
                <a:lnTo>
                  <a:pt x="3035" y="69"/>
                </a:lnTo>
                <a:lnTo>
                  <a:pt x="3035" y="70"/>
                </a:lnTo>
                <a:lnTo>
                  <a:pt x="3034" y="70"/>
                </a:lnTo>
                <a:lnTo>
                  <a:pt x="3034" y="71"/>
                </a:lnTo>
                <a:lnTo>
                  <a:pt x="3034" y="72"/>
                </a:lnTo>
                <a:lnTo>
                  <a:pt x="3034" y="73"/>
                </a:lnTo>
                <a:lnTo>
                  <a:pt x="3034" y="74"/>
                </a:lnTo>
                <a:lnTo>
                  <a:pt x="3033" y="74"/>
                </a:lnTo>
                <a:lnTo>
                  <a:pt x="3033" y="75"/>
                </a:lnTo>
                <a:lnTo>
                  <a:pt x="3034" y="76"/>
                </a:lnTo>
                <a:lnTo>
                  <a:pt x="3034" y="77"/>
                </a:lnTo>
                <a:lnTo>
                  <a:pt x="3034" y="77"/>
                </a:lnTo>
                <a:lnTo>
                  <a:pt x="3034" y="78"/>
                </a:lnTo>
                <a:lnTo>
                  <a:pt x="3035" y="78"/>
                </a:lnTo>
                <a:lnTo>
                  <a:pt x="3035" y="79"/>
                </a:lnTo>
                <a:lnTo>
                  <a:pt x="3036" y="79"/>
                </a:lnTo>
                <a:lnTo>
                  <a:pt x="3037" y="80"/>
                </a:lnTo>
                <a:lnTo>
                  <a:pt x="3038" y="81"/>
                </a:lnTo>
                <a:lnTo>
                  <a:pt x="3040" y="82"/>
                </a:lnTo>
                <a:lnTo>
                  <a:pt x="3040" y="83"/>
                </a:lnTo>
                <a:lnTo>
                  <a:pt x="3041" y="83"/>
                </a:lnTo>
                <a:lnTo>
                  <a:pt x="3042" y="83"/>
                </a:lnTo>
                <a:lnTo>
                  <a:pt x="3043" y="83"/>
                </a:lnTo>
                <a:lnTo>
                  <a:pt x="3044" y="83"/>
                </a:lnTo>
                <a:lnTo>
                  <a:pt x="3044" y="84"/>
                </a:lnTo>
                <a:lnTo>
                  <a:pt x="3045" y="85"/>
                </a:lnTo>
                <a:lnTo>
                  <a:pt x="3045" y="86"/>
                </a:lnTo>
                <a:lnTo>
                  <a:pt x="3046" y="86"/>
                </a:lnTo>
                <a:lnTo>
                  <a:pt x="3046" y="87"/>
                </a:lnTo>
                <a:lnTo>
                  <a:pt x="3048" y="88"/>
                </a:lnTo>
                <a:lnTo>
                  <a:pt x="3049" y="89"/>
                </a:lnTo>
                <a:lnTo>
                  <a:pt x="3050" y="89"/>
                </a:lnTo>
                <a:lnTo>
                  <a:pt x="3051" y="90"/>
                </a:lnTo>
                <a:lnTo>
                  <a:pt x="3053" y="91"/>
                </a:lnTo>
                <a:lnTo>
                  <a:pt x="3054" y="92"/>
                </a:lnTo>
                <a:lnTo>
                  <a:pt x="3055" y="92"/>
                </a:lnTo>
                <a:lnTo>
                  <a:pt x="3056" y="93"/>
                </a:lnTo>
                <a:lnTo>
                  <a:pt x="3057" y="93"/>
                </a:lnTo>
                <a:lnTo>
                  <a:pt x="3058" y="94"/>
                </a:lnTo>
                <a:lnTo>
                  <a:pt x="3059" y="94"/>
                </a:lnTo>
                <a:lnTo>
                  <a:pt x="3061" y="95"/>
                </a:lnTo>
                <a:lnTo>
                  <a:pt x="3063" y="96"/>
                </a:lnTo>
                <a:lnTo>
                  <a:pt x="3065" y="97"/>
                </a:lnTo>
                <a:lnTo>
                  <a:pt x="3066" y="97"/>
                </a:lnTo>
                <a:lnTo>
                  <a:pt x="3067" y="98"/>
                </a:lnTo>
                <a:lnTo>
                  <a:pt x="3068" y="98"/>
                </a:lnTo>
                <a:lnTo>
                  <a:pt x="3069" y="98"/>
                </a:lnTo>
                <a:lnTo>
                  <a:pt x="3071" y="99"/>
                </a:lnTo>
                <a:lnTo>
                  <a:pt x="3073" y="99"/>
                </a:lnTo>
                <a:lnTo>
                  <a:pt x="3074" y="99"/>
                </a:lnTo>
                <a:lnTo>
                  <a:pt x="3075" y="99"/>
                </a:lnTo>
                <a:lnTo>
                  <a:pt x="3076" y="99"/>
                </a:lnTo>
                <a:lnTo>
                  <a:pt x="3077" y="99"/>
                </a:lnTo>
                <a:lnTo>
                  <a:pt x="3078" y="99"/>
                </a:lnTo>
                <a:lnTo>
                  <a:pt x="3079" y="99"/>
                </a:lnTo>
                <a:lnTo>
                  <a:pt x="3080" y="99"/>
                </a:lnTo>
                <a:lnTo>
                  <a:pt x="3081" y="99"/>
                </a:lnTo>
                <a:lnTo>
                  <a:pt x="3081" y="99"/>
                </a:lnTo>
                <a:lnTo>
                  <a:pt x="3080" y="98"/>
                </a:lnTo>
                <a:lnTo>
                  <a:pt x="3081" y="98"/>
                </a:lnTo>
                <a:lnTo>
                  <a:pt x="3081" y="99"/>
                </a:lnTo>
                <a:lnTo>
                  <a:pt x="3081" y="99"/>
                </a:lnTo>
                <a:lnTo>
                  <a:pt x="3082" y="99"/>
                </a:lnTo>
                <a:lnTo>
                  <a:pt x="3084" y="99"/>
                </a:lnTo>
                <a:lnTo>
                  <a:pt x="3086" y="99"/>
                </a:lnTo>
                <a:lnTo>
                  <a:pt x="3087" y="99"/>
                </a:lnTo>
                <a:lnTo>
                  <a:pt x="3089" y="99"/>
                </a:lnTo>
                <a:lnTo>
                  <a:pt x="3090" y="99"/>
                </a:lnTo>
                <a:lnTo>
                  <a:pt x="3090" y="99"/>
                </a:lnTo>
                <a:lnTo>
                  <a:pt x="3091" y="99"/>
                </a:lnTo>
                <a:lnTo>
                  <a:pt x="3092" y="99"/>
                </a:lnTo>
                <a:lnTo>
                  <a:pt x="3093" y="99"/>
                </a:lnTo>
                <a:lnTo>
                  <a:pt x="3094" y="99"/>
                </a:lnTo>
                <a:lnTo>
                  <a:pt x="3095" y="99"/>
                </a:lnTo>
                <a:lnTo>
                  <a:pt x="3096" y="99"/>
                </a:lnTo>
                <a:lnTo>
                  <a:pt x="3098" y="99"/>
                </a:lnTo>
                <a:lnTo>
                  <a:pt x="3099" y="99"/>
                </a:lnTo>
                <a:lnTo>
                  <a:pt x="3100" y="99"/>
                </a:lnTo>
                <a:lnTo>
                  <a:pt x="3100" y="99"/>
                </a:lnTo>
                <a:lnTo>
                  <a:pt x="3100" y="99"/>
                </a:lnTo>
                <a:lnTo>
                  <a:pt x="3101" y="99"/>
                </a:lnTo>
                <a:lnTo>
                  <a:pt x="3102" y="99"/>
                </a:lnTo>
                <a:lnTo>
                  <a:pt x="3103" y="99"/>
                </a:lnTo>
                <a:lnTo>
                  <a:pt x="3104" y="98"/>
                </a:lnTo>
                <a:lnTo>
                  <a:pt x="3105" y="98"/>
                </a:lnTo>
                <a:lnTo>
                  <a:pt x="3106" y="98"/>
                </a:lnTo>
                <a:lnTo>
                  <a:pt x="3109" y="98"/>
                </a:lnTo>
                <a:lnTo>
                  <a:pt x="3111" y="98"/>
                </a:lnTo>
                <a:lnTo>
                  <a:pt x="3113" y="98"/>
                </a:lnTo>
                <a:lnTo>
                  <a:pt x="3114" y="98"/>
                </a:lnTo>
                <a:lnTo>
                  <a:pt x="3115" y="98"/>
                </a:lnTo>
                <a:lnTo>
                  <a:pt x="3115" y="99"/>
                </a:lnTo>
                <a:lnTo>
                  <a:pt x="3116" y="99"/>
                </a:lnTo>
                <a:lnTo>
                  <a:pt x="3116" y="99"/>
                </a:lnTo>
                <a:lnTo>
                  <a:pt x="3117" y="99"/>
                </a:lnTo>
                <a:lnTo>
                  <a:pt x="3118" y="99"/>
                </a:lnTo>
                <a:lnTo>
                  <a:pt x="3118" y="100"/>
                </a:lnTo>
                <a:lnTo>
                  <a:pt x="3118" y="100"/>
                </a:lnTo>
                <a:lnTo>
                  <a:pt x="3119" y="100"/>
                </a:lnTo>
                <a:lnTo>
                  <a:pt x="3119" y="101"/>
                </a:lnTo>
                <a:lnTo>
                  <a:pt x="3120" y="101"/>
                </a:lnTo>
                <a:lnTo>
                  <a:pt x="3121" y="102"/>
                </a:lnTo>
                <a:lnTo>
                  <a:pt x="3122" y="102"/>
                </a:lnTo>
                <a:lnTo>
                  <a:pt x="3122" y="103"/>
                </a:lnTo>
                <a:lnTo>
                  <a:pt x="3123" y="103"/>
                </a:lnTo>
                <a:lnTo>
                  <a:pt x="3124" y="104"/>
                </a:lnTo>
                <a:lnTo>
                  <a:pt x="3124" y="105"/>
                </a:lnTo>
                <a:lnTo>
                  <a:pt x="3125" y="105"/>
                </a:lnTo>
                <a:lnTo>
                  <a:pt x="3127" y="106"/>
                </a:lnTo>
                <a:lnTo>
                  <a:pt x="3127" y="107"/>
                </a:lnTo>
                <a:lnTo>
                  <a:pt x="3128" y="107"/>
                </a:lnTo>
                <a:lnTo>
                  <a:pt x="3129" y="107"/>
                </a:lnTo>
                <a:lnTo>
                  <a:pt x="3130" y="107"/>
                </a:lnTo>
                <a:lnTo>
                  <a:pt x="3131" y="107"/>
                </a:lnTo>
                <a:lnTo>
                  <a:pt x="3132" y="107"/>
                </a:lnTo>
                <a:lnTo>
                  <a:pt x="3133" y="106"/>
                </a:lnTo>
                <a:lnTo>
                  <a:pt x="3134" y="106"/>
                </a:lnTo>
                <a:lnTo>
                  <a:pt x="3136" y="107"/>
                </a:lnTo>
                <a:lnTo>
                  <a:pt x="3135" y="107"/>
                </a:lnTo>
                <a:lnTo>
                  <a:pt x="3134" y="107"/>
                </a:lnTo>
                <a:lnTo>
                  <a:pt x="3134" y="108"/>
                </a:lnTo>
                <a:lnTo>
                  <a:pt x="3133" y="108"/>
                </a:lnTo>
                <a:lnTo>
                  <a:pt x="3133" y="109"/>
                </a:lnTo>
                <a:lnTo>
                  <a:pt x="3134" y="109"/>
                </a:lnTo>
                <a:lnTo>
                  <a:pt x="3134" y="110"/>
                </a:lnTo>
                <a:lnTo>
                  <a:pt x="3134" y="111"/>
                </a:lnTo>
                <a:lnTo>
                  <a:pt x="3135" y="111"/>
                </a:lnTo>
                <a:lnTo>
                  <a:pt x="3135" y="112"/>
                </a:lnTo>
                <a:lnTo>
                  <a:pt x="3136" y="112"/>
                </a:lnTo>
                <a:lnTo>
                  <a:pt x="3137" y="113"/>
                </a:lnTo>
                <a:lnTo>
                  <a:pt x="3138" y="113"/>
                </a:lnTo>
                <a:lnTo>
                  <a:pt x="3139" y="113"/>
                </a:lnTo>
                <a:lnTo>
                  <a:pt x="3140" y="113"/>
                </a:lnTo>
                <a:lnTo>
                  <a:pt x="3141" y="113"/>
                </a:lnTo>
                <a:lnTo>
                  <a:pt x="3141" y="112"/>
                </a:lnTo>
                <a:lnTo>
                  <a:pt x="3142" y="112"/>
                </a:lnTo>
                <a:lnTo>
                  <a:pt x="3143" y="111"/>
                </a:lnTo>
                <a:lnTo>
                  <a:pt x="3143" y="110"/>
                </a:lnTo>
                <a:lnTo>
                  <a:pt x="3144" y="110"/>
                </a:lnTo>
                <a:lnTo>
                  <a:pt x="3144" y="109"/>
                </a:lnTo>
                <a:lnTo>
                  <a:pt x="3144" y="108"/>
                </a:lnTo>
                <a:lnTo>
                  <a:pt x="3144" y="107"/>
                </a:lnTo>
                <a:lnTo>
                  <a:pt x="3143" y="107"/>
                </a:lnTo>
                <a:lnTo>
                  <a:pt x="3142" y="107"/>
                </a:lnTo>
                <a:lnTo>
                  <a:pt x="3141" y="107"/>
                </a:lnTo>
                <a:lnTo>
                  <a:pt x="3141" y="106"/>
                </a:lnTo>
                <a:lnTo>
                  <a:pt x="3141" y="105"/>
                </a:lnTo>
                <a:lnTo>
                  <a:pt x="3142" y="105"/>
                </a:lnTo>
                <a:lnTo>
                  <a:pt x="3143" y="105"/>
                </a:lnTo>
                <a:lnTo>
                  <a:pt x="3144" y="105"/>
                </a:lnTo>
                <a:lnTo>
                  <a:pt x="3144" y="104"/>
                </a:lnTo>
                <a:lnTo>
                  <a:pt x="3145" y="104"/>
                </a:lnTo>
                <a:lnTo>
                  <a:pt x="3146" y="103"/>
                </a:lnTo>
                <a:lnTo>
                  <a:pt x="3147" y="103"/>
                </a:lnTo>
                <a:lnTo>
                  <a:pt x="3147" y="104"/>
                </a:lnTo>
                <a:lnTo>
                  <a:pt x="3147" y="105"/>
                </a:lnTo>
                <a:lnTo>
                  <a:pt x="3147" y="106"/>
                </a:lnTo>
                <a:lnTo>
                  <a:pt x="3147" y="106"/>
                </a:lnTo>
                <a:lnTo>
                  <a:pt x="3148" y="106"/>
                </a:lnTo>
                <a:lnTo>
                  <a:pt x="3149" y="106"/>
                </a:lnTo>
                <a:lnTo>
                  <a:pt x="3149" y="107"/>
                </a:lnTo>
                <a:lnTo>
                  <a:pt x="3150" y="107"/>
                </a:lnTo>
                <a:lnTo>
                  <a:pt x="3151" y="107"/>
                </a:lnTo>
                <a:lnTo>
                  <a:pt x="3151" y="108"/>
                </a:lnTo>
                <a:lnTo>
                  <a:pt x="3152" y="108"/>
                </a:lnTo>
                <a:lnTo>
                  <a:pt x="3153" y="108"/>
                </a:lnTo>
                <a:lnTo>
                  <a:pt x="3154" y="109"/>
                </a:lnTo>
                <a:lnTo>
                  <a:pt x="3155" y="109"/>
                </a:lnTo>
                <a:lnTo>
                  <a:pt x="3156" y="110"/>
                </a:lnTo>
                <a:lnTo>
                  <a:pt x="3157" y="110"/>
                </a:lnTo>
                <a:lnTo>
                  <a:pt x="3158" y="110"/>
                </a:lnTo>
                <a:lnTo>
                  <a:pt x="3159" y="110"/>
                </a:lnTo>
                <a:lnTo>
                  <a:pt x="3160" y="110"/>
                </a:lnTo>
                <a:lnTo>
                  <a:pt x="3160" y="109"/>
                </a:lnTo>
                <a:lnTo>
                  <a:pt x="3161" y="109"/>
                </a:lnTo>
                <a:lnTo>
                  <a:pt x="3162" y="110"/>
                </a:lnTo>
                <a:lnTo>
                  <a:pt x="3163" y="110"/>
                </a:lnTo>
                <a:lnTo>
                  <a:pt x="3165" y="111"/>
                </a:lnTo>
                <a:lnTo>
                  <a:pt x="3166" y="111"/>
                </a:lnTo>
                <a:lnTo>
                  <a:pt x="3168" y="111"/>
                </a:lnTo>
                <a:lnTo>
                  <a:pt x="3169" y="111"/>
                </a:lnTo>
                <a:lnTo>
                  <a:pt x="3169" y="110"/>
                </a:lnTo>
                <a:lnTo>
                  <a:pt x="3170" y="110"/>
                </a:lnTo>
                <a:lnTo>
                  <a:pt x="3170" y="111"/>
                </a:lnTo>
                <a:lnTo>
                  <a:pt x="3171" y="110"/>
                </a:lnTo>
                <a:lnTo>
                  <a:pt x="3172" y="110"/>
                </a:lnTo>
                <a:lnTo>
                  <a:pt x="3173" y="110"/>
                </a:lnTo>
                <a:lnTo>
                  <a:pt x="3174" y="110"/>
                </a:lnTo>
                <a:lnTo>
                  <a:pt x="3175" y="110"/>
                </a:lnTo>
                <a:lnTo>
                  <a:pt x="3175" y="110"/>
                </a:lnTo>
                <a:lnTo>
                  <a:pt x="3175" y="109"/>
                </a:lnTo>
                <a:lnTo>
                  <a:pt x="3176" y="109"/>
                </a:lnTo>
                <a:lnTo>
                  <a:pt x="3176" y="110"/>
                </a:lnTo>
                <a:lnTo>
                  <a:pt x="3175" y="110"/>
                </a:lnTo>
                <a:lnTo>
                  <a:pt x="3175" y="111"/>
                </a:lnTo>
                <a:lnTo>
                  <a:pt x="3176" y="111"/>
                </a:lnTo>
                <a:lnTo>
                  <a:pt x="3177" y="112"/>
                </a:lnTo>
                <a:lnTo>
                  <a:pt x="3178" y="112"/>
                </a:lnTo>
                <a:lnTo>
                  <a:pt x="3179" y="112"/>
                </a:lnTo>
                <a:lnTo>
                  <a:pt x="3180" y="113"/>
                </a:lnTo>
                <a:lnTo>
                  <a:pt x="3181" y="113"/>
                </a:lnTo>
                <a:lnTo>
                  <a:pt x="3183" y="114"/>
                </a:lnTo>
                <a:lnTo>
                  <a:pt x="3184" y="114"/>
                </a:lnTo>
                <a:lnTo>
                  <a:pt x="3185" y="114"/>
                </a:lnTo>
                <a:lnTo>
                  <a:pt x="3186" y="114"/>
                </a:lnTo>
                <a:lnTo>
                  <a:pt x="3187" y="114"/>
                </a:lnTo>
                <a:lnTo>
                  <a:pt x="3189" y="114"/>
                </a:lnTo>
                <a:lnTo>
                  <a:pt x="3190" y="113"/>
                </a:lnTo>
                <a:lnTo>
                  <a:pt x="3191" y="113"/>
                </a:lnTo>
                <a:lnTo>
                  <a:pt x="3192" y="113"/>
                </a:lnTo>
                <a:lnTo>
                  <a:pt x="3192" y="112"/>
                </a:lnTo>
                <a:lnTo>
                  <a:pt x="3192" y="113"/>
                </a:lnTo>
                <a:lnTo>
                  <a:pt x="3193" y="113"/>
                </a:lnTo>
                <a:lnTo>
                  <a:pt x="3194" y="114"/>
                </a:lnTo>
                <a:lnTo>
                  <a:pt x="3195" y="114"/>
                </a:lnTo>
                <a:lnTo>
                  <a:pt x="3196" y="114"/>
                </a:lnTo>
                <a:lnTo>
                  <a:pt x="3197" y="115"/>
                </a:lnTo>
                <a:lnTo>
                  <a:pt x="3198" y="115"/>
                </a:lnTo>
                <a:lnTo>
                  <a:pt x="3199" y="115"/>
                </a:lnTo>
                <a:lnTo>
                  <a:pt x="3200" y="115"/>
                </a:lnTo>
                <a:lnTo>
                  <a:pt x="3201" y="115"/>
                </a:lnTo>
                <a:lnTo>
                  <a:pt x="3202" y="115"/>
                </a:lnTo>
                <a:lnTo>
                  <a:pt x="3202" y="116"/>
                </a:lnTo>
                <a:lnTo>
                  <a:pt x="3203" y="116"/>
                </a:lnTo>
                <a:lnTo>
                  <a:pt x="3203" y="117"/>
                </a:lnTo>
                <a:lnTo>
                  <a:pt x="3205" y="117"/>
                </a:lnTo>
                <a:lnTo>
                  <a:pt x="3208" y="118"/>
                </a:lnTo>
                <a:lnTo>
                  <a:pt x="3209" y="118"/>
                </a:lnTo>
                <a:lnTo>
                  <a:pt x="3210" y="118"/>
                </a:lnTo>
                <a:lnTo>
                  <a:pt x="3211" y="118"/>
                </a:lnTo>
                <a:lnTo>
                  <a:pt x="3212" y="118"/>
                </a:lnTo>
                <a:lnTo>
                  <a:pt x="3213" y="118"/>
                </a:lnTo>
                <a:lnTo>
                  <a:pt x="3214" y="118"/>
                </a:lnTo>
                <a:lnTo>
                  <a:pt x="3214" y="117"/>
                </a:lnTo>
                <a:lnTo>
                  <a:pt x="3215" y="117"/>
                </a:lnTo>
                <a:lnTo>
                  <a:pt x="3216" y="116"/>
                </a:lnTo>
                <a:lnTo>
                  <a:pt x="3217" y="115"/>
                </a:lnTo>
                <a:lnTo>
                  <a:pt x="3217" y="114"/>
                </a:lnTo>
                <a:lnTo>
                  <a:pt x="3218" y="114"/>
                </a:lnTo>
                <a:lnTo>
                  <a:pt x="3218" y="113"/>
                </a:lnTo>
                <a:lnTo>
                  <a:pt x="3219" y="113"/>
                </a:lnTo>
                <a:lnTo>
                  <a:pt x="3220" y="113"/>
                </a:lnTo>
                <a:lnTo>
                  <a:pt x="3220" y="112"/>
                </a:lnTo>
                <a:lnTo>
                  <a:pt x="3221" y="112"/>
                </a:lnTo>
                <a:lnTo>
                  <a:pt x="3222" y="111"/>
                </a:lnTo>
                <a:lnTo>
                  <a:pt x="3223" y="111"/>
                </a:lnTo>
                <a:lnTo>
                  <a:pt x="3224" y="111"/>
                </a:lnTo>
                <a:lnTo>
                  <a:pt x="3225" y="111"/>
                </a:lnTo>
                <a:lnTo>
                  <a:pt x="3226" y="111"/>
                </a:lnTo>
                <a:lnTo>
                  <a:pt x="3227" y="111"/>
                </a:lnTo>
                <a:lnTo>
                  <a:pt x="3228" y="111"/>
                </a:lnTo>
                <a:lnTo>
                  <a:pt x="3229" y="111"/>
                </a:lnTo>
                <a:lnTo>
                  <a:pt x="3229" y="112"/>
                </a:lnTo>
                <a:lnTo>
                  <a:pt x="3230" y="112"/>
                </a:lnTo>
                <a:lnTo>
                  <a:pt x="3230" y="113"/>
                </a:lnTo>
                <a:lnTo>
                  <a:pt x="3231" y="113"/>
                </a:lnTo>
                <a:lnTo>
                  <a:pt x="3231" y="113"/>
                </a:lnTo>
                <a:lnTo>
                  <a:pt x="3232" y="113"/>
                </a:lnTo>
                <a:lnTo>
                  <a:pt x="3233" y="113"/>
                </a:lnTo>
                <a:lnTo>
                  <a:pt x="3234" y="114"/>
                </a:lnTo>
                <a:lnTo>
                  <a:pt x="3235" y="114"/>
                </a:lnTo>
                <a:lnTo>
                  <a:pt x="3236" y="114"/>
                </a:lnTo>
                <a:lnTo>
                  <a:pt x="3237" y="114"/>
                </a:lnTo>
                <a:lnTo>
                  <a:pt x="3238" y="114"/>
                </a:lnTo>
                <a:lnTo>
                  <a:pt x="3239" y="114"/>
                </a:lnTo>
                <a:lnTo>
                  <a:pt x="3240" y="113"/>
                </a:lnTo>
                <a:lnTo>
                  <a:pt x="3241" y="113"/>
                </a:lnTo>
                <a:lnTo>
                  <a:pt x="3242" y="113"/>
                </a:lnTo>
                <a:lnTo>
                  <a:pt x="3243" y="113"/>
                </a:lnTo>
                <a:lnTo>
                  <a:pt x="3244" y="113"/>
                </a:lnTo>
                <a:lnTo>
                  <a:pt x="3246" y="113"/>
                </a:lnTo>
                <a:lnTo>
                  <a:pt x="3247" y="113"/>
                </a:lnTo>
                <a:lnTo>
                  <a:pt x="3248" y="113"/>
                </a:lnTo>
                <a:lnTo>
                  <a:pt x="3249" y="113"/>
                </a:lnTo>
                <a:lnTo>
                  <a:pt x="3250" y="113"/>
                </a:lnTo>
                <a:lnTo>
                  <a:pt x="3251" y="114"/>
                </a:lnTo>
                <a:lnTo>
                  <a:pt x="3252" y="114"/>
                </a:lnTo>
                <a:lnTo>
                  <a:pt x="3253" y="114"/>
                </a:lnTo>
                <a:lnTo>
                  <a:pt x="3254" y="114"/>
                </a:lnTo>
                <a:lnTo>
                  <a:pt x="3255" y="114"/>
                </a:lnTo>
                <a:lnTo>
                  <a:pt x="3256" y="114"/>
                </a:lnTo>
                <a:lnTo>
                  <a:pt x="3257" y="114"/>
                </a:lnTo>
                <a:lnTo>
                  <a:pt x="3258" y="114"/>
                </a:lnTo>
                <a:lnTo>
                  <a:pt x="3259" y="114"/>
                </a:lnTo>
                <a:lnTo>
                  <a:pt x="3259" y="115"/>
                </a:lnTo>
                <a:lnTo>
                  <a:pt x="3260" y="115"/>
                </a:lnTo>
                <a:lnTo>
                  <a:pt x="3261" y="114"/>
                </a:lnTo>
                <a:lnTo>
                  <a:pt x="3262" y="114"/>
                </a:lnTo>
                <a:lnTo>
                  <a:pt x="3263" y="114"/>
                </a:lnTo>
                <a:lnTo>
                  <a:pt x="3264" y="113"/>
                </a:lnTo>
                <a:lnTo>
                  <a:pt x="3265" y="113"/>
                </a:lnTo>
                <a:lnTo>
                  <a:pt x="3266" y="113"/>
                </a:lnTo>
                <a:lnTo>
                  <a:pt x="3267" y="112"/>
                </a:lnTo>
                <a:lnTo>
                  <a:pt x="3268" y="112"/>
                </a:lnTo>
                <a:lnTo>
                  <a:pt x="3269" y="111"/>
                </a:lnTo>
                <a:lnTo>
                  <a:pt x="3270" y="111"/>
                </a:lnTo>
                <a:lnTo>
                  <a:pt x="3271" y="111"/>
                </a:lnTo>
                <a:lnTo>
                  <a:pt x="3272" y="111"/>
                </a:lnTo>
                <a:lnTo>
                  <a:pt x="3273" y="111"/>
                </a:lnTo>
                <a:lnTo>
                  <a:pt x="3274" y="111"/>
                </a:lnTo>
                <a:lnTo>
                  <a:pt x="3275" y="111"/>
                </a:lnTo>
                <a:lnTo>
                  <a:pt x="3276" y="111"/>
                </a:lnTo>
                <a:lnTo>
                  <a:pt x="3277" y="111"/>
                </a:lnTo>
                <a:lnTo>
                  <a:pt x="3278" y="111"/>
                </a:lnTo>
                <a:lnTo>
                  <a:pt x="3279" y="111"/>
                </a:lnTo>
                <a:lnTo>
                  <a:pt x="3280" y="111"/>
                </a:lnTo>
                <a:lnTo>
                  <a:pt x="3280" y="110"/>
                </a:lnTo>
                <a:lnTo>
                  <a:pt x="3281" y="110"/>
                </a:lnTo>
                <a:lnTo>
                  <a:pt x="3282" y="110"/>
                </a:lnTo>
                <a:lnTo>
                  <a:pt x="3282" y="109"/>
                </a:lnTo>
                <a:lnTo>
                  <a:pt x="3283" y="109"/>
                </a:lnTo>
                <a:lnTo>
                  <a:pt x="3283" y="110"/>
                </a:lnTo>
                <a:lnTo>
                  <a:pt x="3284" y="110"/>
                </a:lnTo>
                <a:lnTo>
                  <a:pt x="3285" y="110"/>
                </a:lnTo>
                <a:lnTo>
                  <a:pt x="3286" y="110"/>
                </a:lnTo>
                <a:lnTo>
                  <a:pt x="3287" y="110"/>
                </a:lnTo>
                <a:lnTo>
                  <a:pt x="3288" y="110"/>
                </a:lnTo>
                <a:lnTo>
                  <a:pt x="3288" y="109"/>
                </a:lnTo>
                <a:lnTo>
                  <a:pt x="3289" y="109"/>
                </a:lnTo>
                <a:lnTo>
                  <a:pt x="3290" y="109"/>
                </a:lnTo>
                <a:lnTo>
                  <a:pt x="3291" y="109"/>
                </a:lnTo>
                <a:lnTo>
                  <a:pt x="3292" y="108"/>
                </a:lnTo>
                <a:lnTo>
                  <a:pt x="3294" y="108"/>
                </a:lnTo>
                <a:lnTo>
                  <a:pt x="3294" y="107"/>
                </a:lnTo>
                <a:lnTo>
                  <a:pt x="3295" y="107"/>
                </a:lnTo>
                <a:lnTo>
                  <a:pt x="3296" y="107"/>
                </a:lnTo>
                <a:lnTo>
                  <a:pt x="3297" y="107"/>
                </a:lnTo>
                <a:lnTo>
                  <a:pt x="3298" y="106"/>
                </a:lnTo>
                <a:lnTo>
                  <a:pt x="3299" y="106"/>
                </a:lnTo>
                <a:lnTo>
                  <a:pt x="3300" y="106"/>
                </a:lnTo>
                <a:lnTo>
                  <a:pt x="3302" y="106"/>
                </a:lnTo>
                <a:lnTo>
                  <a:pt x="3303" y="106"/>
                </a:lnTo>
                <a:lnTo>
                  <a:pt x="3305" y="106"/>
                </a:lnTo>
                <a:lnTo>
                  <a:pt x="3307" y="106"/>
                </a:lnTo>
                <a:lnTo>
                  <a:pt x="3309" y="106"/>
                </a:lnTo>
                <a:lnTo>
                  <a:pt x="3311" y="107"/>
                </a:lnTo>
                <a:lnTo>
                  <a:pt x="3314" y="107"/>
                </a:lnTo>
                <a:lnTo>
                  <a:pt x="3315" y="107"/>
                </a:lnTo>
                <a:lnTo>
                  <a:pt x="3316" y="107"/>
                </a:lnTo>
                <a:lnTo>
                  <a:pt x="3316" y="107"/>
                </a:lnTo>
                <a:lnTo>
                  <a:pt x="3318" y="107"/>
                </a:lnTo>
                <a:lnTo>
                  <a:pt x="3319" y="107"/>
                </a:lnTo>
                <a:lnTo>
                  <a:pt x="3320" y="107"/>
                </a:lnTo>
                <a:lnTo>
                  <a:pt x="3320" y="106"/>
                </a:lnTo>
                <a:lnTo>
                  <a:pt x="3321" y="106"/>
                </a:lnTo>
                <a:lnTo>
                  <a:pt x="3322" y="106"/>
                </a:lnTo>
                <a:lnTo>
                  <a:pt x="3323" y="105"/>
                </a:lnTo>
                <a:lnTo>
                  <a:pt x="3324" y="104"/>
                </a:lnTo>
                <a:lnTo>
                  <a:pt x="3325" y="104"/>
                </a:lnTo>
                <a:lnTo>
                  <a:pt x="3326" y="103"/>
                </a:lnTo>
                <a:lnTo>
                  <a:pt x="3327" y="103"/>
                </a:lnTo>
                <a:lnTo>
                  <a:pt x="3328" y="102"/>
                </a:lnTo>
                <a:lnTo>
                  <a:pt x="3329" y="102"/>
                </a:lnTo>
                <a:lnTo>
                  <a:pt x="3329" y="101"/>
                </a:lnTo>
                <a:lnTo>
                  <a:pt x="3330" y="101"/>
                </a:lnTo>
                <a:lnTo>
                  <a:pt x="3331" y="101"/>
                </a:lnTo>
                <a:lnTo>
                  <a:pt x="3332" y="101"/>
                </a:lnTo>
                <a:lnTo>
                  <a:pt x="3333" y="100"/>
                </a:lnTo>
                <a:lnTo>
                  <a:pt x="3334" y="100"/>
                </a:lnTo>
                <a:lnTo>
                  <a:pt x="3335" y="100"/>
                </a:lnTo>
                <a:lnTo>
                  <a:pt x="3336" y="100"/>
                </a:lnTo>
                <a:lnTo>
                  <a:pt x="3337" y="101"/>
                </a:lnTo>
                <a:lnTo>
                  <a:pt x="3338" y="101"/>
                </a:lnTo>
                <a:lnTo>
                  <a:pt x="3339" y="101"/>
                </a:lnTo>
                <a:lnTo>
                  <a:pt x="3340" y="102"/>
                </a:lnTo>
                <a:lnTo>
                  <a:pt x="3341" y="102"/>
                </a:lnTo>
                <a:lnTo>
                  <a:pt x="3342" y="102"/>
                </a:lnTo>
                <a:lnTo>
                  <a:pt x="3342" y="103"/>
                </a:lnTo>
                <a:lnTo>
                  <a:pt x="3343" y="103"/>
                </a:lnTo>
                <a:lnTo>
                  <a:pt x="3344" y="103"/>
                </a:lnTo>
                <a:lnTo>
                  <a:pt x="3344" y="103"/>
                </a:lnTo>
                <a:lnTo>
                  <a:pt x="3345" y="103"/>
                </a:lnTo>
                <a:lnTo>
                  <a:pt x="3346" y="103"/>
                </a:lnTo>
                <a:lnTo>
                  <a:pt x="3347" y="103"/>
                </a:lnTo>
                <a:lnTo>
                  <a:pt x="3348" y="103"/>
                </a:lnTo>
                <a:lnTo>
                  <a:pt x="3349" y="103"/>
                </a:lnTo>
                <a:lnTo>
                  <a:pt x="3350" y="103"/>
                </a:lnTo>
                <a:lnTo>
                  <a:pt x="3351" y="102"/>
                </a:lnTo>
                <a:lnTo>
                  <a:pt x="3352" y="102"/>
                </a:lnTo>
                <a:lnTo>
                  <a:pt x="3353" y="102"/>
                </a:lnTo>
                <a:lnTo>
                  <a:pt x="3354" y="101"/>
                </a:lnTo>
                <a:lnTo>
                  <a:pt x="3355" y="101"/>
                </a:lnTo>
                <a:lnTo>
                  <a:pt x="3356" y="101"/>
                </a:lnTo>
                <a:lnTo>
                  <a:pt x="3357" y="101"/>
                </a:lnTo>
                <a:lnTo>
                  <a:pt x="3357" y="100"/>
                </a:lnTo>
                <a:lnTo>
                  <a:pt x="3358" y="100"/>
                </a:lnTo>
                <a:lnTo>
                  <a:pt x="3358" y="99"/>
                </a:lnTo>
                <a:lnTo>
                  <a:pt x="3359" y="100"/>
                </a:lnTo>
                <a:lnTo>
                  <a:pt x="3359" y="99"/>
                </a:lnTo>
                <a:lnTo>
                  <a:pt x="3360" y="99"/>
                </a:lnTo>
                <a:lnTo>
                  <a:pt x="3361" y="99"/>
                </a:lnTo>
                <a:lnTo>
                  <a:pt x="3362" y="99"/>
                </a:lnTo>
                <a:lnTo>
                  <a:pt x="3362" y="99"/>
                </a:lnTo>
                <a:lnTo>
                  <a:pt x="3362" y="98"/>
                </a:lnTo>
                <a:lnTo>
                  <a:pt x="3363" y="98"/>
                </a:lnTo>
                <a:lnTo>
                  <a:pt x="3364" y="98"/>
                </a:lnTo>
                <a:lnTo>
                  <a:pt x="3364" y="97"/>
                </a:lnTo>
                <a:lnTo>
                  <a:pt x="3365" y="97"/>
                </a:lnTo>
                <a:lnTo>
                  <a:pt x="3365" y="96"/>
                </a:lnTo>
                <a:lnTo>
                  <a:pt x="3366" y="96"/>
                </a:lnTo>
                <a:lnTo>
                  <a:pt x="3366" y="97"/>
                </a:lnTo>
                <a:lnTo>
                  <a:pt x="3367" y="97"/>
                </a:lnTo>
                <a:lnTo>
                  <a:pt x="3367" y="98"/>
                </a:lnTo>
                <a:lnTo>
                  <a:pt x="3368" y="98"/>
                </a:lnTo>
                <a:lnTo>
                  <a:pt x="3369" y="98"/>
                </a:lnTo>
                <a:lnTo>
                  <a:pt x="3370" y="98"/>
                </a:lnTo>
                <a:lnTo>
                  <a:pt x="3371" y="99"/>
                </a:lnTo>
                <a:lnTo>
                  <a:pt x="3372" y="99"/>
                </a:lnTo>
                <a:lnTo>
                  <a:pt x="3372" y="99"/>
                </a:lnTo>
                <a:lnTo>
                  <a:pt x="3373" y="99"/>
                </a:lnTo>
                <a:lnTo>
                  <a:pt x="3374" y="99"/>
                </a:lnTo>
                <a:lnTo>
                  <a:pt x="3375" y="99"/>
                </a:lnTo>
                <a:lnTo>
                  <a:pt x="3375" y="99"/>
                </a:lnTo>
                <a:lnTo>
                  <a:pt x="3376" y="99"/>
                </a:lnTo>
                <a:lnTo>
                  <a:pt x="3377" y="99"/>
                </a:lnTo>
                <a:lnTo>
                  <a:pt x="3378" y="99"/>
                </a:lnTo>
                <a:lnTo>
                  <a:pt x="3380" y="99"/>
                </a:lnTo>
                <a:lnTo>
                  <a:pt x="3381" y="99"/>
                </a:lnTo>
                <a:lnTo>
                  <a:pt x="3382" y="99"/>
                </a:lnTo>
                <a:lnTo>
                  <a:pt x="3383" y="99"/>
                </a:lnTo>
                <a:lnTo>
                  <a:pt x="3384" y="99"/>
                </a:lnTo>
                <a:lnTo>
                  <a:pt x="3385" y="99"/>
                </a:lnTo>
                <a:lnTo>
                  <a:pt x="3386" y="99"/>
                </a:lnTo>
                <a:lnTo>
                  <a:pt x="3387" y="99"/>
                </a:lnTo>
                <a:lnTo>
                  <a:pt x="3388" y="99"/>
                </a:lnTo>
                <a:lnTo>
                  <a:pt x="3388" y="99"/>
                </a:lnTo>
                <a:lnTo>
                  <a:pt x="3388" y="99"/>
                </a:lnTo>
                <a:lnTo>
                  <a:pt x="3389" y="99"/>
                </a:lnTo>
                <a:lnTo>
                  <a:pt x="3389" y="99"/>
                </a:lnTo>
                <a:lnTo>
                  <a:pt x="3390" y="99"/>
                </a:lnTo>
                <a:lnTo>
                  <a:pt x="3391" y="99"/>
                </a:lnTo>
                <a:lnTo>
                  <a:pt x="3393" y="99"/>
                </a:lnTo>
                <a:lnTo>
                  <a:pt x="3394" y="99"/>
                </a:lnTo>
                <a:lnTo>
                  <a:pt x="3395" y="99"/>
                </a:lnTo>
                <a:lnTo>
                  <a:pt x="3396" y="99"/>
                </a:lnTo>
                <a:lnTo>
                  <a:pt x="3396" y="98"/>
                </a:lnTo>
                <a:lnTo>
                  <a:pt x="3397" y="98"/>
                </a:lnTo>
                <a:lnTo>
                  <a:pt x="3398" y="98"/>
                </a:lnTo>
                <a:lnTo>
                  <a:pt x="3399" y="98"/>
                </a:lnTo>
                <a:lnTo>
                  <a:pt x="3400" y="98"/>
                </a:lnTo>
                <a:lnTo>
                  <a:pt x="3400" y="97"/>
                </a:lnTo>
                <a:lnTo>
                  <a:pt x="3400" y="96"/>
                </a:lnTo>
                <a:lnTo>
                  <a:pt x="3401" y="97"/>
                </a:lnTo>
                <a:lnTo>
                  <a:pt x="3401" y="98"/>
                </a:lnTo>
                <a:lnTo>
                  <a:pt x="3401" y="97"/>
                </a:lnTo>
                <a:lnTo>
                  <a:pt x="3401" y="97"/>
                </a:lnTo>
                <a:lnTo>
                  <a:pt x="3401" y="97"/>
                </a:lnTo>
                <a:lnTo>
                  <a:pt x="3401" y="96"/>
                </a:lnTo>
                <a:lnTo>
                  <a:pt x="3401" y="96"/>
                </a:lnTo>
                <a:lnTo>
                  <a:pt x="3401" y="97"/>
                </a:lnTo>
                <a:lnTo>
                  <a:pt x="3402" y="97"/>
                </a:lnTo>
                <a:lnTo>
                  <a:pt x="3402" y="96"/>
                </a:lnTo>
                <a:lnTo>
                  <a:pt x="3403" y="96"/>
                </a:lnTo>
                <a:lnTo>
                  <a:pt x="3404" y="96"/>
                </a:lnTo>
                <a:lnTo>
                  <a:pt x="3404" y="95"/>
                </a:lnTo>
                <a:lnTo>
                  <a:pt x="3405" y="95"/>
                </a:lnTo>
                <a:lnTo>
                  <a:pt x="3405" y="94"/>
                </a:lnTo>
                <a:lnTo>
                  <a:pt x="3406" y="94"/>
                </a:lnTo>
                <a:lnTo>
                  <a:pt x="3406" y="93"/>
                </a:lnTo>
                <a:lnTo>
                  <a:pt x="3406" y="92"/>
                </a:lnTo>
                <a:lnTo>
                  <a:pt x="3407" y="92"/>
                </a:lnTo>
                <a:lnTo>
                  <a:pt x="3407" y="91"/>
                </a:lnTo>
                <a:lnTo>
                  <a:pt x="3408" y="91"/>
                </a:lnTo>
                <a:lnTo>
                  <a:pt x="3408" y="90"/>
                </a:lnTo>
                <a:lnTo>
                  <a:pt x="3409" y="90"/>
                </a:lnTo>
                <a:lnTo>
                  <a:pt x="3410" y="90"/>
                </a:lnTo>
                <a:lnTo>
                  <a:pt x="3410" y="89"/>
                </a:lnTo>
                <a:lnTo>
                  <a:pt x="3411" y="89"/>
                </a:lnTo>
                <a:lnTo>
                  <a:pt x="3411" y="88"/>
                </a:lnTo>
                <a:lnTo>
                  <a:pt x="3412" y="88"/>
                </a:lnTo>
                <a:lnTo>
                  <a:pt x="3412" y="87"/>
                </a:lnTo>
                <a:lnTo>
                  <a:pt x="3413" y="87"/>
                </a:lnTo>
                <a:lnTo>
                  <a:pt x="3414" y="87"/>
                </a:lnTo>
                <a:lnTo>
                  <a:pt x="3414" y="86"/>
                </a:lnTo>
                <a:lnTo>
                  <a:pt x="3415" y="86"/>
                </a:lnTo>
                <a:lnTo>
                  <a:pt x="3415" y="85"/>
                </a:lnTo>
                <a:lnTo>
                  <a:pt x="3416" y="85"/>
                </a:lnTo>
                <a:lnTo>
                  <a:pt x="3416" y="84"/>
                </a:lnTo>
                <a:lnTo>
                  <a:pt x="3415" y="84"/>
                </a:lnTo>
                <a:lnTo>
                  <a:pt x="3416" y="84"/>
                </a:lnTo>
                <a:lnTo>
                  <a:pt x="3416" y="83"/>
                </a:lnTo>
                <a:lnTo>
                  <a:pt x="3416" y="84"/>
                </a:lnTo>
                <a:lnTo>
                  <a:pt x="3417" y="84"/>
                </a:lnTo>
                <a:lnTo>
                  <a:pt x="3418" y="84"/>
                </a:lnTo>
                <a:lnTo>
                  <a:pt x="3418" y="83"/>
                </a:lnTo>
                <a:lnTo>
                  <a:pt x="3419" y="83"/>
                </a:lnTo>
                <a:lnTo>
                  <a:pt x="3420" y="83"/>
                </a:lnTo>
                <a:lnTo>
                  <a:pt x="3421" y="83"/>
                </a:lnTo>
                <a:lnTo>
                  <a:pt x="3422" y="83"/>
                </a:lnTo>
                <a:lnTo>
                  <a:pt x="3422" y="84"/>
                </a:lnTo>
                <a:lnTo>
                  <a:pt x="3423" y="84"/>
                </a:lnTo>
                <a:lnTo>
                  <a:pt x="3424" y="85"/>
                </a:lnTo>
                <a:lnTo>
                  <a:pt x="3425" y="85"/>
                </a:lnTo>
                <a:lnTo>
                  <a:pt x="3425" y="86"/>
                </a:lnTo>
                <a:lnTo>
                  <a:pt x="3426" y="86"/>
                </a:lnTo>
                <a:lnTo>
                  <a:pt x="3427" y="86"/>
                </a:lnTo>
                <a:lnTo>
                  <a:pt x="3429" y="87"/>
                </a:lnTo>
                <a:lnTo>
                  <a:pt x="3430" y="88"/>
                </a:lnTo>
                <a:lnTo>
                  <a:pt x="3431" y="88"/>
                </a:lnTo>
                <a:lnTo>
                  <a:pt x="3432" y="89"/>
                </a:lnTo>
                <a:lnTo>
                  <a:pt x="3433" y="89"/>
                </a:lnTo>
                <a:lnTo>
                  <a:pt x="3434" y="89"/>
                </a:lnTo>
                <a:lnTo>
                  <a:pt x="3435" y="89"/>
                </a:lnTo>
                <a:lnTo>
                  <a:pt x="3436" y="90"/>
                </a:lnTo>
                <a:lnTo>
                  <a:pt x="3437" y="90"/>
                </a:lnTo>
                <a:lnTo>
                  <a:pt x="3438" y="90"/>
                </a:lnTo>
                <a:lnTo>
                  <a:pt x="3440" y="91"/>
                </a:lnTo>
                <a:lnTo>
                  <a:pt x="3442" y="91"/>
                </a:lnTo>
                <a:lnTo>
                  <a:pt x="3443" y="92"/>
                </a:lnTo>
                <a:lnTo>
                  <a:pt x="3444" y="92"/>
                </a:lnTo>
                <a:lnTo>
                  <a:pt x="3445" y="92"/>
                </a:lnTo>
                <a:lnTo>
                  <a:pt x="3446" y="92"/>
                </a:lnTo>
                <a:lnTo>
                  <a:pt x="3446" y="93"/>
                </a:lnTo>
                <a:lnTo>
                  <a:pt x="3447" y="93"/>
                </a:lnTo>
                <a:lnTo>
                  <a:pt x="3448" y="93"/>
                </a:lnTo>
                <a:lnTo>
                  <a:pt x="3450" y="93"/>
                </a:lnTo>
                <a:lnTo>
                  <a:pt x="3451" y="93"/>
                </a:lnTo>
                <a:lnTo>
                  <a:pt x="3452" y="93"/>
                </a:lnTo>
                <a:lnTo>
                  <a:pt x="3453" y="93"/>
                </a:lnTo>
                <a:lnTo>
                  <a:pt x="3454" y="93"/>
                </a:lnTo>
                <a:lnTo>
                  <a:pt x="3455" y="93"/>
                </a:lnTo>
                <a:lnTo>
                  <a:pt x="3456" y="93"/>
                </a:lnTo>
                <a:lnTo>
                  <a:pt x="3457" y="93"/>
                </a:lnTo>
                <a:lnTo>
                  <a:pt x="3457" y="93"/>
                </a:lnTo>
                <a:lnTo>
                  <a:pt x="3458" y="93"/>
                </a:lnTo>
                <a:lnTo>
                  <a:pt x="3459" y="93"/>
                </a:lnTo>
                <a:lnTo>
                  <a:pt x="3460" y="93"/>
                </a:lnTo>
                <a:lnTo>
                  <a:pt x="3461" y="93"/>
                </a:lnTo>
                <a:lnTo>
                  <a:pt x="3462" y="93"/>
                </a:lnTo>
                <a:lnTo>
                  <a:pt x="3462" y="92"/>
                </a:lnTo>
                <a:lnTo>
                  <a:pt x="3463" y="92"/>
                </a:lnTo>
                <a:lnTo>
                  <a:pt x="3464" y="93"/>
                </a:lnTo>
                <a:lnTo>
                  <a:pt x="3465" y="93"/>
                </a:lnTo>
                <a:lnTo>
                  <a:pt x="3465" y="92"/>
                </a:lnTo>
                <a:lnTo>
                  <a:pt x="3466" y="92"/>
                </a:lnTo>
                <a:lnTo>
                  <a:pt x="3467" y="92"/>
                </a:lnTo>
                <a:lnTo>
                  <a:pt x="3468" y="92"/>
                </a:lnTo>
                <a:lnTo>
                  <a:pt x="3469" y="92"/>
                </a:lnTo>
                <a:lnTo>
                  <a:pt x="3470" y="92"/>
                </a:lnTo>
                <a:lnTo>
                  <a:pt x="3471" y="92"/>
                </a:lnTo>
                <a:lnTo>
                  <a:pt x="3472" y="92"/>
                </a:lnTo>
                <a:lnTo>
                  <a:pt x="3473" y="91"/>
                </a:lnTo>
                <a:lnTo>
                  <a:pt x="3474" y="91"/>
                </a:lnTo>
                <a:lnTo>
                  <a:pt x="3475" y="91"/>
                </a:lnTo>
                <a:lnTo>
                  <a:pt x="3476" y="90"/>
                </a:lnTo>
                <a:lnTo>
                  <a:pt x="3477" y="90"/>
                </a:lnTo>
                <a:lnTo>
                  <a:pt x="3478" y="89"/>
                </a:lnTo>
                <a:lnTo>
                  <a:pt x="3479" y="89"/>
                </a:lnTo>
                <a:lnTo>
                  <a:pt x="3480" y="90"/>
                </a:lnTo>
                <a:lnTo>
                  <a:pt x="3481" y="90"/>
                </a:lnTo>
                <a:lnTo>
                  <a:pt x="3482" y="90"/>
                </a:lnTo>
                <a:lnTo>
                  <a:pt x="3483" y="90"/>
                </a:lnTo>
                <a:lnTo>
                  <a:pt x="3484" y="90"/>
                </a:lnTo>
                <a:lnTo>
                  <a:pt x="3485" y="90"/>
                </a:lnTo>
                <a:lnTo>
                  <a:pt x="3485" y="90"/>
                </a:lnTo>
                <a:lnTo>
                  <a:pt x="3486" y="89"/>
                </a:lnTo>
                <a:lnTo>
                  <a:pt x="3487" y="89"/>
                </a:lnTo>
                <a:lnTo>
                  <a:pt x="3488" y="89"/>
                </a:lnTo>
                <a:lnTo>
                  <a:pt x="3489" y="89"/>
                </a:lnTo>
                <a:lnTo>
                  <a:pt x="3490" y="89"/>
                </a:lnTo>
                <a:lnTo>
                  <a:pt x="3491" y="89"/>
                </a:lnTo>
                <a:lnTo>
                  <a:pt x="3492" y="89"/>
                </a:lnTo>
                <a:lnTo>
                  <a:pt x="3493" y="89"/>
                </a:lnTo>
                <a:lnTo>
                  <a:pt x="3493" y="88"/>
                </a:lnTo>
                <a:lnTo>
                  <a:pt x="3494" y="88"/>
                </a:lnTo>
                <a:lnTo>
                  <a:pt x="3495" y="88"/>
                </a:lnTo>
                <a:lnTo>
                  <a:pt x="3496" y="88"/>
                </a:lnTo>
                <a:lnTo>
                  <a:pt x="3497" y="88"/>
                </a:lnTo>
                <a:lnTo>
                  <a:pt x="3498" y="88"/>
                </a:lnTo>
                <a:lnTo>
                  <a:pt x="3499" y="87"/>
                </a:lnTo>
                <a:lnTo>
                  <a:pt x="3500" y="87"/>
                </a:lnTo>
                <a:lnTo>
                  <a:pt x="3500" y="88"/>
                </a:lnTo>
                <a:lnTo>
                  <a:pt x="3501" y="88"/>
                </a:lnTo>
                <a:lnTo>
                  <a:pt x="3501" y="87"/>
                </a:lnTo>
                <a:lnTo>
                  <a:pt x="3502" y="87"/>
                </a:lnTo>
                <a:lnTo>
                  <a:pt x="3503" y="87"/>
                </a:lnTo>
                <a:lnTo>
                  <a:pt x="3504" y="87"/>
                </a:lnTo>
                <a:lnTo>
                  <a:pt x="3505" y="87"/>
                </a:lnTo>
                <a:lnTo>
                  <a:pt x="3506" y="87"/>
                </a:lnTo>
                <a:lnTo>
                  <a:pt x="3507" y="87"/>
                </a:lnTo>
                <a:lnTo>
                  <a:pt x="3508" y="86"/>
                </a:lnTo>
                <a:lnTo>
                  <a:pt x="3509" y="86"/>
                </a:lnTo>
                <a:lnTo>
                  <a:pt x="3510" y="86"/>
                </a:lnTo>
                <a:lnTo>
                  <a:pt x="3511" y="85"/>
                </a:lnTo>
                <a:lnTo>
                  <a:pt x="3512" y="85"/>
                </a:lnTo>
                <a:lnTo>
                  <a:pt x="3513" y="84"/>
                </a:lnTo>
                <a:lnTo>
                  <a:pt x="3513" y="83"/>
                </a:lnTo>
                <a:lnTo>
                  <a:pt x="3513" y="82"/>
                </a:lnTo>
                <a:lnTo>
                  <a:pt x="3513" y="81"/>
                </a:lnTo>
                <a:lnTo>
                  <a:pt x="3512" y="81"/>
                </a:lnTo>
                <a:lnTo>
                  <a:pt x="3512" y="80"/>
                </a:lnTo>
                <a:lnTo>
                  <a:pt x="3513" y="80"/>
                </a:lnTo>
                <a:lnTo>
                  <a:pt x="3513" y="81"/>
                </a:lnTo>
                <a:lnTo>
                  <a:pt x="3513" y="82"/>
                </a:lnTo>
                <a:lnTo>
                  <a:pt x="3514" y="82"/>
                </a:lnTo>
                <a:lnTo>
                  <a:pt x="3514" y="83"/>
                </a:lnTo>
                <a:lnTo>
                  <a:pt x="3514" y="83"/>
                </a:lnTo>
                <a:lnTo>
                  <a:pt x="3515" y="82"/>
                </a:lnTo>
                <a:lnTo>
                  <a:pt x="3516" y="82"/>
                </a:lnTo>
                <a:lnTo>
                  <a:pt x="3516" y="81"/>
                </a:lnTo>
                <a:lnTo>
                  <a:pt x="3515" y="80"/>
                </a:lnTo>
                <a:lnTo>
                  <a:pt x="3514" y="79"/>
                </a:lnTo>
                <a:lnTo>
                  <a:pt x="3514" y="78"/>
                </a:lnTo>
                <a:lnTo>
                  <a:pt x="3515" y="79"/>
                </a:lnTo>
                <a:lnTo>
                  <a:pt x="3516" y="80"/>
                </a:lnTo>
                <a:lnTo>
                  <a:pt x="3516" y="81"/>
                </a:lnTo>
                <a:lnTo>
                  <a:pt x="3517" y="81"/>
                </a:lnTo>
                <a:lnTo>
                  <a:pt x="3518" y="80"/>
                </a:lnTo>
                <a:lnTo>
                  <a:pt x="3519" y="79"/>
                </a:lnTo>
                <a:lnTo>
                  <a:pt x="3520" y="79"/>
                </a:lnTo>
                <a:lnTo>
                  <a:pt x="3521" y="78"/>
                </a:lnTo>
                <a:lnTo>
                  <a:pt x="3521" y="77"/>
                </a:lnTo>
                <a:lnTo>
                  <a:pt x="3522" y="77"/>
                </a:lnTo>
                <a:lnTo>
                  <a:pt x="3522" y="76"/>
                </a:lnTo>
                <a:lnTo>
                  <a:pt x="3522" y="75"/>
                </a:lnTo>
                <a:lnTo>
                  <a:pt x="3522" y="74"/>
                </a:lnTo>
                <a:lnTo>
                  <a:pt x="3521" y="74"/>
                </a:lnTo>
                <a:lnTo>
                  <a:pt x="3521" y="73"/>
                </a:lnTo>
                <a:lnTo>
                  <a:pt x="3521" y="72"/>
                </a:lnTo>
                <a:lnTo>
                  <a:pt x="3521" y="73"/>
                </a:lnTo>
                <a:lnTo>
                  <a:pt x="3522" y="73"/>
                </a:lnTo>
                <a:lnTo>
                  <a:pt x="3522" y="74"/>
                </a:lnTo>
                <a:lnTo>
                  <a:pt x="3523" y="74"/>
                </a:lnTo>
                <a:lnTo>
                  <a:pt x="3523" y="75"/>
                </a:lnTo>
                <a:lnTo>
                  <a:pt x="3524" y="75"/>
                </a:lnTo>
                <a:lnTo>
                  <a:pt x="3524" y="74"/>
                </a:lnTo>
                <a:lnTo>
                  <a:pt x="3525" y="73"/>
                </a:lnTo>
                <a:lnTo>
                  <a:pt x="3525" y="72"/>
                </a:lnTo>
                <a:lnTo>
                  <a:pt x="3525" y="71"/>
                </a:lnTo>
                <a:lnTo>
                  <a:pt x="3525" y="70"/>
                </a:lnTo>
                <a:lnTo>
                  <a:pt x="3523" y="70"/>
                </a:lnTo>
                <a:lnTo>
                  <a:pt x="3522" y="70"/>
                </a:lnTo>
                <a:lnTo>
                  <a:pt x="3521" y="70"/>
                </a:lnTo>
                <a:lnTo>
                  <a:pt x="3521" y="70"/>
                </a:lnTo>
                <a:lnTo>
                  <a:pt x="3522" y="70"/>
                </a:lnTo>
                <a:lnTo>
                  <a:pt x="3523" y="70"/>
                </a:lnTo>
                <a:lnTo>
                  <a:pt x="3522" y="70"/>
                </a:lnTo>
                <a:lnTo>
                  <a:pt x="3522" y="69"/>
                </a:lnTo>
                <a:lnTo>
                  <a:pt x="3522" y="68"/>
                </a:lnTo>
                <a:lnTo>
                  <a:pt x="3522" y="67"/>
                </a:lnTo>
                <a:lnTo>
                  <a:pt x="3522" y="68"/>
                </a:lnTo>
                <a:lnTo>
                  <a:pt x="3522" y="69"/>
                </a:lnTo>
                <a:lnTo>
                  <a:pt x="3523" y="69"/>
                </a:lnTo>
                <a:lnTo>
                  <a:pt x="3523" y="70"/>
                </a:lnTo>
                <a:lnTo>
                  <a:pt x="3524" y="70"/>
                </a:lnTo>
                <a:lnTo>
                  <a:pt x="3525" y="70"/>
                </a:lnTo>
                <a:lnTo>
                  <a:pt x="3526" y="70"/>
                </a:lnTo>
                <a:lnTo>
                  <a:pt x="3527" y="70"/>
                </a:lnTo>
                <a:lnTo>
                  <a:pt x="3528" y="70"/>
                </a:lnTo>
                <a:lnTo>
                  <a:pt x="3528" y="69"/>
                </a:lnTo>
                <a:lnTo>
                  <a:pt x="3529" y="69"/>
                </a:lnTo>
                <a:lnTo>
                  <a:pt x="3530" y="68"/>
                </a:lnTo>
                <a:lnTo>
                  <a:pt x="3530" y="67"/>
                </a:lnTo>
                <a:lnTo>
                  <a:pt x="3531" y="67"/>
                </a:lnTo>
                <a:lnTo>
                  <a:pt x="3531" y="66"/>
                </a:lnTo>
                <a:lnTo>
                  <a:pt x="3532" y="65"/>
                </a:lnTo>
                <a:lnTo>
                  <a:pt x="3532" y="64"/>
                </a:lnTo>
                <a:lnTo>
                  <a:pt x="3532" y="63"/>
                </a:lnTo>
                <a:lnTo>
                  <a:pt x="3533" y="62"/>
                </a:lnTo>
                <a:lnTo>
                  <a:pt x="3533" y="61"/>
                </a:lnTo>
                <a:lnTo>
                  <a:pt x="3533" y="60"/>
                </a:lnTo>
                <a:lnTo>
                  <a:pt x="3533" y="59"/>
                </a:lnTo>
                <a:lnTo>
                  <a:pt x="3533" y="58"/>
                </a:lnTo>
                <a:lnTo>
                  <a:pt x="3532" y="58"/>
                </a:lnTo>
                <a:lnTo>
                  <a:pt x="3532" y="55"/>
                </a:lnTo>
                <a:lnTo>
                  <a:pt x="3528" y="55"/>
                </a:lnTo>
                <a:lnTo>
                  <a:pt x="3528" y="54"/>
                </a:lnTo>
                <a:lnTo>
                  <a:pt x="3527" y="54"/>
                </a:lnTo>
                <a:lnTo>
                  <a:pt x="3526" y="54"/>
                </a:lnTo>
                <a:lnTo>
                  <a:pt x="3525" y="54"/>
                </a:lnTo>
                <a:lnTo>
                  <a:pt x="3526" y="53"/>
                </a:lnTo>
                <a:lnTo>
                  <a:pt x="3524" y="52"/>
                </a:lnTo>
                <a:lnTo>
                  <a:pt x="3523" y="51"/>
                </a:lnTo>
                <a:lnTo>
                  <a:pt x="3522" y="51"/>
                </a:lnTo>
                <a:lnTo>
                  <a:pt x="3522" y="52"/>
                </a:lnTo>
                <a:lnTo>
                  <a:pt x="3521" y="53"/>
                </a:lnTo>
                <a:lnTo>
                  <a:pt x="3522" y="54"/>
                </a:lnTo>
                <a:lnTo>
                  <a:pt x="3524" y="57"/>
                </a:lnTo>
                <a:lnTo>
                  <a:pt x="3524" y="56"/>
                </a:lnTo>
                <a:lnTo>
                  <a:pt x="3525" y="56"/>
                </a:lnTo>
                <a:lnTo>
                  <a:pt x="3524" y="57"/>
                </a:lnTo>
                <a:lnTo>
                  <a:pt x="3522" y="54"/>
                </a:lnTo>
                <a:lnTo>
                  <a:pt x="3521" y="54"/>
                </a:lnTo>
                <a:lnTo>
                  <a:pt x="3521" y="53"/>
                </a:lnTo>
                <a:lnTo>
                  <a:pt x="3519" y="54"/>
                </a:lnTo>
                <a:lnTo>
                  <a:pt x="3519" y="55"/>
                </a:lnTo>
                <a:lnTo>
                  <a:pt x="3522" y="58"/>
                </a:lnTo>
                <a:lnTo>
                  <a:pt x="3522" y="57"/>
                </a:lnTo>
                <a:lnTo>
                  <a:pt x="3522" y="58"/>
                </a:lnTo>
                <a:lnTo>
                  <a:pt x="3521" y="58"/>
                </a:lnTo>
                <a:lnTo>
                  <a:pt x="3522" y="58"/>
                </a:lnTo>
                <a:lnTo>
                  <a:pt x="3519" y="55"/>
                </a:lnTo>
                <a:lnTo>
                  <a:pt x="3517" y="57"/>
                </a:lnTo>
                <a:lnTo>
                  <a:pt x="3520" y="60"/>
                </a:lnTo>
                <a:lnTo>
                  <a:pt x="3520" y="59"/>
                </a:lnTo>
                <a:lnTo>
                  <a:pt x="3521" y="59"/>
                </a:lnTo>
                <a:lnTo>
                  <a:pt x="3520" y="59"/>
                </a:lnTo>
                <a:lnTo>
                  <a:pt x="3519" y="61"/>
                </a:lnTo>
                <a:lnTo>
                  <a:pt x="3519" y="60"/>
                </a:lnTo>
                <a:lnTo>
                  <a:pt x="3520" y="60"/>
                </a:lnTo>
                <a:lnTo>
                  <a:pt x="3519" y="58"/>
                </a:lnTo>
                <a:lnTo>
                  <a:pt x="3517" y="57"/>
                </a:lnTo>
                <a:lnTo>
                  <a:pt x="3516" y="57"/>
                </a:lnTo>
                <a:lnTo>
                  <a:pt x="3516" y="58"/>
                </a:lnTo>
                <a:lnTo>
                  <a:pt x="3515" y="59"/>
                </a:lnTo>
                <a:lnTo>
                  <a:pt x="3515" y="60"/>
                </a:lnTo>
                <a:lnTo>
                  <a:pt x="3517" y="62"/>
                </a:lnTo>
                <a:lnTo>
                  <a:pt x="3518" y="62"/>
                </a:lnTo>
                <a:lnTo>
                  <a:pt x="3517" y="62"/>
                </a:lnTo>
                <a:lnTo>
                  <a:pt x="3515" y="60"/>
                </a:lnTo>
                <a:lnTo>
                  <a:pt x="3514" y="60"/>
                </a:lnTo>
                <a:lnTo>
                  <a:pt x="3514" y="61"/>
                </a:lnTo>
                <a:lnTo>
                  <a:pt x="3514" y="61"/>
                </a:lnTo>
                <a:lnTo>
                  <a:pt x="3513" y="61"/>
                </a:lnTo>
                <a:lnTo>
                  <a:pt x="3512" y="60"/>
                </a:lnTo>
                <a:lnTo>
                  <a:pt x="3512" y="59"/>
                </a:lnTo>
                <a:lnTo>
                  <a:pt x="3513" y="59"/>
                </a:lnTo>
                <a:lnTo>
                  <a:pt x="3513" y="58"/>
                </a:lnTo>
                <a:lnTo>
                  <a:pt x="3514" y="58"/>
                </a:lnTo>
                <a:lnTo>
                  <a:pt x="3514" y="57"/>
                </a:lnTo>
                <a:lnTo>
                  <a:pt x="3514" y="57"/>
                </a:lnTo>
                <a:lnTo>
                  <a:pt x="3514" y="56"/>
                </a:lnTo>
                <a:lnTo>
                  <a:pt x="3515" y="56"/>
                </a:lnTo>
                <a:lnTo>
                  <a:pt x="3515" y="55"/>
                </a:lnTo>
                <a:lnTo>
                  <a:pt x="3516" y="55"/>
                </a:lnTo>
                <a:lnTo>
                  <a:pt x="3516" y="54"/>
                </a:lnTo>
                <a:lnTo>
                  <a:pt x="3517" y="54"/>
                </a:lnTo>
                <a:lnTo>
                  <a:pt x="3518" y="53"/>
                </a:lnTo>
                <a:lnTo>
                  <a:pt x="3519" y="52"/>
                </a:lnTo>
                <a:lnTo>
                  <a:pt x="3520" y="51"/>
                </a:lnTo>
                <a:lnTo>
                  <a:pt x="3521" y="50"/>
                </a:lnTo>
                <a:lnTo>
                  <a:pt x="3522" y="49"/>
                </a:lnTo>
                <a:lnTo>
                  <a:pt x="3522" y="48"/>
                </a:lnTo>
                <a:lnTo>
                  <a:pt x="3523" y="48"/>
                </a:lnTo>
                <a:lnTo>
                  <a:pt x="3523" y="47"/>
                </a:lnTo>
                <a:lnTo>
                  <a:pt x="3524" y="47"/>
                </a:lnTo>
                <a:lnTo>
                  <a:pt x="3525" y="47"/>
                </a:lnTo>
                <a:lnTo>
                  <a:pt x="3525" y="46"/>
                </a:lnTo>
                <a:lnTo>
                  <a:pt x="3526" y="46"/>
                </a:lnTo>
                <a:lnTo>
                  <a:pt x="3526" y="47"/>
                </a:lnTo>
                <a:lnTo>
                  <a:pt x="3526" y="48"/>
                </a:lnTo>
                <a:lnTo>
                  <a:pt x="3525" y="48"/>
                </a:lnTo>
                <a:lnTo>
                  <a:pt x="3526" y="49"/>
                </a:lnTo>
                <a:lnTo>
                  <a:pt x="3527" y="50"/>
                </a:lnTo>
                <a:lnTo>
                  <a:pt x="3528" y="51"/>
                </a:lnTo>
                <a:lnTo>
                  <a:pt x="3529" y="51"/>
                </a:lnTo>
                <a:lnTo>
                  <a:pt x="3530" y="51"/>
                </a:lnTo>
                <a:lnTo>
                  <a:pt x="3531" y="51"/>
                </a:lnTo>
                <a:lnTo>
                  <a:pt x="3532" y="52"/>
                </a:lnTo>
                <a:lnTo>
                  <a:pt x="3533" y="52"/>
                </a:lnTo>
                <a:lnTo>
                  <a:pt x="3534" y="52"/>
                </a:lnTo>
                <a:lnTo>
                  <a:pt x="3535" y="52"/>
                </a:lnTo>
                <a:lnTo>
                  <a:pt x="3536" y="52"/>
                </a:lnTo>
                <a:lnTo>
                  <a:pt x="3537" y="52"/>
                </a:lnTo>
                <a:lnTo>
                  <a:pt x="3538" y="52"/>
                </a:lnTo>
                <a:lnTo>
                  <a:pt x="3539" y="52"/>
                </a:lnTo>
                <a:lnTo>
                  <a:pt x="3539" y="51"/>
                </a:lnTo>
                <a:lnTo>
                  <a:pt x="3539" y="50"/>
                </a:lnTo>
                <a:lnTo>
                  <a:pt x="3540" y="50"/>
                </a:lnTo>
                <a:lnTo>
                  <a:pt x="3540" y="49"/>
                </a:lnTo>
                <a:lnTo>
                  <a:pt x="3540" y="48"/>
                </a:lnTo>
                <a:lnTo>
                  <a:pt x="3541" y="48"/>
                </a:lnTo>
                <a:lnTo>
                  <a:pt x="3541" y="47"/>
                </a:lnTo>
                <a:lnTo>
                  <a:pt x="3542" y="47"/>
                </a:lnTo>
                <a:lnTo>
                  <a:pt x="3542" y="47"/>
                </a:lnTo>
                <a:lnTo>
                  <a:pt x="3542" y="45"/>
                </a:lnTo>
                <a:lnTo>
                  <a:pt x="3542" y="44"/>
                </a:lnTo>
                <a:lnTo>
                  <a:pt x="3543" y="44"/>
                </a:lnTo>
                <a:lnTo>
                  <a:pt x="3544" y="44"/>
                </a:lnTo>
                <a:lnTo>
                  <a:pt x="3545" y="44"/>
                </a:lnTo>
                <a:lnTo>
                  <a:pt x="3546" y="44"/>
                </a:lnTo>
                <a:lnTo>
                  <a:pt x="3546" y="43"/>
                </a:lnTo>
                <a:lnTo>
                  <a:pt x="3547" y="43"/>
                </a:lnTo>
                <a:lnTo>
                  <a:pt x="3547" y="42"/>
                </a:lnTo>
                <a:lnTo>
                  <a:pt x="3548" y="42"/>
                </a:lnTo>
                <a:lnTo>
                  <a:pt x="3549" y="42"/>
                </a:lnTo>
                <a:lnTo>
                  <a:pt x="3550" y="41"/>
                </a:lnTo>
                <a:lnTo>
                  <a:pt x="3551" y="41"/>
                </a:lnTo>
                <a:lnTo>
                  <a:pt x="3552" y="41"/>
                </a:lnTo>
                <a:lnTo>
                  <a:pt x="3553" y="41"/>
                </a:lnTo>
                <a:lnTo>
                  <a:pt x="3554" y="41"/>
                </a:lnTo>
                <a:lnTo>
                  <a:pt x="3556" y="41"/>
                </a:lnTo>
                <a:lnTo>
                  <a:pt x="3557" y="41"/>
                </a:lnTo>
                <a:lnTo>
                  <a:pt x="3558" y="41"/>
                </a:lnTo>
                <a:lnTo>
                  <a:pt x="3559" y="41"/>
                </a:lnTo>
                <a:lnTo>
                  <a:pt x="3560" y="41"/>
                </a:lnTo>
                <a:lnTo>
                  <a:pt x="3561" y="41"/>
                </a:lnTo>
                <a:lnTo>
                  <a:pt x="3562" y="41"/>
                </a:lnTo>
                <a:lnTo>
                  <a:pt x="3562" y="40"/>
                </a:lnTo>
                <a:lnTo>
                  <a:pt x="3563" y="40"/>
                </a:lnTo>
                <a:lnTo>
                  <a:pt x="3563" y="39"/>
                </a:lnTo>
                <a:lnTo>
                  <a:pt x="3564" y="39"/>
                </a:lnTo>
                <a:lnTo>
                  <a:pt x="3564" y="38"/>
                </a:lnTo>
                <a:lnTo>
                  <a:pt x="3565" y="38"/>
                </a:lnTo>
                <a:lnTo>
                  <a:pt x="3566" y="38"/>
                </a:lnTo>
                <a:lnTo>
                  <a:pt x="3566" y="37"/>
                </a:lnTo>
                <a:lnTo>
                  <a:pt x="3567" y="37"/>
                </a:lnTo>
                <a:lnTo>
                  <a:pt x="3567" y="38"/>
                </a:lnTo>
                <a:lnTo>
                  <a:pt x="3568" y="38"/>
                </a:lnTo>
                <a:lnTo>
                  <a:pt x="3567" y="38"/>
                </a:lnTo>
                <a:lnTo>
                  <a:pt x="3566" y="38"/>
                </a:lnTo>
                <a:lnTo>
                  <a:pt x="3565" y="38"/>
                </a:lnTo>
                <a:lnTo>
                  <a:pt x="3565" y="39"/>
                </a:lnTo>
                <a:lnTo>
                  <a:pt x="3564" y="39"/>
                </a:lnTo>
                <a:lnTo>
                  <a:pt x="3564" y="40"/>
                </a:lnTo>
                <a:lnTo>
                  <a:pt x="3564" y="41"/>
                </a:lnTo>
                <a:lnTo>
                  <a:pt x="3564" y="41"/>
                </a:lnTo>
                <a:lnTo>
                  <a:pt x="3565" y="41"/>
                </a:lnTo>
                <a:lnTo>
                  <a:pt x="3565" y="42"/>
                </a:lnTo>
                <a:lnTo>
                  <a:pt x="3566" y="42"/>
                </a:lnTo>
                <a:lnTo>
                  <a:pt x="3567" y="42"/>
                </a:lnTo>
                <a:lnTo>
                  <a:pt x="3567" y="43"/>
                </a:lnTo>
                <a:lnTo>
                  <a:pt x="3568" y="43"/>
                </a:lnTo>
                <a:lnTo>
                  <a:pt x="3568" y="44"/>
                </a:lnTo>
                <a:lnTo>
                  <a:pt x="3569" y="44"/>
                </a:lnTo>
                <a:lnTo>
                  <a:pt x="3569" y="45"/>
                </a:lnTo>
                <a:lnTo>
                  <a:pt x="3570" y="45"/>
                </a:lnTo>
                <a:lnTo>
                  <a:pt x="3570" y="45"/>
                </a:lnTo>
                <a:lnTo>
                  <a:pt x="3571" y="45"/>
                </a:lnTo>
                <a:lnTo>
                  <a:pt x="3572" y="45"/>
                </a:lnTo>
                <a:lnTo>
                  <a:pt x="3572" y="44"/>
                </a:lnTo>
                <a:lnTo>
                  <a:pt x="3573" y="44"/>
                </a:lnTo>
                <a:lnTo>
                  <a:pt x="3573" y="43"/>
                </a:lnTo>
                <a:lnTo>
                  <a:pt x="3572" y="41"/>
                </a:lnTo>
                <a:lnTo>
                  <a:pt x="3572" y="41"/>
                </a:lnTo>
                <a:lnTo>
                  <a:pt x="3573" y="41"/>
                </a:lnTo>
                <a:lnTo>
                  <a:pt x="3573" y="41"/>
                </a:lnTo>
                <a:lnTo>
                  <a:pt x="3573" y="42"/>
                </a:lnTo>
                <a:lnTo>
                  <a:pt x="3574" y="42"/>
                </a:lnTo>
                <a:lnTo>
                  <a:pt x="3574" y="43"/>
                </a:lnTo>
                <a:lnTo>
                  <a:pt x="3575" y="43"/>
                </a:lnTo>
                <a:lnTo>
                  <a:pt x="3576" y="43"/>
                </a:lnTo>
                <a:lnTo>
                  <a:pt x="3577" y="42"/>
                </a:lnTo>
                <a:lnTo>
                  <a:pt x="3578" y="42"/>
                </a:lnTo>
                <a:lnTo>
                  <a:pt x="3578" y="43"/>
                </a:lnTo>
                <a:lnTo>
                  <a:pt x="3579" y="43"/>
                </a:lnTo>
                <a:lnTo>
                  <a:pt x="3580" y="43"/>
                </a:lnTo>
                <a:lnTo>
                  <a:pt x="3581" y="43"/>
                </a:lnTo>
                <a:lnTo>
                  <a:pt x="3581" y="44"/>
                </a:lnTo>
                <a:lnTo>
                  <a:pt x="3580" y="44"/>
                </a:lnTo>
                <a:lnTo>
                  <a:pt x="3579" y="43"/>
                </a:lnTo>
                <a:lnTo>
                  <a:pt x="3578" y="43"/>
                </a:lnTo>
                <a:lnTo>
                  <a:pt x="3577" y="43"/>
                </a:lnTo>
                <a:lnTo>
                  <a:pt x="3576" y="43"/>
                </a:lnTo>
                <a:lnTo>
                  <a:pt x="3575" y="43"/>
                </a:lnTo>
                <a:lnTo>
                  <a:pt x="3575" y="44"/>
                </a:lnTo>
                <a:lnTo>
                  <a:pt x="3574" y="44"/>
                </a:lnTo>
                <a:lnTo>
                  <a:pt x="3574" y="45"/>
                </a:lnTo>
                <a:lnTo>
                  <a:pt x="3574" y="46"/>
                </a:lnTo>
                <a:lnTo>
                  <a:pt x="3574" y="47"/>
                </a:lnTo>
                <a:lnTo>
                  <a:pt x="3574" y="48"/>
                </a:lnTo>
                <a:lnTo>
                  <a:pt x="3575" y="49"/>
                </a:lnTo>
                <a:lnTo>
                  <a:pt x="3575" y="50"/>
                </a:lnTo>
                <a:lnTo>
                  <a:pt x="3576" y="51"/>
                </a:lnTo>
                <a:lnTo>
                  <a:pt x="3577" y="51"/>
                </a:lnTo>
                <a:lnTo>
                  <a:pt x="3577" y="52"/>
                </a:lnTo>
                <a:lnTo>
                  <a:pt x="3578" y="52"/>
                </a:lnTo>
                <a:lnTo>
                  <a:pt x="3579" y="53"/>
                </a:lnTo>
                <a:lnTo>
                  <a:pt x="3580" y="53"/>
                </a:lnTo>
                <a:lnTo>
                  <a:pt x="3581" y="53"/>
                </a:lnTo>
                <a:lnTo>
                  <a:pt x="3581" y="52"/>
                </a:lnTo>
                <a:lnTo>
                  <a:pt x="3582" y="51"/>
                </a:lnTo>
                <a:lnTo>
                  <a:pt x="3582" y="50"/>
                </a:lnTo>
                <a:lnTo>
                  <a:pt x="3583" y="50"/>
                </a:lnTo>
                <a:lnTo>
                  <a:pt x="3582" y="49"/>
                </a:lnTo>
                <a:lnTo>
                  <a:pt x="3582" y="48"/>
                </a:lnTo>
                <a:lnTo>
                  <a:pt x="3582" y="47"/>
                </a:lnTo>
                <a:lnTo>
                  <a:pt x="3583" y="47"/>
                </a:lnTo>
                <a:lnTo>
                  <a:pt x="3583" y="48"/>
                </a:lnTo>
                <a:lnTo>
                  <a:pt x="3583" y="49"/>
                </a:lnTo>
                <a:lnTo>
                  <a:pt x="3583" y="50"/>
                </a:lnTo>
                <a:lnTo>
                  <a:pt x="3583" y="51"/>
                </a:lnTo>
                <a:lnTo>
                  <a:pt x="3582" y="52"/>
                </a:lnTo>
                <a:lnTo>
                  <a:pt x="3582" y="53"/>
                </a:lnTo>
                <a:lnTo>
                  <a:pt x="3582" y="54"/>
                </a:lnTo>
                <a:lnTo>
                  <a:pt x="3583" y="54"/>
                </a:lnTo>
                <a:lnTo>
                  <a:pt x="3583" y="55"/>
                </a:lnTo>
                <a:lnTo>
                  <a:pt x="3584" y="55"/>
                </a:lnTo>
                <a:lnTo>
                  <a:pt x="3585" y="55"/>
                </a:lnTo>
                <a:lnTo>
                  <a:pt x="3585" y="54"/>
                </a:lnTo>
                <a:lnTo>
                  <a:pt x="3586" y="54"/>
                </a:lnTo>
                <a:lnTo>
                  <a:pt x="3587" y="54"/>
                </a:lnTo>
                <a:lnTo>
                  <a:pt x="3588" y="54"/>
                </a:lnTo>
                <a:lnTo>
                  <a:pt x="3589" y="53"/>
                </a:lnTo>
                <a:lnTo>
                  <a:pt x="3590" y="53"/>
                </a:lnTo>
                <a:lnTo>
                  <a:pt x="3590" y="52"/>
                </a:lnTo>
                <a:lnTo>
                  <a:pt x="3590" y="51"/>
                </a:lnTo>
                <a:lnTo>
                  <a:pt x="3589" y="50"/>
                </a:lnTo>
                <a:lnTo>
                  <a:pt x="3589" y="49"/>
                </a:lnTo>
                <a:lnTo>
                  <a:pt x="3588" y="48"/>
                </a:lnTo>
                <a:lnTo>
                  <a:pt x="3587" y="47"/>
                </a:lnTo>
                <a:lnTo>
                  <a:pt x="3586" y="47"/>
                </a:lnTo>
                <a:lnTo>
                  <a:pt x="3586" y="46"/>
                </a:lnTo>
                <a:lnTo>
                  <a:pt x="3587" y="46"/>
                </a:lnTo>
                <a:lnTo>
                  <a:pt x="3588" y="46"/>
                </a:lnTo>
                <a:lnTo>
                  <a:pt x="3589" y="48"/>
                </a:lnTo>
                <a:lnTo>
                  <a:pt x="3590" y="49"/>
                </a:lnTo>
                <a:lnTo>
                  <a:pt x="3591" y="50"/>
                </a:lnTo>
                <a:lnTo>
                  <a:pt x="3591" y="51"/>
                </a:lnTo>
                <a:lnTo>
                  <a:pt x="3591" y="52"/>
                </a:lnTo>
                <a:lnTo>
                  <a:pt x="3591" y="53"/>
                </a:lnTo>
                <a:lnTo>
                  <a:pt x="3591" y="54"/>
                </a:lnTo>
                <a:lnTo>
                  <a:pt x="3591" y="55"/>
                </a:lnTo>
                <a:lnTo>
                  <a:pt x="3592" y="55"/>
                </a:lnTo>
                <a:lnTo>
                  <a:pt x="3593" y="55"/>
                </a:lnTo>
                <a:lnTo>
                  <a:pt x="3594" y="55"/>
                </a:lnTo>
                <a:lnTo>
                  <a:pt x="3595" y="55"/>
                </a:lnTo>
                <a:lnTo>
                  <a:pt x="3595" y="56"/>
                </a:lnTo>
                <a:lnTo>
                  <a:pt x="3596" y="56"/>
                </a:lnTo>
                <a:lnTo>
                  <a:pt x="3597" y="56"/>
                </a:lnTo>
                <a:lnTo>
                  <a:pt x="3597" y="57"/>
                </a:lnTo>
                <a:lnTo>
                  <a:pt x="3598" y="57"/>
                </a:lnTo>
                <a:lnTo>
                  <a:pt x="3598" y="57"/>
                </a:lnTo>
                <a:lnTo>
                  <a:pt x="3598" y="59"/>
                </a:lnTo>
                <a:lnTo>
                  <a:pt x="3599" y="60"/>
                </a:lnTo>
                <a:lnTo>
                  <a:pt x="3600" y="60"/>
                </a:lnTo>
                <a:lnTo>
                  <a:pt x="3602" y="61"/>
                </a:lnTo>
                <a:lnTo>
                  <a:pt x="3603" y="61"/>
                </a:lnTo>
                <a:lnTo>
                  <a:pt x="3604" y="61"/>
                </a:lnTo>
                <a:lnTo>
                  <a:pt x="3605" y="61"/>
                </a:lnTo>
                <a:lnTo>
                  <a:pt x="3606" y="62"/>
                </a:lnTo>
                <a:lnTo>
                  <a:pt x="3607" y="62"/>
                </a:lnTo>
                <a:lnTo>
                  <a:pt x="3608" y="62"/>
                </a:lnTo>
                <a:lnTo>
                  <a:pt x="3608" y="63"/>
                </a:lnTo>
                <a:lnTo>
                  <a:pt x="3609" y="63"/>
                </a:lnTo>
                <a:lnTo>
                  <a:pt x="3610" y="63"/>
                </a:lnTo>
                <a:lnTo>
                  <a:pt x="3610" y="64"/>
                </a:lnTo>
                <a:lnTo>
                  <a:pt x="3611" y="64"/>
                </a:lnTo>
                <a:lnTo>
                  <a:pt x="3612" y="64"/>
                </a:lnTo>
                <a:lnTo>
                  <a:pt x="3613" y="65"/>
                </a:lnTo>
                <a:lnTo>
                  <a:pt x="3614" y="65"/>
                </a:lnTo>
                <a:lnTo>
                  <a:pt x="3615" y="65"/>
                </a:lnTo>
                <a:lnTo>
                  <a:pt x="3616" y="66"/>
                </a:lnTo>
                <a:lnTo>
                  <a:pt x="3617" y="66"/>
                </a:lnTo>
                <a:lnTo>
                  <a:pt x="3618" y="66"/>
                </a:lnTo>
                <a:lnTo>
                  <a:pt x="3618" y="67"/>
                </a:lnTo>
                <a:lnTo>
                  <a:pt x="3619" y="67"/>
                </a:lnTo>
                <a:lnTo>
                  <a:pt x="3620" y="67"/>
                </a:lnTo>
                <a:lnTo>
                  <a:pt x="3621" y="68"/>
                </a:lnTo>
                <a:lnTo>
                  <a:pt x="3622" y="68"/>
                </a:lnTo>
                <a:lnTo>
                  <a:pt x="3623" y="68"/>
                </a:lnTo>
                <a:lnTo>
                  <a:pt x="3624" y="68"/>
                </a:lnTo>
                <a:lnTo>
                  <a:pt x="3625" y="68"/>
                </a:lnTo>
                <a:lnTo>
                  <a:pt x="3626" y="69"/>
                </a:lnTo>
                <a:lnTo>
                  <a:pt x="3626" y="69"/>
                </a:lnTo>
                <a:lnTo>
                  <a:pt x="3627" y="69"/>
                </a:lnTo>
                <a:lnTo>
                  <a:pt x="3628" y="69"/>
                </a:lnTo>
                <a:lnTo>
                  <a:pt x="3628" y="70"/>
                </a:lnTo>
                <a:lnTo>
                  <a:pt x="3629" y="70"/>
                </a:lnTo>
                <a:lnTo>
                  <a:pt x="3630" y="70"/>
                </a:lnTo>
                <a:lnTo>
                  <a:pt x="3631" y="70"/>
                </a:lnTo>
                <a:lnTo>
                  <a:pt x="3632" y="70"/>
                </a:lnTo>
                <a:lnTo>
                  <a:pt x="3633" y="70"/>
                </a:lnTo>
                <a:lnTo>
                  <a:pt x="3633" y="70"/>
                </a:lnTo>
                <a:lnTo>
                  <a:pt x="3634" y="70"/>
                </a:lnTo>
                <a:lnTo>
                  <a:pt x="3635" y="70"/>
                </a:lnTo>
                <a:lnTo>
                  <a:pt x="3636" y="70"/>
                </a:lnTo>
                <a:lnTo>
                  <a:pt x="3637" y="70"/>
                </a:lnTo>
                <a:lnTo>
                  <a:pt x="3637" y="70"/>
                </a:lnTo>
                <a:lnTo>
                  <a:pt x="3638" y="70"/>
                </a:lnTo>
                <a:lnTo>
                  <a:pt x="3639" y="70"/>
                </a:lnTo>
                <a:lnTo>
                  <a:pt x="3640" y="70"/>
                </a:lnTo>
                <a:lnTo>
                  <a:pt x="3641" y="70"/>
                </a:lnTo>
                <a:lnTo>
                  <a:pt x="3642" y="70"/>
                </a:lnTo>
                <a:lnTo>
                  <a:pt x="3644" y="70"/>
                </a:lnTo>
                <a:lnTo>
                  <a:pt x="3645" y="70"/>
                </a:lnTo>
                <a:lnTo>
                  <a:pt x="3645" y="69"/>
                </a:lnTo>
                <a:lnTo>
                  <a:pt x="3645" y="68"/>
                </a:lnTo>
                <a:lnTo>
                  <a:pt x="3645" y="67"/>
                </a:lnTo>
                <a:lnTo>
                  <a:pt x="3645" y="66"/>
                </a:lnTo>
                <a:lnTo>
                  <a:pt x="3645" y="65"/>
                </a:lnTo>
                <a:lnTo>
                  <a:pt x="3645" y="64"/>
                </a:lnTo>
                <a:lnTo>
                  <a:pt x="3646" y="65"/>
                </a:lnTo>
                <a:lnTo>
                  <a:pt x="3646" y="66"/>
                </a:lnTo>
                <a:lnTo>
                  <a:pt x="3646" y="67"/>
                </a:lnTo>
                <a:lnTo>
                  <a:pt x="3646" y="68"/>
                </a:lnTo>
                <a:lnTo>
                  <a:pt x="3647" y="68"/>
                </a:lnTo>
                <a:lnTo>
                  <a:pt x="3648" y="68"/>
                </a:lnTo>
                <a:lnTo>
                  <a:pt x="3649" y="68"/>
                </a:lnTo>
                <a:lnTo>
                  <a:pt x="3651" y="68"/>
                </a:lnTo>
                <a:lnTo>
                  <a:pt x="3652" y="68"/>
                </a:lnTo>
                <a:lnTo>
                  <a:pt x="3653" y="68"/>
                </a:lnTo>
                <a:lnTo>
                  <a:pt x="3653" y="67"/>
                </a:lnTo>
                <a:lnTo>
                  <a:pt x="3654" y="67"/>
                </a:lnTo>
                <a:lnTo>
                  <a:pt x="3654" y="66"/>
                </a:lnTo>
                <a:lnTo>
                  <a:pt x="3654" y="65"/>
                </a:lnTo>
                <a:lnTo>
                  <a:pt x="3655" y="65"/>
                </a:lnTo>
                <a:lnTo>
                  <a:pt x="3655" y="66"/>
                </a:lnTo>
                <a:lnTo>
                  <a:pt x="3655" y="66"/>
                </a:lnTo>
                <a:lnTo>
                  <a:pt x="3656" y="66"/>
                </a:lnTo>
                <a:lnTo>
                  <a:pt x="3657" y="66"/>
                </a:lnTo>
                <a:lnTo>
                  <a:pt x="3658" y="65"/>
                </a:lnTo>
                <a:lnTo>
                  <a:pt x="3659" y="65"/>
                </a:lnTo>
                <a:lnTo>
                  <a:pt x="3659" y="64"/>
                </a:lnTo>
                <a:lnTo>
                  <a:pt x="3660" y="64"/>
                </a:lnTo>
                <a:lnTo>
                  <a:pt x="3660" y="63"/>
                </a:lnTo>
                <a:lnTo>
                  <a:pt x="3660" y="62"/>
                </a:lnTo>
                <a:lnTo>
                  <a:pt x="3660" y="61"/>
                </a:lnTo>
                <a:lnTo>
                  <a:pt x="3660" y="62"/>
                </a:lnTo>
                <a:lnTo>
                  <a:pt x="3661" y="62"/>
                </a:lnTo>
                <a:lnTo>
                  <a:pt x="3661" y="63"/>
                </a:lnTo>
                <a:lnTo>
                  <a:pt x="3662" y="62"/>
                </a:lnTo>
                <a:lnTo>
                  <a:pt x="3663" y="62"/>
                </a:lnTo>
                <a:lnTo>
                  <a:pt x="3664" y="62"/>
                </a:lnTo>
                <a:lnTo>
                  <a:pt x="3664" y="61"/>
                </a:lnTo>
                <a:lnTo>
                  <a:pt x="3666" y="61"/>
                </a:lnTo>
                <a:lnTo>
                  <a:pt x="3667" y="60"/>
                </a:lnTo>
                <a:lnTo>
                  <a:pt x="3667" y="59"/>
                </a:lnTo>
                <a:lnTo>
                  <a:pt x="3668" y="59"/>
                </a:lnTo>
                <a:lnTo>
                  <a:pt x="3668" y="58"/>
                </a:lnTo>
                <a:lnTo>
                  <a:pt x="3669" y="58"/>
                </a:lnTo>
                <a:lnTo>
                  <a:pt x="3669" y="57"/>
                </a:lnTo>
                <a:lnTo>
                  <a:pt x="3670" y="56"/>
                </a:lnTo>
                <a:lnTo>
                  <a:pt x="3670" y="55"/>
                </a:lnTo>
                <a:lnTo>
                  <a:pt x="3671" y="54"/>
                </a:lnTo>
                <a:lnTo>
                  <a:pt x="3671" y="53"/>
                </a:lnTo>
                <a:lnTo>
                  <a:pt x="3671" y="52"/>
                </a:lnTo>
                <a:lnTo>
                  <a:pt x="3671" y="50"/>
                </a:lnTo>
                <a:lnTo>
                  <a:pt x="3671" y="49"/>
                </a:lnTo>
                <a:lnTo>
                  <a:pt x="3670" y="48"/>
                </a:lnTo>
                <a:lnTo>
                  <a:pt x="3670" y="47"/>
                </a:lnTo>
                <a:lnTo>
                  <a:pt x="3669" y="46"/>
                </a:lnTo>
                <a:lnTo>
                  <a:pt x="3668" y="45"/>
                </a:lnTo>
                <a:lnTo>
                  <a:pt x="3667" y="44"/>
                </a:lnTo>
                <a:lnTo>
                  <a:pt x="3666" y="44"/>
                </a:lnTo>
                <a:lnTo>
                  <a:pt x="3665" y="44"/>
                </a:lnTo>
                <a:lnTo>
                  <a:pt x="3664" y="44"/>
                </a:lnTo>
                <a:lnTo>
                  <a:pt x="3664" y="45"/>
                </a:lnTo>
                <a:lnTo>
                  <a:pt x="3664" y="46"/>
                </a:lnTo>
                <a:lnTo>
                  <a:pt x="3663" y="46"/>
                </a:lnTo>
                <a:lnTo>
                  <a:pt x="3663" y="45"/>
                </a:lnTo>
                <a:lnTo>
                  <a:pt x="3663" y="44"/>
                </a:lnTo>
                <a:lnTo>
                  <a:pt x="3663" y="43"/>
                </a:lnTo>
                <a:lnTo>
                  <a:pt x="3663" y="42"/>
                </a:lnTo>
                <a:lnTo>
                  <a:pt x="3663" y="41"/>
                </a:lnTo>
                <a:lnTo>
                  <a:pt x="3664" y="41"/>
                </a:lnTo>
                <a:lnTo>
                  <a:pt x="3665" y="41"/>
                </a:lnTo>
                <a:lnTo>
                  <a:pt x="3666" y="41"/>
                </a:lnTo>
                <a:lnTo>
                  <a:pt x="3668" y="41"/>
                </a:lnTo>
                <a:lnTo>
                  <a:pt x="3669" y="41"/>
                </a:lnTo>
                <a:lnTo>
                  <a:pt x="3670" y="41"/>
                </a:lnTo>
                <a:lnTo>
                  <a:pt x="3673" y="41"/>
                </a:lnTo>
                <a:lnTo>
                  <a:pt x="3673" y="40"/>
                </a:lnTo>
                <a:lnTo>
                  <a:pt x="3674" y="39"/>
                </a:lnTo>
                <a:lnTo>
                  <a:pt x="3675" y="38"/>
                </a:lnTo>
                <a:lnTo>
                  <a:pt x="3676" y="38"/>
                </a:lnTo>
                <a:lnTo>
                  <a:pt x="3676" y="39"/>
                </a:lnTo>
                <a:lnTo>
                  <a:pt x="3675" y="39"/>
                </a:lnTo>
                <a:lnTo>
                  <a:pt x="3675" y="40"/>
                </a:lnTo>
                <a:lnTo>
                  <a:pt x="3674" y="40"/>
                </a:lnTo>
                <a:lnTo>
                  <a:pt x="3674" y="41"/>
                </a:lnTo>
                <a:lnTo>
                  <a:pt x="3674" y="41"/>
                </a:lnTo>
                <a:lnTo>
                  <a:pt x="3675" y="42"/>
                </a:lnTo>
                <a:lnTo>
                  <a:pt x="3677" y="43"/>
                </a:lnTo>
                <a:lnTo>
                  <a:pt x="3678" y="43"/>
                </a:lnTo>
                <a:lnTo>
                  <a:pt x="3679" y="43"/>
                </a:lnTo>
                <a:lnTo>
                  <a:pt x="3679" y="44"/>
                </a:lnTo>
                <a:lnTo>
                  <a:pt x="3680" y="44"/>
                </a:lnTo>
                <a:lnTo>
                  <a:pt x="3680" y="43"/>
                </a:lnTo>
                <a:lnTo>
                  <a:pt x="3680" y="42"/>
                </a:lnTo>
                <a:lnTo>
                  <a:pt x="3681" y="42"/>
                </a:lnTo>
                <a:lnTo>
                  <a:pt x="3682" y="42"/>
                </a:lnTo>
                <a:lnTo>
                  <a:pt x="3682" y="43"/>
                </a:lnTo>
                <a:lnTo>
                  <a:pt x="3682" y="44"/>
                </a:lnTo>
                <a:lnTo>
                  <a:pt x="3683" y="44"/>
                </a:lnTo>
                <a:lnTo>
                  <a:pt x="3683" y="44"/>
                </a:lnTo>
                <a:lnTo>
                  <a:pt x="3684" y="44"/>
                </a:lnTo>
                <a:lnTo>
                  <a:pt x="3685" y="44"/>
                </a:lnTo>
                <a:lnTo>
                  <a:pt x="3686" y="44"/>
                </a:lnTo>
                <a:lnTo>
                  <a:pt x="3686" y="43"/>
                </a:lnTo>
                <a:lnTo>
                  <a:pt x="3686" y="42"/>
                </a:lnTo>
                <a:lnTo>
                  <a:pt x="3686" y="41"/>
                </a:lnTo>
                <a:lnTo>
                  <a:pt x="3686" y="42"/>
                </a:lnTo>
                <a:lnTo>
                  <a:pt x="3687" y="42"/>
                </a:lnTo>
                <a:lnTo>
                  <a:pt x="3687" y="43"/>
                </a:lnTo>
                <a:lnTo>
                  <a:pt x="3687" y="44"/>
                </a:lnTo>
                <a:lnTo>
                  <a:pt x="3688" y="44"/>
                </a:lnTo>
                <a:lnTo>
                  <a:pt x="3689" y="44"/>
                </a:lnTo>
                <a:lnTo>
                  <a:pt x="3690" y="44"/>
                </a:lnTo>
                <a:lnTo>
                  <a:pt x="3691" y="44"/>
                </a:lnTo>
                <a:lnTo>
                  <a:pt x="3692" y="44"/>
                </a:lnTo>
                <a:lnTo>
                  <a:pt x="3693" y="44"/>
                </a:lnTo>
                <a:lnTo>
                  <a:pt x="3693" y="43"/>
                </a:lnTo>
                <a:lnTo>
                  <a:pt x="3694" y="43"/>
                </a:lnTo>
                <a:lnTo>
                  <a:pt x="3695" y="43"/>
                </a:lnTo>
                <a:lnTo>
                  <a:pt x="3696" y="43"/>
                </a:lnTo>
                <a:lnTo>
                  <a:pt x="3696" y="42"/>
                </a:lnTo>
                <a:lnTo>
                  <a:pt x="3697" y="42"/>
                </a:lnTo>
                <a:lnTo>
                  <a:pt x="3697" y="41"/>
                </a:lnTo>
                <a:lnTo>
                  <a:pt x="3696" y="41"/>
                </a:lnTo>
                <a:lnTo>
                  <a:pt x="3697" y="41"/>
                </a:lnTo>
                <a:lnTo>
                  <a:pt x="3697" y="42"/>
                </a:lnTo>
                <a:lnTo>
                  <a:pt x="3698" y="42"/>
                </a:lnTo>
                <a:lnTo>
                  <a:pt x="3698" y="43"/>
                </a:lnTo>
                <a:lnTo>
                  <a:pt x="3699" y="43"/>
                </a:lnTo>
                <a:lnTo>
                  <a:pt x="3699" y="44"/>
                </a:lnTo>
                <a:lnTo>
                  <a:pt x="3700" y="45"/>
                </a:lnTo>
                <a:lnTo>
                  <a:pt x="3701" y="45"/>
                </a:lnTo>
                <a:lnTo>
                  <a:pt x="3700" y="45"/>
                </a:lnTo>
                <a:lnTo>
                  <a:pt x="3701" y="45"/>
                </a:lnTo>
                <a:lnTo>
                  <a:pt x="3701" y="46"/>
                </a:lnTo>
                <a:lnTo>
                  <a:pt x="3702" y="46"/>
                </a:lnTo>
                <a:lnTo>
                  <a:pt x="3703" y="46"/>
                </a:lnTo>
                <a:lnTo>
                  <a:pt x="3704" y="45"/>
                </a:lnTo>
                <a:lnTo>
                  <a:pt x="3705" y="45"/>
                </a:lnTo>
                <a:lnTo>
                  <a:pt x="3705" y="44"/>
                </a:lnTo>
                <a:lnTo>
                  <a:pt x="3705" y="43"/>
                </a:lnTo>
                <a:lnTo>
                  <a:pt x="3705" y="42"/>
                </a:lnTo>
                <a:lnTo>
                  <a:pt x="3706" y="42"/>
                </a:lnTo>
                <a:lnTo>
                  <a:pt x="3706" y="43"/>
                </a:lnTo>
                <a:lnTo>
                  <a:pt x="3706" y="44"/>
                </a:lnTo>
                <a:lnTo>
                  <a:pt x="3706" y="45"/>
                </a:lnTo>
                <a:lnTo>
                  <a:pt x="3705" y="45"/>
                </a:lnTo>
                <a:lnTo>
                  <a:pt x="3705" y="46"/>
                </a:lnTo>
                <a:lnTo>
                  <a:pt x="3704" y="46"/>
                </a:lnTo>
                <a:lnTo>
                  <a:pt x="3704" y="47"/>
                </a:lnTo>
                <a:lnTo>
                  <a:pt x="3705" y="47"/>
                </a:lnTo>
                <a:lnTo>
                  <a:pt x="3705" y="48"/>
                </a:lnTo>
                <a:lnTo>
                  <a:pt x="3706" y="48"/>
                </a:lnTo>
                <a:lnTo>
                  <a:pt x="3706" y="49"/>
                </a:lnTo>
                <a:lnTo>
                  <a:pt x="3707" y="49"/>
                </a:lnTo>
                <a:lnTo>
                  <a:pt x="3708" y="49"/>
                </a:lnTo>
                <a:lnTo>
                  <a:pt x="3709" y="50"/>
                </a:lnTo>
                <a:lnTo>
                  <a:pt x="3710" y="50"/>
                </a:lnTo>
                <a:lnTo>
                  <a:pt x="3710" y="51"/>
                </a:lnTo>
                <a:lnTo>
                  <a:pt x="3711" y="51"/>
                </a:lnTo>
                <a:lnTo>
                  <a:pt x="3711" y="52"/>
                </a:lnTo>
                <a:lnTo>
                  <a:pt x="3711" y="52"/>
                </a:lnTo>
                <a:lnTo>
                  <a:pt x="3712" y="53"/>
                </a:lnTo>
                <a:lnTo>
                  <a:pt x="3713" y="53"/>
                </a:lnTo>
                <a:lnTo>
                  <a:pt x="3714" y="54"/>
                </a:lnTo>
                <a:lnTo>
                  <a:pt x="3715" y="54"/>
                </a:lnTo>
                <a:lnTo>
                  <a:pt x="3715" y="55"/>
                </a:lnTo>
                <a:lnTo>
                  <a:pt x="3716" y="55"/>
                </a:lnTo>
                <a:lnTo>
                  <a:pt x="3717" y="55"/>
                </a:lnTo>
                <a:lnTo>
                  <a:pt x="3717" y="56"/>
                </a:lnTo>
                <a:lnTo>
                  <a:pt x="3718" y="56"/>
                </a:lnTo>
                <a:lnTo>
                  <a:pt x="3719" y="56"/>
                </a:lnTo>
                <a:lnTo>
                  <a:pt x="3720" y="57"/>
                </a:lnTo>
                <a:lnTo>
                  <a:pt x="3721" y="57"/>
                </a:lnTo>
                <a:lnTo>
                  <a:pt x="3722" y="57"/>
                </a:lnTo>
                <a:lnTo>
                  <a:pt x="3723" y="56"/>
                </a:lnTo>
                <a:lnTo>
                  <a:pt x="3724" y="56"/>
                </a:lnTo>
                <a:lnTo>
                  <a:pt x="3724" y="57"/>
                </a:lnTo>
                <a:lnTo>
                  <a:pt x="3725" y="57"/>
                </a:lnTo>
                <a:lnTo>
                  <a:pt x="3726" y="57"/>
                </a:lnTo>
                <a:lnTo>
                  <a:pt x="3726" y="58"/>
                </a:lnTo>
                <a:lnTo>
                  <a:pt x="3727" y="58"/>
                </a:lnTo>
                <a:lnTo>
                  <a:pt x="3728" y="58"/>
                </a:lnTo>
                <a:lnTo>
                  <a:pt x="3729" y="58"/>
                </a:lnTo>
                <a:lnTo>
                  <a:pt x="3730" y="58"/>
                </a:lnTo>
                <a:lnTo>
                  <a:pt x="3730" y="57"/>
                </a:lnTo>
                <a:lnTo>
                  <a:pt x="3731" y="57"/>
                </a:lnTo>
                <a:lnTo>
                  <a:pt x="3731" y="58"/>
                </a:lnTo>
                <a:lnTo>
                  <a:pt x="3732" y="58"/>
                </a:lnTo>
                <a:lnTo>
                  <a:pt x="3733" y="58"/>
                </a:lnTo>
                <a:lnTo>
                  <a:pt x="3734" y="58"/>
                </a:lnTo>
                <a:lnTo>
                  <a:pt x="3735" y="58"/>
                </a:lnTo>
                <a:lnTo>
                  <a:pt x="3736" y="58"/>
                </a:lnTo>
                <a:lnTo>
                  <a:pt x="3736" y="57"/>
                </a:lnTo>
                <a:lnTo>
                  <a:pt x="3737" y="56"/>
                </a:lnTo>
                <a:lnTo>
                  <a:pt x="3738" y="56"/>
                </a:lnTo>
                <a:lnTo>
                  <a:pt x="3739" y="56"/>
                </a:lnTo>
                <a:lnTo>
                  <a:pt x="3739" y="55"/>
                </a:lnTo>
                <a:lnTo>
                  <a:pt x="3739" y="55"/>
                </a:lnTo>
                <a:lnTo>
                  <a:pt x="3740" y="55"/>
                </a:lnTo>
                <a:lnTo>
                  <a:pt x="3741" y="55"/>
                </a:lnTo>
                <a:lnTo>
                  <a:pt x="3742" y="55"/>
                </a:lnTo>
                <a:lnTo>
                  <a:pt x="3742" y="54"/>
                </a:lnTo>
                <a:lnTo>
                  <a:pt x="3743" y="54"/>
                </a:lnTo>
                <a:lnTo>
                  <a:pt x="3743" y="55"/>
                </a:lnTo>
                <a:lnTo>
                  <a:pt x="3744" y="55"/>
                </a:lnTo>
                <a:lnTo>
                  <a:pt x="3745" y="55"/>
                </a:lnTo>
                <a:lnTo>
                  <a:pt x="3746" y="55"/>
                </a:lnTo>
                <a:lnTo>
                  <a:pt x="3747" y="55"/>
                </a:lnTo>
                <a:lnTo>
                  <a:pt x="3749" y="55"/>
                </a:lnTo>
                <a:lnTo>
                  <a:pt x="3750" y="55"/>
                </a:lnTo>
                <a:lnTo>
                  <a:pt x="3751" y="56"/>
                </a:lnTo>
                <a:lnTo>
                  <a:pt x="3752" y="56"/>
                </a:lnTo>
                <a:lnTo>
                  <a:pt x="3753" y="56"/>
                </a:lnTo>
                <a:lnTo>
                  <a:pt x="3754" y="56"/>
                </a:lnTo>
                <a:lnTo>
                  <a:pt x="3755" y="56"/>
                </a:lnTo>
                <a:lnTo>
                  <a:pt x="3756" y="56"/>
                </a:lnTo>
                <a:lnTo>
                  <a:pt x="3757" y="56"/>
                </a:lnTo>
                <a:lnTo>
                  <a:pt x="3758" y="56"/>
                </a:lnTo>
                <a:lnTo>
                  <a:pt x="3759" y="56"/>
                </a:lnTo>
                <a:lnTo>
                  <a:pt x="3759" y="57"/>
                </a:lnTo>
                <a:lnTo>
                  <a:pt x="3760" y="57"/>
                </a:lnTo>
                <a:lnTo>
                  <a:pt x="3761" y="57"/>
                </a:lnTo>
                <a:lnTo>
                  <a:pt x="3762" y="57"/>
                </a:lnTo>
                <a:lnTo>
                  <a:pt x="3763" y="57"/>
                </a:lnTo>
                <a:lnTo>
                  <a:pt x="3764" y="56"/>
                </a:lnTo>
                <a:lnTo>
                  <a:pt x="3765" y="56"/>
                </a:lnTo>
                <a:lnTo>
                  <a:pt x="3765" y="57"/>
                </a:lnTo>
                <a:lnTo>
                  <a:pt x="3765" y="56"/>
                </a:lnTo>
                <a:lnTo>
                  <a:pt x="3766" y="56"/>
                </a:lnTo>
                <a:lnTo>
                  <a:pt x="3767" y="56"/>
                </a:lnTo>
                <a:lnTo>
                  <a:pt x="3768" y="56"/>
                </a:lnTo>
                <a:lnTo>
                  <a:pt x="3768" y="55"/>
                </a:lnTo>
                <a:lnTo>
                  <a:pt x="3768" y="54"/>
                </a:lnTo>
                <a:lnTo>
                  <a:pt x="3768" y="54"/>
                </a:lnTo>
                <a:lnTo>
                  <a:pt x="3768" y="55"/>
                </a:lnTo>
                <a:lnTo>
                  <a:pt x="3769" y="55"/>
                </a:lnTo>
                <a:lnTo>
                  <a:pt x="3770" y="54"/>
                </a:lnTo>
                <a:lnTo>
                  <a:pt x="3771" y="54"/>
                </a:lnTo>
                <a:lnTo>
                  <a:pt x="3771" y="53"/>
                </a:lnTo>
                <a:lnTo>
                  <a:pt x="3772" y="54"/>
                </a:lnTo>
                <a:lnTo>
                  <a:pt x="3773" y="54"/>
                </a:lnTo>
                <a:lnTo>
                  <a:pt x="3774" y="55"/>
                </a:lnTo>
                <a:lnTo>
                  <a:pt x="3786" y="51"/>
                </a:lnTo>
                <a:lnTo>
                  <a:pt x="3788" y="51"/>
                </a:lnTo>
                <a:lnTo>
                  <a:pt x="3793" y="49"/>
                </a:lnTo>
                <a:lnTo>
                  <a:pt x="3797" y="47"/>
                </a:lnTo>
                <a:lnTo>
                  <a:pt x="3800" y="45"/>
                </a:lnTo>
                <a:lnTo>
                  <a:pt x="3805" y="45"/>
                </a:lnTo>
                <a:lnTo>
                  <a:pt x="3811" y="47"/>
                </a:lnTo>
                <a:lnTo>
                  <a:pt x="3815" y="46"/>
                </a:lnTo>
                <a:lnTo>
                  <a:pt x="3822" y="46"/>
                </a:lnTo>
                <a:lnTo>
                  <a:pt x="3827" y="49"/>
                </a:lnTo>
                <a:lnTo>
                  <a:pt x="3832" y="50"/>
                </a:lnTo>
                <a:lnTo>
                  <a:pt x="3835" y="50"/>
                </a:lnTo>
                <a:lnTo>
                  <a:pt x="3843" y="48"/>
                </a:lnTo>
                <a:lnTo>
                  <a:pt x="3846" y="47"/>
                </a:lnTo>
                <a:lnTo>
                  <a:pt x="3853" y="45"/>
                </a:lnTo>
                <a:lnTo>
                  <a:pt x="3861" y="43"/>
                </a:lnTo>
                <a:lnTo>
                  <a:pt x="3867" y="44"/>
                </a:lnTo>
                <a:lnTo>
                  <a:pt x="3870" y="45"/>
                </a:lnTo>
                <a:lnTo>
                  <a:pt x="3875" y="47"/>
                </a:lnTo>
                <a:lnTo>
                  <a:pt x="3880" y="48"/>
                </a:lnTo>
                <a:lnTo>
                  <a:pt x="3888" y="48"/>
                </a:lnTo>
                <a:lnTo>
                  <a:pt x="3893" y="48"/>
                </a:lnTo>
                <a:lnTo>
                  <a:pt x="3901" y="48"/>
                </a:lnTo>
                <a:lnTo>
                  <a:pt x="3908" y="50"/>
                </a:lnTo>
                <a:lnTo>
                  <a:pt x="3914" y="51"/>
                </a:lnTo>
                <a:lnTo>
                  <a:pt x="3921" y="51"/>
                </a:lnTo>
                <a:lnTo>
                  <a:pt x="3929" y="53"/>
                </a:lnTo>
                <a:lnTo>
                  <a:pt x="3935" y="54"/>
                </a:lnTo>
                <a:lnTo>
                  <a:pt x="3942" y="55"/>
                </a:lnTo>
                <a:lnTo>
                  <a:pt x="3948" y="53"/>
                </a:lnTo>
                <a:lnTo>
                  <a:pt x="3955" y="51"/>
                </a:lnTo>
                <a:lnTo>
                  <a:pt x="3958" y="52"/>
                </a:lnTo>
                <a:lnTo>
                  <a:pt x="3962" y="52"/>
                </a:lnTo>
                <a:lnTo>
                  <a:pt x="3966" y="52"/>
                </a:lnTo>
                <a:lnTo>
                  <a:pt x="3974" y="50"/>
                </a:lnTo>
                <a:lnTo>
                  <a:pt x="3979" y="51"/>
                </a:lnTo>
                <a:lnTo>
                  <a:pt x="3988" y="53"/>
                </a:lnTo>
                <a:lnTo>
                  <a:pt x="3992" y="49"/>
                </a:lnTo>
                <a:lnTo>
                  <a:pt x="3996" y="47"/>
                </a:lnTo>
                <a:lnTo>
                  <a:pt x="3999" y="46"/>
                </a:lnTo>
                <a:lnTo>
                  <a:pt x="4003" y="43"/>
                </a:lnTo>
                <a:lnTo>
                  <a:pt x="4008" y="43"/>
                </a:lnTo>
                <a:lnTo>
                  <a:pt x="4010" y="42"/>
                </a:lnTo>
                <a:lnTo>
                  <a:pt x="4016" y="41"/>
                </a:lnTo>
                <a:lnTo>
                  <a:pt x="4021" y="42"/>
                </a:lnTo>
                <a:lnTo>
                  <a:pt x="4024" y="43"/>
                </a:lnTo>
                <a:lnTo>
                  <a:pt x="4027" y="45"/>
                </a:lnTo>
                <a:lnTo>
                  <a:pt x="4031" y="47"/>
                </a:lnTo>
                <a:lnTo>
                  <a:pt x="4037" y="47"/>
                </a:lnTo>
                <a:lnTo>
                  <a:pt x="4041" y="46"/>
                </a:lnTo>
                <a:lnTo>
                  <a:pt x="4048" y="44"/>
                </a:lnTo>
                <a:lnTo>
                  <a:pt x="4054" y="43"/>
                </a:lnTo>
                <a:lnTo>
                  <a:pt x="4060" y="41"/>
                </a:lnTo>
                <a:lnTo>
                  <a:pt x="4063" y="41"/>
                </a:lnTo>
                <a:lnTo>
                  <a:pt x="4068" y="40"/>
                </a:lnTo>
                <a:lnTo>
                  <a:pt x="4073" y="39"/>
                </a:lnTo>
                <a:lnTo>
                  <a:pt x="4078" y="38"/>
                </a:lnTo>
                <a:lnTo>
                  <a:pt x="4085" y="37"/>
                </a:lnTo>
                <a:lnTo>
                  <a:pt x="4089" y="35"/>
                </a:lnTo>
                <a:lnTo>
                  <a:pt x="4095" y="33"/>
                </a:lnTo>
                <a:lnTo>
                  <a:pt x="4103" y="33"/>
                </a:lnTo>
                <a:lnTo>
                  <a:pt x="4111" y="34"/>
                </a:lnTo>
                <a:lnTo>
                  <a:pt x="4118" y="35"/>
                </a:lnTo>
                <a:lnTo>
                  <a:pt x="4127" y="36"/>
                </a:lnTo>
                <a:lnTo>
                  <a:pt x="4134" y="35"/>
                </a:lnTo>
                <a:lnTo>
                  <a:pt x="4146" y="30"/>
                </a:lnTo>
                <a:lnTo>
                  <a:pt x="4156" y="28"/>
                </a:lnTo>
                <a:lnTo>
                  <a:pt x="4166" y="29"/>
                </a:lnTo>
                <a:lnTo>
                  <a:pt x="4172" y="29"/>
                </a:lnTo>
                <a:lnTo>
                  <a:pt x="4180" y="31"/>
                </a:lnTo>
                <a:lnTo>
                  <a:pt x="4191" y="31"/>
                </a:lnTo>
                <a:lnTo>
                  <a:pt x="4200" y="29"/>
                </a:lnTo>
                <a:lnTo>
                  <a:pt x="4206" y="27"/>
                </a:lnTo>
                <a:lnTo>
                  <a:pt x="4211" y="28"/>
                </a:lnTo>
                <a:lnTo>
                  <a:pt x="4216" y="31"/>
                </a:lnTo>
                <a:lnTo>
                  <a:pt x="4222" y="34"/>
                </a:lnTo>
                <a:lnTo>
                  <a:pt x="4229" y="35"/>
                </a:lnTo>
                <a:lnTo>
                  <a:pt x="4234" y="35"/>
                </a:lnTo>
                <a:lnTo>
                  <a:pt x="4241" y="35"/>
                </a:lnTo>
                <a:lnTo>
                  <a:pt x="4251" y="35"/>
                </a:lnTo>
                <a:lnTo>
                  <a:pt x="4258" y="34"/>
                </a:lnTo>
                <a:lnTo>
                  <a:pt x="4266" y="31"/>
                </a:lnTo>
                <a:lnTo>
                  <a:pt x="4271" y="31"/>
                </a:lnTo>
                <a:lnTo>
                  <a:pt x="4276" y="29"/>
                </a:lnTo>
                <a:lnTo>
                  <a:pt x="4282" y="27"/>
                </a:lnTo>
                <a:lnTo>
                  <a:pt x="4288" y="26"/>
                </a:lnTo>
                <a:lnTo>
                  <a:pt x="4294" y="26"/>
                </a:lnTo>
                <a:lnTo>
                  <a:pt x="4304" y="24"/>
                </a:lnTo>
                <a:lnTo>
                  <a:pt x="4311" y="24"/>
                </a:lnTo>
                <a:lnTo>
                  <a:pt x="4316" y="26"/>
                </a:lnTo>
                <a:lnTo>
                  <a:pt x="4323" y="27"/>
                </a:lnTo>
                <a:lnTo>
                  <a:pt x="4333" y="25"/>
                </a:lnTo>
                <a:lnTo>
                  <a:pt x="4339" y="23"/>
                </a:lnTo>
                <a:lnTo>
                  <a:pt x="4341" y="20"/>
                </a:lnTo>
                <a:lnTo>
                  <a:pt x="4347" y="18"/>
                </a:lnTo>
                <a:lnTo>
                  <a:pt x="4353" y="20"/>
                </a:lnTo>
                <a:lnTo>
                  <a:pt x="4358" y="21"/>
                </a:lnTo>
                <a:lnTo>
                  <a:pt x="4363" y="23"/>
                </a:lnTo>
                <a:lnTo>
                  <a:pt x="4368" y="24"/>
                </a:lnTo>
                <a:lnTo>
                  <a:pt x="4373" y="25"/>
                </a:lnTo>
                <a:lnTo>
                  <a:pt x="4380" y="25"/>
                </a:lnTo>
                <a:lnTo>
                  <a:pt x="4386" y="26"/>
                </a:lnTo>
                <a:lnTo>
                  <a:pt x="4392" y="24"/>
                </a:lnTo>
                <a:lnTo>
                  <a:pt x="4399" y="25"/>
                </a:lnTo>
                <a:lnTo>
                  <a:pt x="4409" y="25"/>
                </a:lnTo>
                <a:lnTo>
                  <a:pt x="4415" y="25"/>
                </a:lnTo>
                <a:lnTo>
                  <a:pt x="4419" y="25"/>
                </a:lnTo>
                <a:lnTo>
                  <a:pt x="4421" y="24"/>
                </a:lnTo>
                <a:lnTo>
                  <a:pt x="4424" y="22"/>
                </a:lnTo>
                <a:lnTo>
                  <a:pt x="4427" y="20"/>
                </a:lnTo>
                <a:lnTo>
                  <a:pt x="4432" y="18"/>
                </a:lnTo>
                <a:lnTo>
                  <a:pt x="4435" y="18"/>
                </a:lnTo>
                <a:lnTo>
                  <a:pt x="4439" y="20"/>
                </a:lnTo>
                <a:lnTo>
                  <a:pt x="4442" y="21"/>
                </a:lnTo>
                <a:lnTo>
                  <a:pt x="4446" y="20"/>
                </a:lnTo>
                <a:lnTo>
                  <a:pt x="4451" y="17"/>
                </a:lnTo>
                <a:lnTo>
                  <a:pt x="4455" y="15"/>
                </a:lnTo>
                <a:lnTo>
                  <a:pt x="4459" y="13"/>
                </a:lnTo>
                <a:lnTo>
                  <a:pt x="4461" y="17"/>
                </a:lnTo>
                <a:lnTo>
                  <a:pt x="4466" y="20"/>
                </a:lnTo>
                <a:lnTo>
                  <a:pt x="4469" y="21"/>
                </a:lnTo>
                <a:lnTo>
                  <a:pt x="4476" y="22"/>
                </a:lnTo>
                <a:lnTo>
                  <a:pt x="4483" y="24"/>
                </a:lnTo>
                <a:lnTo>
                  <a:pt x="4487" y="25"/>
                </a:lnTo>
                <a:lnTo>
                  <a:pt x="4493" y="27"/>
                </a:lnTo>
                <a:lnTo>
                  <a:pt x="4497" y="28"/>
                </a:lnTo>
                <a:lnTo>
                  <a:pt x="4501" y="26"/>
                </a:lnTo>
                <a:lnTo>
                  <a:pt x="4505" y="24"/>
                </a:lnTo>
                <a:lnTo>
                  <a:pt x="4509" y="24"/>
                </a:lnTo>
                <a:lnTo>
                  <a:pt x="4514" y="25"/>
                </a:lnTo>
                <a:lnTo>
                  <a:pt x="4521" y="26"/>
                </a:lnTo>
                <a:lnTo>
                  <a:pt x="4530" y="25"/>
                </a:lnTo>
                <a:lnTo>
                  <a:pt x="4535" y="23"/>
                </a:lnTo>
                <a:lnTo>
                  <a:pt x="4543" y="23"/>
                </a:lnTo>
                <a:lnTo>
                  <a:pt x="4548" y="22"/>
                </a:lnTo>
                <a:lnTo>
                  <a:pt x="4563" y="19"/>
                </a:lnTo>
                <a:lnTo>
                  <a:pt x="4568" y="19"/>
                </a:lnTo>
                <a:lnTo>
                  <a:pt x="4573" y="20"/>
                </a:lnTo>
                <a:lnTo>
                  <a:pt x="4580" y="19"/>
                </a:lnTo>
                <a:lnTo>
                  <a:pt x="4587" y="18"/>
                </a:lnTo>
                <a:lnTo>
                  <a:pt x="4596" y="17"/>
                </a:lnTo>
                <a:lnTo>
                  <a:pt x="4602" y="16"/>
                </a:lnTo>
                <a:lnTo>
                  <a:pt x="4607" y="16"/>
                </a:lnTo>
                <a:lnTo>
                  <a:pt x="4613" y="14"/>
                </a:lnTo>
                <a:lnTo>
                  <a:pt x="4616" y="14"/>
                </a:lnTo>
                <a:lnTo>
                  <a:pt x="4624" y="12"/>
                </a:lnTo>
                <a:lnTo>
                  <a:pt x="4628" y="15"/>
                </a:lnTo>
                <a:lnTo>
                  <a:pt x="4632" y="16"/>
                </a:lnTo>
                <a:lnTo>
                  <a:pt x="4637" y="16"/>
                </a:lnTo>
                <a:lnTo>
                  <a:pt x="4642" y="16"/>
                </a:lnTo>
                <a:lnTo>
                  <a:pt x="4645" y="16"/>
                </a:lnTo>
                <a:lnTo>
                  <a:pt x="4650" y="15"/>
                </a:lnTo>
                <a:lnTo>
                  <a:pt x="4653" y="15"/>
                </a:lnTo>
                <a:lnTo>
                  <a:pt x="4658" y="14"/>
                </a:lnTo>
                <a:lnTo>
                  <a:pt x="4668" y="14"/>
                </a:lnTo>
                <a:lnTo>
                  <a:pt x="4683" y="17"/>
                </a:lnTo>
                <a:lnTo>
                  <a:pt x="4686" y="16"/>
                </a:lnTo>
                <a:lnTo>
                  <a:pt x="4691" y="16"/>
                </a:lnTo>
                <a:lnTo>
                  <a:pt x="4697" y="13"/>
                </a:lnTo>
                <a:lnTo>
                  <a:pt x="4702" y="12"/>
                </a:lnTo>
                <a:lnTo>
                  <a:pt x="4710" y="9"/>
                </a:lnTo>
                <a:lnTo>
                  <a:pt x="4716" y="7"/>
                </a:lnTo>
                <a:lnTo>
                  <a:pt x="4721" y="6"/>
                </a:lnTo>
                <a:lnTo>
                  <a:pt x="4728" y="7"/>
                </a:lnTo>
                <a:lnTo>
                  <a:pt x="4733" y="8"/>
                </a:lnTo>
                <a:lnTo>
                  <a:pt x="4738" y="8"/>
                </a:lnTo>
                <a:lnTo>
                  <a:pt x="4743" y="6"/>
                </a:lnTo>
                <a:lnTo>
                  <a:pt x="4749" y="6"/>
                </a:lnTo>
                <a:lnTo>
                  <a:pt x="4755" y="8"/>
                </a:lnTo>
                <a:lnTo>
                  <a:pt x="4758" y="7"/>
                </a:lnTo>
                <a:lnTo>
                  <a:pt x="4763" y="11"/>
                </a:lnTo>
                <a:lnTo>
                  <a:pt x="4768" y="12"/>
                </a:lnTo>
                <a:lnTo>
                  <a:pt x="4774" y="11"/>
                </a:lnTo>
                <a:lnTo>
                  <a:pt x="4783" y="9"/>
                </a:lnTo>
                <a:lnTo>
                  <a:pt x="4788" y="7"/>
                </a:lnTo>
                <a:lnTo>
                  <a:pt x="4793" y="4"/>
                </a:lnTo>
                <a:lnTo>
                  <a:pt x="4798" y="2"/>
                </a:lnTo>
                <a:lnTo>
                  <a:pt x="4804" y="7"/>
                </a:lnTo>
                <a:lnTo>
                  <a:pt x="4809" y="9"/>
                </a:lnTo>
                <a:lnTo>
                  <a:pt x="4816" y="7"/>
                </a:lnTo>
                <a:lnTo>
                  <a:pt x="4826" y="7"/>
                </a:lnTo>
                <a:lnTo>
                  <a:pt x="4838" y="7"/>
                </a:lnTo>
                <a:lnTo>
                  <a:pt x="4847" y="1"/>
                </a:lnTo>
                <a:lnTo>
                  <a:pt x="4852" y="0"/>
                </a:lnTo>
                <a:lnTo>
                  <a:pt x="4857" y="2"/>
                </a:lnTo>
                <a:lnTo>
                  <a:pt x="4862" y="3"/>
                </a:lnTo>
                <a:lnTo>
                  <a:pt x="4870" y="4"/>
                </a:lnTo>
                <a:lnTo>
                  <a:pt x="4878" y="5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E6E4B147-F8B5-4DA0-ADCC-7E384908F4D4}"/>
              </a:ext>
            </a:extLst>
          </p:cNvPr>
          <p:cNvSpPr txBox="1"/>
          <p:nvPr/>
        </p:nvSpPr>
        <p:spPr>
          <a:xfrm>
            <a:off x="76333" y="2171700"/>
            <a:ext cx="185166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1789"/>
                </a:solidFill>
                <a:effectLst/>
                <a:uLnTx/>
                <a:uFillTx/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ACUMULATIVO DE RESCATES DE PERSONAS, CUERPOS RECUPERADOS Y MASCOTAS RESCATADAS</a:t>
            </a:r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E87996B4-9141-44BB-B2A2-64E7753A1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736" y="-200986"/>
            <a:ext cx="2798244" cy="2178031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026EE03A-C5DE-4F1A-8190-B5066F5B8B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9" t="30800" r="18000" b="26000"/>
          <a:stretch/>
        </p:blipFill>
        <p:spPr>
          <a:xfrm>
            <a:off x="170331" y="254555"/>
            <a:ext cx="1704405" cy="1314827"/>
          </a:xfrm>
          <a:prstGeom prst="rect">
            <a:avLst/>
          </a:prstGeom>
        </p:spPr>
      </p:pic>
      <p:sp>
        <p:nvSpPr>
          <p:cNvPr id="17" name="Rectangle 75">
            <a:extLst>
              <a:ext uri="{FF2B5EF4-FFF2-40B4-BE49-F238E27FC236}">
                <a16:creationId xmlns:a16="http://schemas.microsoft.com/office/drawing/2014/main" id="{18B3E8C1-4635-4D08-AC47-E225C395C5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418" y="8545947"/>
            <a:ext cx="44955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600" b="1" i="1" dirty="0">
                <a:solidFill>
                  <a:srgbClr val="000000"/>
                </a:solidFill>
              </a:rPr>
              <a:t>LA GUAIRA</a:t>
            </a:r>
            <a:endParaRPr kumimoji="0" lang="es-CO" altLang="es-C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8C5A97-8292-C84E-AA50-1E181E6F49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4226" y="2906537"/>
            <a:ext cx="10866173" cy="404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3496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o 32">
            <a:extLst>
              <a:ext uri="{FF2B5EF4-FFF2-40B4-BE49-F238E27FC236}">
                <a16:creationId xmlns:a16="http://schemas.microsoft.com/office/drawing/2014/main" id="{34CDE830-34B0-D321-677D-3DCC3F83332B}"/>
              </a:ext>
            </a:extLst>
          </p:cNvPr>
          <p:cNvGrpSpPr/>
          <p:nvPr/>
        </p:nvGrpSpPr>
        <p:grpSpPr>
          <a:xfrm>
            <a:off x="0" y="-200986"/>
            <a:ext cx="18793893" cy="10484057"/>
            <a:chOff x="0" y="-200986"/>
            <a:chExt cx="18793893" cy="10484057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0FBF96FB-FF09-DFD7-4505-BA9C9A9D05E1}"/>
                </a:ext>
              </a:extLst>
            </p:cNvPr>
            <p:cNvGrpSpPr/>
            <p:nvPr/>
          </p:nvGrpSpPr>
          <p:grpSpPr>
            <a:xfrm>
              <a:off x="0" y="-200986"/>
              <a:ext cx="18793893" cy="10484057"/>
              <a:chOff x="0" y="-200986"/>
              <a:chExt cx="18793893" cy="10484057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97167AB9-41FF-169E-74D3-FD0815062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86625" y="2855588"/>
                <a:ext cx="12769201" cy="4482586"/>
              </a:xfrm>
              <a:prstGeom prst="rect">
                <a:avLst/>
              </a:prstGeom>
            </p:spPr>
          </p:pic>
          <p:sp>
            <p:nvSpPr>
              <p:cNvPr id="6" name="TextBox 37">
                <a:extLst>
                  <a:ext uri="{FF2B5EF4-FFF2-40B4-BE49-F238E27FC236}">
                    <a16:creationId xmlns:a16="http://schemas.microsoft.com/office/drawing/2014/main" id="{22599B19-F98D-93D2-E460-79D144C0E5CC}"/>
                  </a:ext>
                </a:extLst>
              </p:cNvPr>
              <p:cNvSpPr txBox="1"/>
              <p:nvPr/>
            </p:nvSpPr>
            <p:spPr>
              <a:xfrm>
                <a:off x="505893" y="293595"/>
                <a:ext cx="18288000" cy="11079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C7B"/>
                    </a:solidFill>
                    <a:effectLst/>
                    <a:uLnTx/>
                    <a:uFillTx/>
                    <a:latin typeface="Helvetica World Bold" panose="020B0800040000020004" charset="-122"/>
                    <a:ea typeface="Helvetica World Bold" panose="020B0800040000020004" charset="-122"/>
                    <a:cs typeface="Helvetica World Bold" panose="020B0800040000020004" charset="-122"/>
                    <a:sym typeface="Helvetica World Bold" panose="020B0800040000020004" charset="-122"/>
                  </a:rPr>
                  <a:t>DIRECCIÓN NACIONAL DE PROTECCIÓN CIVIL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C7B"/>
                    </a:solidFill>
                    <a:effectLst/>
                    <a:uLnTx/>
                    <a:uFillTx/>
                    <a:latin typeface="Helvetica World Bold" panose="020B0800040000020004" charset="-122"/>
                    <a:ea typeface="Helvetica World Bold" panose="020B0800040000020004" charset="-122"/>
                    <a:cs typeface="Helvetica World Bold" panose="020B0800040000020004" charset="-122"/>
                    <a:sym typeface="Helvetica World Bold" panose="020B0800040000020004" charset="-122"/>
                  </a:rPr>
                  <a:t>Y ADMINISTRACIÓN DE DESASTRES</a:t>
                </a:r>
              </a:p>
            </p:txBody>
          </p:sp>
          <p:grpSp>
            <p:nvGrpSpPr>
              <p:cNvPr id="7" name="Group 20">
                <a:extLst>
                  <a:ext uri="{FF2B5EF4-FFF2-40B4-BE49-F238E27FC236}">
                    <a16:creationId xmlns:a16="http://schemas.microsoft.com/office/drawing/2014/main" id="{DA910891-72EB-0CE8-6B7F-57C777CB1B36}"/>
                  </a:ext>
                </a:extLst>
              </p:cNvPr>
              <p:cNvGrpSpPr/>
              <p:nvPr/>
            </p:nvGrpSpPr>
            <p:grpSpPr>
              <a:xfrm rot="5400000">
                <a:off x="8443692" y="512477"/>
                <a:ext cx="1326902" cy="18214286"/>
                <a:chOff x="0" y="0"/>
                <a:chExt cx="469430" cy="6388841"/>
              </a:xfrm>
            </p:grpSpPr>
            <p:sp>
              <p:nvSpPr>
                <p:cNvPr id="8" name="Freeform 21">
                  <a:extLst>
                    <a:ext uri="{FF2B5EF4-FFF2-40B4-BE49-F238E27FC236}">
                      <a16:creationId xmlns:a16="http://schemas.microsoft.com/office/drawing/2014/main" id="{5718D30A-4EC2-B350-DCAE-2E2A462E73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69430" cy="6388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430" h="6388841">
                      <a:moveTo>
                        <a:pt x="0" y="0"/>
                      </a:moveTo>
                      <a:lnTo>
                        <a:pt x="469430" y="0"/>
                      </a:lnTo>
                      <a:lnTo>
                        <a:pt x="469430" y="6388841"/>
                      </a:lnTo>
                      <a:lnTo>
                        <a:pt x="0" y="6388841"/>
                      </a:lnTo>
                      <a:close/>
                    </a:path>
                  </a:pathLst>
                </a:custGeom>
                <a:solidFill>
                  <a:srgbClr val="0E1789"/>
                </a:solidFill>
              </p:spPr>
            </p:sp>
            <p:sp>
              <p:nvSpPr>
                <p:cNvPr id="9" name="TextBox 22">
                  <a:extLst>
                    <a:ext uri="{FF2B5EF4-FFF2-40B4-BE49-F238E27FC236}">
                      <a16:creationId xmlns:a16="http://schemas.microsoft.com/office/drawing/2014/main" id="{53B5C8B0-2617-1956-B147-21011E29A16A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469430" cy="64269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66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Freeform 32">
                <a:extLst>
                  <a:ext uri="{FF2B5EF4-FFF2-40B4-BE49-F238E27FC236}">
                    <a16:creationId xmlns:a16="http://schemas.microsoft.com/office/drawing/2014/main" id="{C72786F9-A2C1-67B1-AA7F-B36505131FA1}"/>
                  </a:ext>
                </a:extLst>
              </p:cNvPr>
              <p:cNvSpPr/>
              <p:nvPr/>
            </p:nvSpPr>
            <p:spPr>
              <a:xfrm rot="5400000">
                <a:off x="15434468" y="6549232"/>
                <a:ext cx="1130542" cy="3195878"/>
              </a:xfrm>
              <a:custGeom>
                <a:avLst/>
                <a:gdLst/>
                <a:ahLst/>
                <a:cxnLst/>
                <a:rect l="l" t="t" r="r" b="b"/>
                <a:pathLst>
                  <a:path w="1130542" h="3195878">
                    <a:moveTo>
                      <a:pt x="0" y="0"/>
                    </a:moveTo>
                    <a:lnTo>
                      <a:pt x="1130541" y="0"/>
                    </a:lnTo>
                    <a:lnTo>
                      <a:pt x="1130541" y="3195877"/>
                    </a:lnTo>
                    <a:lnTo>
                      <a:pt x="0" y="319587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s-VE" dirty="0"/>
              </a:p>
            </p:txBody>
          </p:sp>
          <p:sp>
            <p:nvSpPr>
              <p:cNvPr id="11" name="Freeform 33">
                <a:extLst>
                  <a:ext uri="{FF2B5EF4-FFF2-40B4-BE49-F238E27FC236}">
                    <a16:creationId xmlns:a16="http://schemas.microsoft.com/office/drawing/2014/main" id="{26FD36EA-C394-C1A8-DB86-75155197B42C}"/>
                  </a:ext>
                </a:extLst>
              </p:cNvPr>
              <p:cNvSpPr/>
              <p:nvPr/>
            </p:nvSpPr>
            <p:spPr>
              <a:xfrm>
                <a:off x="15181329" y="7502172"/>
                <a:ext cx="3032957" cy="1664335"/>
              </a:xfrm>
              <a:custGeom>
                <a:avLst/>
                <a:gdLst/>
                <a:ahLst/>
                <a:cxnLst/>
                <a:rect l="l" t="t" r="r" b="b"/>
                <a:pathLst>
                  <a:path w="3032957" h="1664335">
                    <a:moveTo>
                      <a:pt x="0" y="0"/>
                    </a:moveTo>
                    <a:lnTo>
                      <a:pt x="3032957" y="0"/>
                    </a:lnTo>
                    <a:lnTo>
                      <a:pt x="3032957" y="1664335"/>
                    </a:lnTo>
                    <a:lnTo>
                      <a:pt x="0" y="166433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12" name="Group 34">
                <a:extLst>
                  <a:ext uri="{FF2B5EF4-FFF2-40B4-BE49-F238E27FC236}">
                    <a16:creationId xmlns:a16="http://schemas.microsoft.com/office/drawing/2014/main" id="{4725B8CC-2F10-F76B-8129-E2D7F839C91D}"/>
                  </a:ext>
                </a:extLst>
              </p:cNvPr>
              <p:cNvGrpSpPr/>
              <p:nvPr/>
            </p:nvGrpSpPr>
            <p:grpSpPr>
              <a:xfrm>
                <a:off x="18081" y="1617942"/>
                <a:ext cx="12619123" cy="337406"/>
                <a:chOff x="0" y="0"/>
                <a:chExt cx="3323555" cy="88864"/>
              </a:xfrm>
            </p:grpSpPr>
            <p:sp>
              <p:nvSpPr>
                <p:cNvPr id="13" name="Freeform 35">
                  <a:extLst>
                    <a:ext uri="{FF2B5EF4-FFF2-40B4-BE49-F238E27FC236}">
                      <a16:creationId xmlns:a16="http://schemas.microsoft.com/office/drawing/2014/main" id="{6AF461FA-9681-A981-0CCE-A7960AD399A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323555" cy="88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3555" h="88864">
                      <a:moveTo>
                        <a:pt x="0" y="0"/>
                      </a:moveTo>
                      <a:lnTo>
                        <a:pt x="3323555" y="0"/>
                      </a:lnTo>
                      <a:lnTo>
                        <a:pt x="3323555" y="88864"/>
                      </a:lnTo>
                      <a:lnTo>
                        <a:pt x="0" y="88864"/>
                      </a:lnTo>
                      <a:close/>
                    </a:path>
                  </a:pathLst>
                </a:custGeom>
                <a:solidFill>
                  <a:srgbClr val="3F4BDF"/>
                </a:solidFill>
              </p:spPr>
            </p:sp>
            <p:sp>
              <p:nvSpPr>
                <p:cNvPr id="14" name="TextBox 36">
                  <a:extLst>
                    <a:ext uri="{FF2B5EF4-FFF2-40B4-BE49-F238E27FC236}">
                      <a16:creationId xmlns:a16="http://schemas.microsoft.com/office/drawing/2014/main" id="{8AF8DF4E-2E28-D39F-C799-4CF94AD1179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3323555" cy="12696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66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F593CC46-3357-02FC-CA67-BCC105DE71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57510" y="105589"/>
                <a:ext cx="2024597" cy="2028654"/>
              </a:xfrm>
              <a:prstGeom prst="rect">
                <a:avLst/>
              </a:prstGeom>
            </p:spPr>
          </p:pic>
          <p:sp>
            <p:nvSpPr>
              <p:cNvPr id="16" name="Freeform 74">
                <a:extLst>
                  <a:ext uri="{FF2B5EF4-FFF2-40B4-BE49-F238E27FC236}">
                    <a16:creationId xmlns:a16="http://schemas.microsoft.com/office/drawing/2014/main" id="{29BE8109-1A31-0A2F-F3C6-4A3E2530D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9885" y="7755173"/>
                <a:ext cx="7352973" cy="1982462"/>
              </a:xfrm>
              <a:custGeom>
                <a:avLst/>
                <a:gdLst>
                  <a:gd name="T0" fmla="*/ 5622 w 5832"/>
                  <a:gd name="T1" fmla="*/ 135 h 1293"/>
                  <a:gd name="T2" fmla="*/ 5701 w 5832"/>
                  <a:gd name="T3" fmla="*/ 561 h 1293"/>
                  <a:gd name="T4" fmla="*/ 4985 w 5832"/>
                  <a:gd name="T5" fmla="*/ 523 h 1293"/>
                  <a:gd name="T6" fmla="*/ 4152 w 5832"/>
                  <a:gd name="T7" fmla="*/ 483 h 1293"/>
                  <a:gd name="T8" fmla="*/ 3209 w 5832"/>
                  <a:gd name="T9" fmla="*/ 481 h 1293"/>
                  <a:gd name="T10" fmla="*/ 2389 w 5832"/>
                  <a:gd name="T11" fmla="*/ 443 h 1293"/>
                  <a:gd name="T12" fmla="*/ 1874 w 5832"/>
                  <a:gd name="T13" fmla="*/ 743 h 1293"/>
                  <a:gd name="T14" fmla="*/ 1887 w 5832"/>
                  <a:gd name="T15" fmla="*/ 811 h 1293"/>
                  <a:gd name="T16" fmla="*/ 1762 w 5832"/>
                  <a:gd name="T17" fmla="*/ 906 h 1293"/>
                  <a:gd name="T18" fmla="*/ 1575 w 5832"/>
                  <a:gd name="T19" fmla="*/ 917 h 1293"/>
                  <a:gd name="T20" fmla="*/ 779 w 5832"/>
                  <a:gd name="T21" fmla="*/ 1107 h 1293"/>
                  <a:gd name="T22" fmla="*/ 210 w 5832"/>
                  <a:gd name="T23" fmla="*/ 966 h 1293"/>
                  <a:gd name="T24" fmla="*/ 0 w 5832"/>
                  <a:gd name="T25" fmla="*/ 636 h 1293"/>
                  <a:gd name="T26" fmla="*/ 445 w 5832"/>
                  <a:gd name="T27" fmla="*/ 478 h 1293"/>
                  <a:gd name="T28" fmla="*/ 1023 w 5832"/>
                  <a:gd name="T29" fmla="*/ 430 h 1293"/>
                  <a:gd name="T30" fmla="*/ 1512 w 5832"/>
                  <a:gd name="T31" fmla="*/ 329 h 1293"/>
                  <a:gd name="T32" fmla="*/ 1708 w 5832"/>
                  <a:gd name="T33" fmla="*/ 269 h 1293"/>
                  <a:gd name="T34" fmla="*/ 1754 w 5832"/>
                  <a:gd name="T35" fmla="*/ 227 h 1293"/>
                  <a:gd name="T36" fmla="*/ 1786 w 5832"/>
                  <a:gd name="T37" fmla="*/ 229 h 1293"/>
                  <a:gd name="T38" fmla="*/ 1868 w 5832"/>
                  <a:gd name="T39" fmla="*/ 214 h 1293"/>
                  <a:gd name="T40" fmla="*/ 1922 w 5832"/>
                  <a:gd name="T41" fmla="*/ 192 h 1293"/>
                  <a:gd name="T42" fmla="*/ 1973 w 5832"/>
                  <a:gd name="T43" fmla="*/ 147 h 1293"/>
                  <a:gd name="T44" fmla="*/ 2018 w 5832"/>
                  <a:gd name="T45" fmla="*/ 117 h 1293"/>
                  <a:gd name="T46" fmla="*/ 2075 w 5832"/>
                  <a:gd name="T47" fmla="*/ 97 h 1293"/>
                  <a:gd name="T48" fmla="*/ 2103 w 5832"/>
                  <a:gd name="T49" fmla="*/ 92 h 1293"/>
                  <a:gd name="T50" fmla="*/ 2126 w 5832"/>
                  <a:gd name="T51" fmla="*/ 99 h 1293"/>
                  <a:gd name="T52" fmla="*/ 2159 w 5832"/>
                  <a:gd name="T53" fmla="*/ 105 h 1293"/>
                  <a:gd name="T54" fmla="*/ 2175 w 5832"/>
                  <a:gd name="T55" fmla="*/ 105 h 1293"/>
                  <a:gd name="T56" fmla="*/ 2184 w 5832"/>
                  <a:gd name="T57" fmla="*/ 103 h 1293"/>
                  <a:gd name="T58" fmla="*/ 2230 w 5832"/>
                  <a:gd name="T59" fmla="*/ 104 h 1293"/>
                  <a:gd name="T60" fmla="*/ 2264 w 5832"/>
                  <a:gd name="T61" fmla="*/ 118 h 1293"/>
                  <a:gd name="T62" fmla="*/ 2279 w 5832"/>
                  <a:gd name="T63" fmla="*/ 126 h 1293"/>
                  <a:gd name="T64" fmla="*/ 2341 w 5832"/>
                  <a:gd name="T65" fmla="*/ 135 h 1293"/>
                  <a:gd name="T66" fmla="*/ 2408 w 5832"/>
                  <a:gd name="T67" fmla="*/ 169 h 1293"/>
                  <a:gd name="T68" fmla="*/ 2467 w 5832"/>
                  <a:gd name="T69" fmla="*/ 165 h 1293"/>
                  <a:gd name="T70" fmla="*/ 2460 w 5832"/>
                  <a:gd name="T71" fmla="*/ 131 h 1293"/>
                  <a:gd name="T72" fmla="*/ 2527 w 5832"/>
                  <a:gd name="T73" fmla="*/ 154 h 1293"/>
                  <a:gd name="T74" fmla="*/ 2593 w 5832"/>
                  <a:gd name="T75" fmla="*/ 147 h 1293"/>
                  <a:gd name="T76" fmla="*/ 2677 w 5832"/>
                  <a:gd name="T77" fmla="*/ 151 h 1293"/>
                  <a:gd name="T78" fmla="*/ 2736 w 5832"/>
                  <a:gd name="T79" fmla="*/ 132 h 1293"/>
                  <a:gd name="T80" fmla="*/ 2790 w 5832"/>
                  <a:gd name="T81" fmla="*/ 105 h 1293"/>
                  <a:gd name="T82" fmla="*/ 2843 w 5832"/>
                  <a:gd name="T83" fmla="*/ 110 h 1293"/>
                  <a:gd name="T84" fmla="*/ 2891 w 5832"/>
                  <a:gd name="T85" fmla="*/ 105 h 1293"/>
                  <a:gd name="T86" fmla="*/ 2935 w 5832"/>
                  <a:gd name="T87" fmla="*/ 73 h 1293"/>
                  <a:gd name="T88" fmla="*/ 2981 w 5832"/>
                  <a:gd name="T89" fmla="*/ 67 h 1293"/>
                  <a:gd name="T90" fmla="*/ 3021 w 5832"/>
                  <a:gd name="T91" fmla="*/ 79 h 1293"/>
                  <a:gd name="T92" fmla="*/ 3020 w 5832"/>
                  <a:gd name="T93" fmla="*/ 58 h 1293"/>
                  <a:gd name="T94" fmla="*/ 3079 w 5832"/>
                  <a:gd name="T95" fmla="*/ 99 h 1293"/>
                  <a:gd name="T96" fmla="*/ 3144 w 5832"/>
                  <a:gd name="T97" fmla="*/ 107 h 1293"/>
                  <a:gd name="T98" fmla="*/ 3210 w 5832"/>
                  <a:gd name="T99" fmla="*/ 118 h 1293"/>
                  <a:gd name="T100" fmla="*/ 3287 w 5832"/>
                  <a:gd name="T101" fmla="*/ 110 h 1293"/>
                  <a:gd name="T102" fmla="*/ 3367 w 5832"/>
                  <a:gd name="T103" fmla="*/ 98 h 1293"/>
                  <a:gd name="T104" fmla="*/ 3422 w 5832"/>
                  <a:gd name="T105" fmla="*/ 84 h 1293"/>
                  <a:gd name="T106" fmla="*/ 3504 w 5832"/>
                  <a:gd name="T107" fmla="*/ 87 h 1293"/>
                  <a:gd name="T108" fmla="*/ 3532 w 5832"/>
                  <a:gd name="T109" fmla="*/ 58 h 1293"/>
                  <a:gd name="T110" fmla="*/ 3534 w 5832"/>
                  <a:gd name="T111" fmla="*/ 52 h 1293"/>
                  <a:gd name="T112" fmla="*/ 3581 w 5832"/>
                  <a:gd name="T113" fmla="*/ 43 h 1293"/>
                  <a:gd name="T114" fmla="*/ 3609 w 5832"/>
                  <a:gd name="T115" fmla="*/ 63 h 1293"/>
                  <a:gd name="T116" fmla="*/ 3669 w 5832"/>
                  <a:gd name="T117" fmla="*/ 57 h 1293"/>
                  <a:gd name="T118" fmla="*/ 3700 w 5832"/>
                  <a:gd name="T119" fmla="*/ 45 h 1293"/>
                  <a:gd name="T120" fmla="*/ 3759 w 5832"/>
                  <a:gd name="T121" fmla="*/ 56 h 1293"/>
                  <a:gd name="T122" fmla="*/ 4127 w 5832"/>
                  <a:gd name="T123" fmla="*/ 36 h 1293"/>
                  <a:gd name="T124" fmla="*/ 4645 w 5832"/>
                  <a:gd name="T125" fmla="*/ 16 h 1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832" h="1293">
                    <a:moveTo>
                      <a:pt x="4878" y="5"/>
                    </a:moveTo>
                    <a:lnTo>
                      <a:pt x="4885" y="7"/>
                    </a:lnTo>
                    <a:lnTo>
                      <a:pt x="4893" y="11"/>
                    </a:lnTo>
                    <a:lnTo>
                      <a:pt x="4896" y="9"/>
                    </a:lnTo>
                    <a:lnTo>
                      <a:pt x="4905" y="6"/>
                    </a:lnTo>
                    <a:lnTo>
                      <a:pt x="4910" y="11"/>
                    </a:lnTo>
                    <a:lnTo>
                      <a:pt x="4917" y="12"/>
                    </a:lnTo>
                    <a:lnTo>
                      <a:pt x="4925" y="13"/>
                    </a:lnTo>
                    <a:lnTo>
                      <a:pt x="4935" y="18"/>
                    </a:lnTo>
                    <a:lnTo>
                      <a:pt x="4945" y="18"/>
                    </a:lnTo>
                    <a:lnTo>
                      <a:pt x="4953" y="16"/>
                    </a:lnTo>
                    <a:lnTo>
                      <a:pt x="4966" y="12"/>
                    </a:lnTo>
                    <a:lnTo>
                      <a:pt x="4975" y="5"/>
                    </a:lnTo>
                    <a:lnTo>
                      <a:pt x="4979" y="4"/>
                    </a:lnTo>
                    <a:lnTo>
                      <a:pt x="4981" y="6"/>
                    </a:lnTo>
                    <a:lnTo>
                      <a:pt x="4986" y="3"/>
                    </a:lnTo>
                    <a:lnTo>
                      <a:pt x="4990" y="6"/>
                    </a:lnTo>
                    <a:lnTo>
                      <a:pt x="4994" y="8"/>
                    </a:lnTo>
                    <a:lnTo>
                      <a:pt x="5001" y="10"/>
                    </a:lnTo>
                    <a:lnTo>
                      <a:pt x="5011" y="12"/>
                    </a:lnTo>
                    <a:lnTo>
                      <a:pt x="5020" y="15"/>
                    </a:lnTo>
                    <a:lnTo>
                      <a:pt x="5032" y="19"/>
                    </a:lnTo>
                    <a:lnTo>
                      <a:pt x="5038" y="20"/>
                    </a:lnTo>
                    <a:lnTo>
                      <a:pt x="5048" y="20"/>
                    </a:lnTo>
                    <a:lnTo>
                      <a:pt x="5055" y="15"/>
                    </a:lnTo>
                    <a:lnTo>
                      <a:pt x="5061" y="10"/>
                    </a:lnTo>
                    <a:lnTo>
                      <a:pt x="5067" y="10"/>
                    </a:lnTo>
                    <a:lnTo>
                      <a:pt x="5074" y="12"/>
                    </a:lnTo>
                    <a:lnTo>
                      <a:pt x="5082" y="12"/>
                    </a:lnTo>
                    <a:lnTo>
                      <a:pt x="5091" y="13"/>
                    </a:lnTo>
                    <a:lnTo>
                      <a:pt x="5103" y="21"/>
                    </a:lnTo>
                    <a:lnTo>
                      <a:pt x="5113" y="25"/>
                    </a:lnTo>
                    <a:lnTo>
                      <a:pt x="5123" y="29"/>
                    </a:lnTo>
                    <a:lnTo>
                      <a:pt x="5135" y="31"/>
                    </a:lnTo>
                    <a:lnTo>
                      <a:pt x="5146" y="34"/>
                    </a:lnTo>
                    <a:lnTo>
                      <a:pt x="5161" y="32"/>
                    </a:lnTo>
                    <a:lnTo>
                      <a:pt x="5165" y="30"/>
                    </a:lnTo>
                    <a:lnTo>
                      <a:pt x="5167" y="25"/>
                    </a:lnTo>
                    <a:lnTo>
                      <a:pt x="5170" y="21"/>
                    </a:lnTo>
                    <a:lnTo>
                      <a:pt x="5174" y="20"/>
                    </a:lnTo>
                    <a:lnTo>
                      <a:pt x="5179" y="20"/>
                    </a:lnTo>
                    <a:lnTo>
                      <a:pt x="5185" y="20"/>
                    </a:lnTo>
                    <a:lnTo>
                      <a:pt x="5191" y="17"/>
                    </a:lnTo>
                    <a:lnTo>
                      <a:pt x="5206" y="21"/>
                    </a:lnTo>
                    <a:lnTo>
                      <a:pt x="5220" y="22"/>
                    </a:lnTo>
                    <a:lnTo>
                      <a:pt x="5234" y="23"/>
                    </a:lnTo>
                    <a:lnTo>
                      <a:pt x="5245" y="21"/>
                    </a:lnTo>
                    <a:lnTo>
                      <a:pt x="5253" y="17"/>
                    </a:lnTo>
                    <a:lnTo>
                      <a:pt x="5260" y="16"/>
                    </a:lnTo>
                    <a:lnTo>
                      <a:pt x="5263" y="12"/>
                    </a:lnTo>
                    <a:lnTo>
                      <a:pt x="5266" y="6"/>
                    </a:lnTo>
                    <a:lnTo>
                      <a:pt x="5275" y="6"/>
                    </a:lnTo>
                    <a:lnTo>
                      <a:pt x="5286" y="10"/>
                    </a:lnTo>
                    <a:lnTo>
                      <a:pt x="5293" y="9"/>
                    </a:lnTo>
                    <a:lnTo>
                      <a:pt x="5302" y="11"/>
                    </a:lnTo>
                    <a:lnTo>
                      <a:pt x="5309" y="14"/>
                    </a:lnTo>
                    <a:lnTo>
                      <a:pt x="5317" y="16"/>
                    </a:lnTo>
                    <a:lnTo>
                      <a:pt x="5331" y="26"/>
                    </a:lnTo>
                    <a:lnTo>
                      <a:pt x="5340" y="29"/>
                    </a:lnTo>
                    <a:lnTo>
                      <a:pt x="5352" y="38"/>
                    </a:lnTo>
                    <a:lnTo>
                      <a:pt x="5371" y="41"/>
                    </a:lnTo>
                    <a:lnTo>
                      <a:pt x="5397" y="53"/>
                    </a:lnTo>
                    <a:lnTo>
                      <a:pt x="5411" y="56"/>
                    </a:lnTo>
                    <a:lnTo>
                      <a:pt x="5417" y="57"/>
                    </a:lnTo>
                    <a:lnTo>
                      <a:pt x="5426" y="57"/>
                    </a:lnTo>
                    <a:lnTo>
                      <a:pt x="5434" y="59"/>
                    </a:lnTo>
                    <a:lnTo>
                      <a:pt x="5438" y="55"/>
                    </a:lnTo>
                    <a:lnTo>
                      <a:pt x="5449" y="62"/>
                    </a:lnTo>
                    <a:lnTo>
                      <a:pt x="5457" y="70"/>
                    </a:lnTo>
                    <a:lnTo>
                      <a:pt x="5460" y="74"/>
                    </a:lnTo>
                    <a:lnTo>
                      <a:pt x="5474" y="80"/>
                    </a:lnTo>
                    <a:lnTo>
                      <a:pt x="5482" y="85"/>
                    </a:lnTo>
                    <a:lnTo>
                      <a:pt x="5495" y="95"/>
                    </a:lnTo>
                    <a:lnTo>
                      <a:pt x="5504" y="99"/>
                    </a:lnTo>
                    <a:lnTo>
                      <a:pt x="5510" y="101"/>
                    </a:lnTo>
                    <a:lnTo>
                      <a:pt x="5522" y="111"/>
                    </a:lnTo>
                    <a:lnTo>
                      <a:pt x="5531" y="115"/>
                    </a:lnTo>
                    <a:lnTo>
                      <a:pt x="5545" y="118"/>
                    </a:lnTo>
                    <a:lnTo>
                      <a:pt x="5553" y="120"/>
                    </a:lnTo>
                    <a:lnTo>
                      <a:pt x="5562" y="121"/>
                    </a:lnTo>
                    <a:lnTo>
                      <a:pt x="5573" y="125"/>
                    </a:lnTo>
                    <a:lnTo>
                      <a:pt x="5579" y="127"/>
                    </a:lnTo>
                    <a:lnTo>
                      <a:pt x="5585" y="125"/>
                    </a:lnTo>
                    <a:lnTo>
                      <a:pt x="5591" y="126"/>
                    </a:lnTo>
                    <a:lnTo>
                      <a:pt x="5601" y="127"/>
                    </a:lnTo>
                    <a:lnTo>
                      <a:pt x="5614" y="133"/>
                    </a:lnTo>
                    <a:lnTo>
                      <a:pt x="5622" y="135"/>
                    </a:lnTo>
                    <a:lnTo>
                      <a:pt x="5629" y="133"/>
                    </a:lnTo>
                    <a:lnTo>
                      <a:pt x="5633" y="131"/>
                    </a:lnTo>
                    <a:lnTo>
                      <a:pt x="5637" y="127"/>
                    </a:lnTo>
                    <a:lnTo>
                      <a:pt x="5642" y="125"/>
                    </a:lnTo>
                    <a:lnTo>
                      <a:pt x="5647" y="124"/>
                    </a:lnTo>
                    <a:lnTo>
                      <a:pt x="5651" y="124"/>
                    </a:lnTo>
                    <a:lnTo>
                      <a:pt x="5657" y="123"/>
                    </a:lnTo>
                    <a:lnTo>
                      <a:pt x="5661" y="120"/>
                    </a:lnTo>
                    <a:lnTo>
                      <a:pt x="5666" y="116"/>
                    </a:lnTo>
                    <a:lnTo>
                      <a:pt x="5672" y="115"/>
                    </a:lnTo>
                    <a:lnTo>
                      <a:pt x="5676" y="115"/>
                    </a:lnTo>
                    <a:lnTo>
                      <a:pt x="5686" y="116"/>
                    </a:lnTo>
                    <a:lnTo>
                      <a:pt x="5691" y="109"/>
                    </a:lnTo>
                    <a:lnTo>
                      <a:pt x="5698" y="109"/>
                    </a:lnTo>
                    <a:lnTo>
                      <a:pt x="5705" y="109"/>
                    </a:lnTo>
                    <a:lnTo>
                      <a:pt x="5711" y="108"/>
                    </a:lnTo>
                    <a:lnTo>
                      <a:pt x="5718" y="104"/>
                    </a:lnTo>
                    <a:lnTo>
                      <a:pt x="5723" y="99"/>
                    </a:lnTo>
                    <a:lnTo>
                      <a:pt x="5726" y="99"/>
                    </a:lnTo>
                    <a:lnTo>
                      <a:pt x="5732" y="96"/>
                    </a:lnTo>
                    <a:lnTo>
                      <a:pt x="5739" y="90"/>
                    </a:lnTo>
                    <a:lnTo>
                      <a:pt x="5746" y="90"/>
                    </a:lnTo>
                    <a:lnTo>
                      <a:pt x="5753" y="89"/>
                    </a:lnTo>
                    <a:lnTo>
                      <a:pt x="5779" y="86"/>
                    </a:lnTo>
                    <a:lnTo>
                      <a:pt x="5787" y="84"/>
                    </a:lnTo>
                    <a:lnTo>
                      <a:pt x="5794" y="82"/>
                    </a:lnTo>
                    <a:lnTo>
                      <a:pt x="5799" y="81"/>
                    </a:lnTo>
                    <a:lnTo>
                      <a:pt x="5801" y="77"/>
                    </a:lnTo>
                    <a:lnTo>
                      <a:pt x="5805" y="74"/>
                    </a:lnTo>
                    <a:lnTo>
                      <a:pt x="5811" y="70"/>
                    </a:lnTo>
                    <a:lnTo>
                      <a:pt x="5811" y="70"/>
                    </a:lnTo>
                    <a:lnTo>
                      <a:pt x="5820" y="79"/>
                    </a:lnTo>
                    <a:lnTo>
                      <a:pt x="5830" y="90"/>
                    </a:lnTo>
                    <a:lnTo>
                      <a:pt x="5828" y="111"/>
                    </a:lnTo>
                    <a:lnTo>
                      <a:pt x="5824" y="122"/>
                    </a:lnTo>
                    <a:lnTo>
                      <a:pt x="5825" y="127"/>
                    </a:lnTo>
                    <a:lnTo>
                      <a:pt x="5825" y="136"/>
                    </a:lnTo>
                    <a:lnTo>
                      <a:pt x="5821" y="146"/>
                    </a:lnTo>
                    <a:lnTo>
                      <a:pt x="5817" y="151"/>
                    </a:lnTo>
                    <a:lnTo>
                      <a:pt x="5821" y="157"/>
                    </a:lnTo>
                    <a:lnTo>
                      <a:pt x="5817" y="180"/>
                    </a:lnTo>
                    <a:lnTo>
                      <a:pt x="5822" y="181"/>
                    </a:lnTo>
                    <a:lnTo>
                      <a:pt x="5826" y="187"/>
                    </a:lnTo>
                    <a:lnTo>
                      <a:pt x="5819" y="207"/>
                    </a:lnTo>
                    <a:lnTo>
                      <a:pt x="5815" y="212"/>
                    </a:lnTo>
                    <a:lnTo>
                      <a:pt x="5828" y="227"/>
                    </a:lnTo>
                    <a:lnTo>
                      <a:pt x="5832" y="230"/>
                    </a:lnTo>
                    <a:lnTo>
                      <a:pt x="5832" y="236"/>
                    </a:lnTo>
                    <a:lnTo>
                      <a:pt x="5831" y="255"/>
                    </a:lnTo>
                    <a:lnTo>
                      <a:pt x="5827" y="262"/>
                    </a:lnTo>
                    <a:lnTo>
                      <a:pt x="5821" y="270"/>
                    </a:lnTo>
                    <a:lnTo>
                      <a:pt x="5816" y="285"/>
                    </a:lnTo>
                    <a:lnTo>
                      <a:pt x="5813" y="300"/>
                    </a:lnTo>
                    <a:lnTo>
                      <a:pt x="5814" y="312"/>
                    </a:lnTo>
                    <a:lnTo>
                      <a:pt x="5809" y="322"/>
                    </a:lnTo>
                    <a:lnTo>
                      <a:pt x="5804" y="330"/>
                    </a:lnTo>
                    <a:lnTo>
                      <a:pt x="5803" y="340"/>
                    </a:lnTo>
                    <a:lnTo>
                      <a:pt x="5795" y="345"/>
                    </a:lnTo>
                    <a:lnTo>
                      <a:pt x="5787" y="348"/>
                    </a:lnTo>
                    <a:lnTo>
                      <a:pt x="5782" y="358"/>
                    </a:lnTo>
                    <a:lnTo>
                      <a:pt x="5777" y="362"/>
                    </a:lnTo>
                    <a:lnTo>
                      <a:pt x="5780" y="370"/>
                    </a:lnTo>
                    <a:lnTo>
                      <a:pt x="5780" y="380"/>
                    </a:lnTo>
                    <a:lnTo>
                      <a:pt x="5776" y="387"/>
                    </a:lnTo>
                    <a:lnTo>
                      <a:pt x="5771" y="413"/>
                    </a:lnTo>
                    <a:lnTo>
                      <a:pt x="5767" y="443"/>
                    </a:lnTo>
                    <a:lnTo>
                      <a:pt x="5783" y="466"/>
                    </a:lnTo>
                    <a:lnTo>
                      <a:pt x="5789" y="467"/>
                    </a:lnTo>
                    <a:lnTo>
                      <a:pt x="5797" y="475"/>
                    </a:lnTo>
                    <a:lnTo>
                      <a:pt x="5799" y="485"/>
                    </a:lnTo>
                    <a:lnTo>
                      <a:pt x="5803" y="495"/>
                    </a:lnTo>
                    <a:lnTo>
                      <a:pt x="5805" y="503"/>
                    </a:lnTo>
                    <a:lnTo>
                      <a:pt x="5809" y="530"/>
                    </a:lnTo>
                    <a:lnTo>
                      <a:pt x="5801" y="537"/>
                    </a:lnTo>
                    <a:lnTo>
                      <a:pt x="5799" y="542"/>
                    </a:lnTo>
                    <a:lnTo>
                      <a:pt x="5791" y="544"/>
                    </a:lnTo>
                    <a:lnTo>
                      <a:pt x="5781" y="549"/>
                    </a:lnTo>
                    <a:lnTo>
                      <a:pt x="5769" y="555"/>
                    </a:lnTo>
                    <a:lnTo>
                      <a:pt x="5757" y="561"/>
                    </a:lnTo>
                    <a:lnTo>
                      <a:pt x="5745" y="563"/>
                    </a:lnTo>
                    <a:lnTo>
                      <a:pt x="5735" y="568"/>
                    </a:lnTo>
                    <a:lnTo>
                      <a:pt x="5726" y="572"/>
                    </a:lnTo>
                    <a:lnTo>
                      <a:pt x="5722" y="577"/>
                    </a:lnTo>
                    <a:lnTo>
                      <a:pt x="5717" y="572"/>
                    </a:lnTo>
                    <a:lnTo>
                      <a:pt x="5714" y="568"/>
                    </a:lnTo>
                    <a:lnTo>
                      <a:pt x="5707" y="563"/>
                    </a:lnTo>
                    <a:lnTo>
                      <a:pt x="5701" y="561"/>
                    </a:lnTo>
                    <a:lnTo>
                      <a:pt x="5696" y="560"/>
                    </a:lnTo>
                    <a:lnTo>
                      <a:pt x="5685" y="562"/>
                    </a:lnTo>
                    <a:lnTo>
                      <a:pt x="5676" y="562"/>
                    </a:lnTo>
                    <a:lnTo>
                      <a:pt x="5666" y="563"/>
                    </a:lnTo>
                    <a:lnTo>
                      <a:pt x="5651" y="562"/>
                    </a:lnTo>
                    <a:lnTo>
                      <a:pt x="5634" y="563"/>
                    </a:lnTo>
                    <a:lnTo>
                      <a:pt x="5634" y="559"/>
                    </a:lnTo>
                    <a:lnTo>
                      <a:pt x="5631" y="555"/>
                    </a:lnTo>
                    <a:lnTo>
                      <a:pt x="5628" y="544"/>
                    </a:lnTo>
                    <a:lnTo>
                      <a:pt x="5628" y="539"/>
                    </a:lnTo>
                    <a:lnTo>
                      <a:pt x="5625" y="535"/>
                    </a:lnTo>
                    <a:lnTo>
                      <a:pt x="5623" y="529"/>
                    </a:lnTo>
                    <a:lnTo>
                      <a:pt x="5619" y="522"/>
                    </a:lnTo>
                    <a:lnTo>
                      <a:pt x="5615" y="515"/>
                    </a:lnTo>
                    <a:lnTo>
                      <a:pt x="5609" y="507"/>
                    </a:lnTo>
                    <a:lnTo>
                      <a:pt x="5603" y="501"/>
                    </a:lnTo>
                    <a:lnTo>
                      <a:pt x="5591" y="495"/>
                    </a:lnTo>
                    <a:lnTo>
                      <a:pt x="5579" y="487"/>
                    </a:lnTo>
                    <a:lnTo>
                      <a:pt x="5564" y="484"/>
                    </a:lnTo>
                    <a:lnTo>
                      <a:pt x="5548" y="486"/>
                    </a:lnTo>
                    <a:lnTo>
                      <a:pt x="5535" y="491"/>
                    </a:lnTo>
                    <a:lnTo>
                      <a:pt x="5525" y="495"/>
                    </a:lnTo>
                    <a:lnTo>
                      <a:pt x="5511" y="500"/>
                    </a:lnTo>
                    <a:lnTo>
                      <a:pt x="5502" y="498"/>
                    </a:lnTo>
                    <a:lnTo>
                      <a:pt x="5491" y="497"/>
                    </a:lnTo>
                    <a:lnTo>
                      <a:pt x="5483" y="496"/>
                    </a:lnTo>
                    <a:lnTo>
                      <a:pt x="5467" y="494"/>
                    </a:lnTo>
                    <a:lnTo>
                      <a:pt x="5456" y="499"/>
                    </a:lnTo>
                    <a:lnTo>
                      <a:pt x="5450" y="500"/>
                    </a:lnTo>
                    <a:lnTo>
                      <a:pt x="5437" y="504"/>
                    </a:lnTo>
                    <a:lnTo>
                      <a:pt x="5427" y="505"/>
                    </a:lnTo>
                    <a:lnTo>
                      <a:pt x="5413" y="509"/>
                    </a:lnTo>
                    <a:lnTo>
                      <a:pt x="5401" y="513"/>
                    </a:lnTo>
                    <a:lnTo>
                      <a:pt x="5389" y="512"/>
                    </a:lnTo>
                    <a:lnTo>
                      <a:pt x="5377" y="512"/>
                    </a:lnTo>
                    <a:lnTo>
                      <a:pt x="5368" y="510"/>
                    </a:lnTo>
                    <a:lnTo>
                      <a:pt x="5360" y="505"/>
                    </a:lnTo>
                    <a:lnTo>
                      <a:pt x="5355" y="502"/>
                    </a:lnTo>
                    <a:lnTo>
                      <a:pt x="5348" y="505"/>
                    </a:lnTo>
                    <a:lnTo>
                      <a:pt x="5340" y="508"/>
                    </a:lnTo>
                    <a:lnTo>
                      <a:pt x="5334" y="506"/>
                    </a:lnTo>
                    <a:lnTo>
                      <a:pt x="5324" y="502"/>
                    </a:lnTo>
                    <a:lnTo>
                      <a:pt x="5313" y="495"/>
                    </a:lnTo>
                    <a:lnTo>
                      <a:pt x="5300" y="489"/>
                    </a:lnTo>
                    <a:lnTo>
                      <a:pt x="5294" y="486"/>
                    </a:lnTo>
                    <a:lnTo>
                      <a:pt x="5289" y="480"/>
                    </a:lnTo>
                    <a:lnTo>
                      <a:pt x="5282" y="475"/>
                    </a:lnTo>
                    <a:lnTo>
                      <a:pt x="5275" y="472"/>
                    </a:lnTo>
                    <a:lnTo>
                      <a:pt x="5266" y="472"/>
                    </a:lnTo>
                    <a:lnTo>
                      <a:pt x="5260" y="473"/>
                    </a:lnTo>
                    <a:lnTo>
                      <a:pt x="5254" y="473"/>
                    </a:lnTo>
                    <a:lnTo>
                      <a:pt x="5243" y="473"/>
                    </a:lnTo>
                    <a:lnTo>
                      <a:pt x="5230" y="477"/>
                    </a:lnTo>
                    <a:lnTo>
                      <a:pt x="5215" y="482"/>
                    </a:lnTo>
                    <a:lnTo>
                      <a:pt x="5211" y="486"/>
                    </a:lnTo>
                    <a:lnTo>
                      <a:pt x="5207" y="494"/>
                    </a:lnTo>
                    <a:lnTo>
                      <a:pt x="5199" y="509"/>
                    </a:lnTo>
                    <a:lnTo>
                      <a:pt x="5192" y="516"/>
                    </a:lnTo>
                    <a:lnTo>
                      <a:pt x="5182" y="519"/>
                    </a:lnTo>
                    <a:lnTo>
                      <a:pt x="5172" y="521"/>
                    </a:lnTo>
                    <a:lnTo>
                      <a:pt x="5140" y="525"/>
                    </a:lnTo>
                    <a:lnTo>
                      <a:pt x="5133" y="528"/>
                    </a:lnTo>
                    <a:lnTo>
                      <a:pt x="5124" y="535"/>
                    </a:lnTo>
                    <a:lnTo>
                      <a:pt x="5119" y="539"/>
                    </a:lnTo>
                    <a:lnTo>
                      <a:pt x="5114" y="540"/>
                    </a:lnTo>
                    <a:lnTo>
                      <a:pt x="5109" y="538"/>
                    </a:lnTo>
                    <a:lnTo>
                      <a:pt x="5106" y="535"/>
                    </a:lnTo>
                    <a:lnTo>
                      <a:pt x="5103" y="531"/>
                    </a:lnTo>
                    <a:lnTo>
                      <a:pt x="5099" y="527"/>
                    </a:lnTo>
                    <a:lnTo>
                      <a:pt x="5096" y="521"/>
                    </a:lnTo>
                    <a:lnTo>
                      <a:pt x="5094" y="515"/>
                    </a:lnTo>
                    <a:lnTo>
                      <a:pt x="5092" y="509"/>
                    </a:lnTo>
                    <a:lnTo>
                      <a:pt x="5087" y="504"/>
                    </a:lnTo>
                    <a:lnTo>
                      <a:pt x="5081" y="500"/>
                    </a:lnTo>
                    <a:lnTo>
                      <a:pt x="5074" y="493"/>
                    </a:lnTo>
                    <a:lnTo>
                      <a:pt x="5065" y="486"/>
                    </a:lnTo>
                    <a:lnTo>
                      <a:pt x="5058" y="483"/>
                    </a:lnTo>
                    <a:lnTo>
                      <a:pt x="5050" y="484"/>
                    </a:lnTo>
                    <a:lnTo>
                      <a:pt x="5044" y="489"/>
                    </a:lnTo>
                    <a:lnTo>
                      <a:pt x="5036" y="498"/>
                    </a:lnTo>
                    <a:lnTo>
                      <a:pt x="5026" y="508"/>
                    </a:lnTo>
                    <a:lnTo>
                      <a:pt x="5019" y="508"/>
                    </a:lnTo>
                    <a:lnTo>
                      <a:pt x="5011" y="508"/>
                    </a:lnTo>
                    <a:lnTo>
                      <a:pt x="5003" y="509"/>
                    </a:lnTo>
                    <a:lnTo>
                      <a:pt x="4995" y="510"/>
                    </a:lnTo>
                    <a:lnTo>
                      <a:pt x="4992" y="515"/>
                    </a:lnTo>
                    <a:lnTo>
                      <a:pt x="4985" y="523"/>
                    </a:lnTo>
                    <a:lnTo>
                      <a:pt x="4979" y="530"/>
                    </a:lnTo>
                    <a:lnTo>
                      <a:pt x="4978" y="530"/>
                    </a:lnTo>
                    <a:lnTo>
                      <a:pt x="4972" y="530"/>
                    </a:lnTo>
                    <a:lnTo>
                      <a:pt x="4966" y="526"/>
                    </a:lnTo>
                    <a:lnTo>
                      <a:pt x="4960" y="521"/>
                    </a:lnTo>
                    <a:lnTo>
                      <a:pt x="4955" y="517"/>
                    </a:lnTo>
                    <a:lnTo>
                      <a:pt x="4946" y="512"/>
                    </a:lnTo>
                    <a:lnTo>
                      <a:pt x="4930" y="508"/>
                    </a:lnTo>
                    <a:lnTo>
                      <a:pt x="4914" y="505"/>
                    </a:lnTo>
                    <a:lnTo>
                      <a:pt x="4900" y="502"/>
                    </a:lnTo>
                    <a:lnTo>
                      <a:pt x="4887" y="501"/>
                    </a:lnTo>
                    <a:lnTo>
                      <a:pt x="4869" y="500"/>
                    </a:lnTo>
                    <a:lnTo>
                      <a:pt x="4858" y="497"/>
                    </a:lnTo>
                    <a:lnTo>
                      <a:pt x="4846" y="494"/>
                    </a:lnTo>
                    <a:lnTo>
                      <a:pt x="4841" y="484"/>
                    </a:lnTo>
                    <a:lnTo>
                      <a:pt x="4839" y="477"/>
                    </a:lnTo>
                    <a:lnTo>
                      <a:pt x="4836" y="471"/>
                    </a:lnTo>
                    <a:lnTo>
                      <a:pt x="4831" y="465"/>
                    </a:lnTo>
                    <a:lnTo>
                      <a:pt x="4823" y="460"/>
                    </a:lnTo>
                    <a:lnTo>
                      <a:pt x="4815" y="459"/>
                    </a:lnTo>
                    <a:lnTo>
                      <a:pt x="4809" y="450"/>
                    </a:lnTo>
                    <a:lnTo>
                      <a:pt x="4802" y="447"/>
                    </a:lnTo>
                    <a:lnTo>
                      <a:pt x="4798" y="448"/>
                    </a:lnTo>
                    <a:lnTo>
                      <a:pt x="4792" y="443"/>
                    </a:lnTo>
                    <a:lnTo>
                      <a:pt x="4785" y="443"/>
                    </a:lnTo>
                    <a:lnTo>
                      <a:pt x="4777" y="445"/>
                    </a:lnTo>
                    <a:lnTo>
                      <a:pt x="4766" y="445"/>
                    </a:lnTo>
                    <a:lnTo>
                      <a:pt x="4756" y="443"/>
                    </a:lnTo>
                    <a:lnTo>
                      <a:pt x="4746" y="436"/>
                    </a:lnTo>
                    <a:lnTo>
                      <a:pt x="4739" y="431"/>
                    </a:lnTo>
                    <a:lnTo>
                      <a:pt x="4731" y="430"/>
                    </a:lnTo>
                    <a:lnTo>
                      <a:pt x="4722" y="431"/>
                    </a:lnTo>
                    <a:lnTo>
                      <a:pt x="4714" y="432"/>
                    </a:lnTo>
                    <a:lnTo>
                      <a:pt x="4706" y="432"/>
                    </a:lnTo>
                    <a:lnTo>
                      <a:pt x="4693" y="431"/>
                    </a:lnTo>
                    <a:lnTo>
                      <a:pt x="4683" y="426"/>
                    </a:lnTo>
                    <a:lnTo>
                      <a:pt x="4674" y="419"/>
                    </a:lnTo>
                    <a:lnTo>
                      <a:pt x="4661" y="417"/>
                    </a:lnTo>
                    <a:lnTo>
                      <a:pt x="4650" y="415"/>
                    </a:lnTo>
                    <a:lnTo>
                      <a:pt x="4642" y="416"/>
                    </a:lnTo>
                    <a:lnTo>
                      <a:pt x="4634" y="419"/>
                    </a:lnTo>
                    <a:lnTo>
                      <a:pt x="4631" y="420"/>
                    </a:lnTo>
                    <a:lnTo>
                      <a:pt x="4623" y="426"/>
                    </a:lnTo>
                    <a:lnTo>
                      <a:pt x="4617" y="434"/>
                    </a:lnTo>
                    <a:lnTo>
                      <a:pt x="4614" y="442"/>
                    </a:lnTo>
                    <a:lnTo>
                      <a:pt x="4611" y="448"/>
                    </a:lnTo>
                    <a:lnTo>
                      <a:pt x="4595" y="451"/>
                    </a:lnTo>
                    <a:lnTo>
                      <a:pt x="4586" y="451"/>
                    </a:lnTo>
                    <a:lnTo>
                      <a:pt x="4576" y="448"/>
                    </a:lnTo>
                    <a:lnTo>
                      <a:pt x="4565" y="449"/>
                    </a:lnTo>
                    <a:lnTo>
                      <a:pt x="4554" y="451"/>
                    </a:lnTo>
                    <a:lnTo>
                      <a:pt x="4541" y="450"/>
                    </a:lnTo>
                    <a:lnTo>
                      <a:pt x="4534" y="444"/>
                    </a:lnTo>
                    <a:lnTo>
                      <a:pt x="4521" y="441"/>
                    </a:lnTo>
                    <a:lnTo>
                      <a:pt x="4488" y="439"/>
                    </a:lnTo>
                    <a:lnTo>
                      <a:pt x="4473" y="437"/>
                    </a:lnTo>
                    <a:lnTo>
                      <a:pt x="4455" y="432"/>
                    </a:lnTo>
                    <a:lnTo>
                      <a:pt x="4438" y="421"/>
                    </a:lnTo>
                    <a:lnTo>
                      <a:pt x="4424" y="416"/>
                    </a:lnTo>
                    <a:lnTo>
                      <a:pt x="4405" y="410"/>
                    </a:lnTo>
                    <a:lnTo>
                      <a:pt x="4393" y="404"/>
                    </a:lnTo>
                    <a:lnTo>
                      <a:pt x="4386" y="398"/>
                    </a:lnTo>
                    <a:lnTo>
                      <a:pt x="4369" y="403"/>
                    </a:lnTo>
                    <a:lnTo>
                      <a:pt x="4359" y="410"/>
                    </a:lnTo>
                    <a:lnTo>
                      <a:pt x="4350" y="412"/>
                    </a:lnTo>
                    <a:lnTo>
                      <a:pt x="4340" y="414"/>
                    </a:lnTo>
                    <a:lnTo>
                      <a:pt x="4332" y="419"/>
                    </a:lnTo>
                    <a:lnTo>
                      <a:pt x="4329" y="428"/>
                    </a:lnTo>
                    <a:lnTo>
                      <a:pt x="4321" y="434"/>
                    </a:lnTo>
                    <a:lnTo>
                      <a:pt x="4313" y="439"/>
                    </a:lnTo>
                    <a:lnTo>
                      <a:pt x="4304" y="444"/>
                    </a:lnTo>
                    <a:lnTo>
                      <a:pt x="4295" y="449"/>
                    </a:lnTo>
                    <a:lnTo>
                      <a:pt x="4289" y="457"/>
                    </a:lnTo>
                    <a:lnTo>
                      <a:pt x="4284" y="464"/>
                    </a:lnTo>
                    <a:lnTo>
                      <a:pt x="4283" y="477"/>
                    </a:lnTo>
                    <a:lnTo>
                      <a:pt x="4282" y="489"/>
                    </a:lnTo>
                    <a:lnTo>
                      <a:pt x="4276" y="494"/>
                    </a:lnTo>
                    <a:lnTo>
                      <a:pt x="4264" y="496"/>
                    </a:lnTo>
                    <a:lnTo>
                      <a:pt x="4253" y="495"/>
                    </a:lnTo>
                    <a:lnTo>
                      <a:pt x="4242" y="488"/>
                    </a:lnTo>
                    <a:lnTo>
                      <a:pt x="4227" y="483"/>
                    </a:lnTo>
                    <a:lnTo>
                      <a:pt x="4214" y="481"/>
                    </a:lnTo>
                    <a:lnTo>
                      <a:pt x="4203" y="482"/>
                    </a:lnTo>
                    <a:lnTo>
                      <a:pt x="4191" y="482"/>
                    </a:lnTo>
                    <a:lnTo>
                      <a:pt x="4177" y="483"/>
                    </a:lnTo>
                    <a:lnTo>
                      <a:pt x="4165" y="485"/>
                    </a:lnTo>
                    <a:lnTo>
                      <a:pt x="4152" y="483"/>
                    </a:lnTo>
                    <a:lnTo>
                      <a:pt x="4134" y="478"/>
                    </a:lnTo>
                    <a:lnTo>
                      <a:pt x="4123" y="477"/>
                    </a:lnTo>
                    <a:lnTo>
                      <a:pt x="4109" y="480"/>
                    </a:lnTo>
                    <a:lnTo>
                      <a:pt x="4095" y="482"/>
                    </a:lnTo>
                    <a:lnTo>
                      <a:pt x="4086" y="486"/>
                    </a:lnTo>
                    <a:lnTo>
                      <a:pt x="4081" y="491"/>
                    </a:lnTo>
                    <a:lnTo>
                      <a:pt x="4075" y="494"/>
                    </a:lnTo>
                    <a:lnTo>
                      <a:pt x="4068" y="495"/>
                    </a:lnTo>
                    <a:lnTo>
                      <a:pt x="4057" y="494"/>
                    </a:lnTo>
                    <a:lnTo>
                      <a:pt x="4048" y="491"/>
                    </a:lnTo>
                    <a:lnTo>
                      <a:pt x="4036" y="485"/>
                    </a:lnTo>
                    <a:lnTo>
                      <a:pt x="4025" y="478"/>
                    </a:lnTo>
                    <a:lnTo>
                      <a:pt x="4017" y="476"/>
                    </a:lnTo>
                    <a:lnTo>
                      <a:pt x="4009" y="475"/>
                    </a:lnTo>
                    <a:lnTo>
                      <a:pt x="3999" y="476"/>
                    </a:lnTo>
                    <a:lnTo>
                      <a:pt x="3983" y="472"/>
                    </a:lnTo>
                    <a:lnTo>
                      <a:pt x="3967" y="471"/>
                    </a:lnTo>
                    <a:lnTo>
                      <a:pt x="3961" y="470"/>
                    </a:lnTo>
                    <a:lnTo>
                      <a:pt x="3945" y="470"/>
                    </a:lnTo>
                    <a:lnTo>
                      <a:pt x="3932" y="470"/>
                    </a:lnTo>
                    <a:lnTo>
                      <a:pt x="3920" y="470"/>
                    </a:lnTo>
                    <a:lnTo>
                      <a:pt x="3907" y="471"/>
                    </a:lnTo>
                    <a:lnTo>
                      <a:pt x="3896" y="464"/>
                    </a:lnTo>
                    <a:lnTo>
                      <a:pt x="3889" y="459"/>
                    </a:lnTo>
                    <a:lnTo>
                      <a:pt x="3881" y="458"/>
                    </a:lnTo>
                    <a:lnTo>
                      <a:pt x="3866" y="459"/>
                    </a:lnTo>
                    <a:lnTo>
                      <a:pt x="3849" y="460"/>
                    </a:lnTo>
                    <a:lnTo>
                      <a:pt x="3834" y="461"/>
                    </a:lnTo>
                    <a:lnTo>
                      <a:pt x="3824" y="462"/>
                    </a:lnTo>
                    <a:lnTo>
                      <a:pt x="3811" y="465"/>
                    </a:lnTo>
                    <a:lnTo>
                      <a:pt x="3791" y="470"/>
                    </a:lnTo>
                    <a:lnTo>
                      <a:pt x="3775" y="470"/>
                    </a:lnTo>
                    <a:lnTo>
                      <a:pt x="3768" y="471"/>
                    </a:lnTo>
                    <a:lnTo>
                      <a:pt x="3745" y="477"/>
                    </a:lnTo>
                    <a:lnTo>
                      <a:pt x="3727" y="483"/>
                    </a:lnTo>
                    <a:lnTo>
                      <a:pt x="3714" y="484"/>
                    </a:lnTo>
                    <a:lnTo>
                      <a:pt x="3700" y="482"/>
                    </a:lnTo>
                    <a:lnTo>
                      <a:pt x="3685" y="481"/>
                    </a:lnTo>
                    <a:lnTo>
                      <a:pt x="3674" y="470"/>
                    </a:lnTo>
                    <a:lnTo>
                      <a:pt x="3665" y="461"/>
                    </a:lnTo>
                    <a:lnTo>
                      <a:pt x="3655" y="451"/>
                    </a:lnTo>
                    <a:lnTo>
                      <a:pt x="3646" y="450"/>
                    </a:lnTo>
                    <a:lnTo>
                      <a:pt x="3629" y="451"/>
                    </a:lnTo>
                    <a:lnTo>
                      <a:pt x="3622" y="446"/>
                    </a:lnTo>
                    <a:lnTo>
                      <a:pt x="3602" y="447"/>
                    </a:lnTo>
                    <a:lnTo>
                      <a:pt x="3595" y="451"/>
                    </a:lnTo>
                    <a:lnTo>
                      <a:pt x="3586" y="455"/>
                    </a:lnTo>
                    <a:lnTo>
                      <a:pt x="3573" y="454"/>
                    </a:lnTo>
                    <a:lnTo>
                      <a:pt x="3564" y="453"/>
                    </a:lnTo>
                    <a:lnTo>
                      <a:pt x="3554" y="453"/>
                    </a:lnTo>
                    <a:lnTo>
                      <a:pt x="3550" y="453"/>
                    </a:lnTo>
                    <a:lnTo>
                      <a:pt x="3533" y="467"/>
                    </a:lnTo>
                    <a:lnTo>
                      <a:pt x="3519" y="473"/>
                    </a:lnTo>
                    <a:lnTo>
                      <a:pt x="3513" y="479"/>
                    </a:lnTo>
                    <a:lnTo>
                      <a:pt x="3498" y="481"/>
                    </a:lnTo>
                    <a:lnTo>
                      <a:pt x="3485" y="473"/>
                    </a:lnTo>
                    <a:lnTo>
                      <a:pt x="3475" y="469"/>
                    </a:lnTo>
                    <a:lnTo>
                      <a:pt x="3463" y="461"/>
                    </a:lnTo>
                    <a:lnTo>
                      <a:pt x="3451" y="461"/>
                    </a:lnTo>
                    <a:lnTo>
                      <a:pt x="3439" y="458"/>
                    </a:lnTo>
                    <a:lnTo>
                      <a:pt x="3420" y="449"/>
                    </a:lnTo>
                    <a:lnTo>
                      <a:pt x="3412" y="450"/>
                    </a:lnTo>
                    <a:lnTo>
                      <a:pt x="3401" y="450"/>
                    </a:lnTo>
                    <a:lnTo>
                      <a:pt x="3396" y="450"/>
                    </a:lnTo>
                    <a:lnTo>
                      <a:pt x="3379" y="452"/>
                    </a:lnTo>
                    <a:lnTo>
                      <a:pt x="3372" y="453"/>
                    </a:lnTo>
                    <a:lnTo>
                      <a:pt x="3361" y="452"/>
                    </a:lnTo>
                    <a:lnTo>
                      <a:pt x="3356" y="451"/>
                    </a:lnTo>
                    <a:lnTo>
                      <a:pt x="3350" y="450"/>
                    </a:lnTo>
                    <a:lnTo>
                      <a:pt x="3345" y="452"/>
                    </a:lnTo>
                    <a:lnTo>
                      <a:pt x="3336" y="464"/>
                    </a:lnTo>
                    <a:lnTo>
                      <a:pt x="3329" y="467"/>
                    </a:lnTo>
                    <a:lnTo>
                      <a:pt x="3327" y="467"/>
                    </a:lnTo>
                    <a:lnTo>
                      <a:pt x="3320" y="468"/>
                    </a:lnTo>
                    <a:lnTo>
                      <a:pt x="3303" y="470"/>
                    </a:lnTo>
                    <a:lnTo>
                      <a:pt x="3292" y="474"/>
                    </a:lnTo>
                    <a:lnTo>
                      <a:pt x="3287" y="479"/>
                    </a:lnTo>
                    <a:lnTo>
                      <a:pt x="3278" y="486"/>
                    </a:lnTo>
                    <a:lnTo>
                      <a:pt x="3269" y="483"/>
                    </a:lnTo>
                    <a:lnTo>
                      <a:pt x="3261" y="483"/>
                    </a:lnTo>
                    <a:lnTo>
                      <a:pt x="3250" y="482"/>
                    </a:lnTo>
                    <a:lnTo>
                      <a:pt x="3243" y="485"/>
                    </a:lnTo>
                    <a:lnTo>
                      <a:pt x="3236" y="485"/>
                    </a:lnTo>
                    <a:lnTo>
                      <a:pt x="3233" y="486"/>
                    </a:lnTo>
                    <a:lnTo>
                      <a:pt x="3226" y="482"/>
                    </a:lnTo>
                    <a:lnTo>
                      <a:pt x="3217" y="480"/>
                    </a:lnTo>
                    <a:lnTo>
                      <a:pt x="3209" y="481"/>
                    </a:lnTo>
                    <a:lnTo>
                      <a:pt x="3196" y="480"/>
                    </a:lnTo>
                    <a:lnTo>
                      <a:pt x="3188" y="469"/>
                    </a:lnTo>
                    <a:lnTo>
                      <a:pt x="3182" y="464"/>
                    </a:lnTo>
                    <a:lnTo>
                      <a:pt x="3175" y="456"/>
                    </a:lnTo>
                    <a:lnTo>
                      <a:pt x="3168" y="449"/>
                    </a:lnTo>
                    <a:lnTo>
                      <a:pt x="3156" y="443"/>
                    </a:lnTo>
                    <a:lnTo>
                      <a:pt x="3143" y="442"/>
                    </a:lnTo>
                    <a:lnTo>
                      <a:pt x="3131" y="442"/>
                    </a:lnTo>
                    <a:lnTo>
                      <a:pt x="3119" y="442"/>
                    </a:lnTo>
                    <a:lnTo>
                      <a:pt x="3110" y="443"/>
                    </a:lnTo>
                    <a:lnTo>
                      <a:pt x="3100" y="446"/>
                    </a:lnTo>
                    <a:lnTo>
                      <a:pt x="3085" y="450"/>
                    </a:lnTo>
                    <a:lnTo>
                      <a:pt x="3075" y="454"/>
                    </a:lnTo>
                    <a:lnTo>
                      <a:pt x="3062" y="458"/>
                    </a:lnTo>
                    <a:lnTo>
                      <a:pt x="3052" y="462"/>
                    </a:lnTo>
                    <a:lnTo>
                      <a:pt x="3044" y="468"/>
                    </a:lnTo>
                    <a:lnTo>
                      <a:pt x="3035" y="476"/>
                    </a:lnTo>
                    <a:lnTo>
                      <a:pt x="3032" y="486"/>
                    </a:lnTo>
                    <a:lnTo>
                      <a:pt x="3028" y="492"/>
                    </a:lnTo>
                    <a:lnTo>
                      <a:pt x="3021" y="495"/>
                    </a:lnTo>
                    <a:lnTo>
                      <a:pt x="3012" y="495"/>
                    </a:lnTo>
                    <a:lnTo>
                      <a:pt x="3001" y="496"/>
                    </a:lnTo>
                    <a:lnTo>
                      <a:pt x="2995" y="497"/>
                    </a:lnTo>
                    <a:lnTo>
                      <a:pt x="2990" y="498"/>
                    </a:lnTo>
                    <a:lnTo>
                      <a:pt x="2980" y="497"/>
                    </a:lnTo>
                    <a:lnTo>
                      <a:pt x="2968" y="492"/>
                    </a:lnTo>
                    <a:lnTo>
                      <a:pt x="2958" y="481"/>
                    </a:lnTo>
                    <a:lnTo>
                      <a:pt x="2949" y="475"/>
                    </a:lnTo>
                    <a:lnTo>
                      <a:pt x="2936" y="468"/>
                    </a:lnTo>
                    <a:lnTo>
                      <a:pt x="2923" y="452"/>
                    </a:lnTo>
                    <a:lnTo>
                      <a:pt x="2910" y="440"/>
                    </a:lnTo>
                    <a:lnTo>
                      <a:pt x="2897" y="434"/>
                    </a:lnTo>
                    <a:lnTo>
                      <a:pt x="2889" y="430"/>
                    </a:lnTo>
                    <a:lnTo>
                      <a:pt x="2887" y="431"/>
                    </a:lnTo>
                    <a:lnTo>
                      <a:pt x="2876" y="435"/>
                    </a:lnTo>
                    <a:lnTo>
                      <a:pt x="2865" y="444"/>
                    </a:lnTo>
                    <a:lnTo>
                      <a:pt x="2857" y="451"/>
                    </a:lnTo>
                    <a:lnTo>
                      <a:pt x="2855" y="455"/>
                    </a:lnTo>
                    <a:lnTo>
                      <a:pt x="2849" y="462"/>
                    </a:lnTo>
                    <a:lnTo>
                      <a:pt x="2843" y="467"/>
                    </a:lnTo>
                    <a:lnTo>
                      <a:pt x="2839" y="471"/>
                    </a:lnTo>
                    <a:lnTo>
                      <a:pt x="2832" y="475"/>
                    </a:lnTo>
                    <a:lnTo>
                      <a:pt x="2827" y="477"/>
                    </a:lnTo>
                    <a:lnTo>
                      <a:pt x="2817" y="479"/>
                    </a:lnTo>
                    <a:lnTo>
                      <a:pt x="2809" y="479"/>
                    </a:lnTo>
                    <a:lnTo>
                      <a:pt x="2799" y="477"/>
                    </a:lnTo>
                    <a:lnTo>
                      <a:pt x="2783" y="471"/>
                    </a:lnTo>
                    <a:lnTo>
                      <a:pt x="2777" y="467"/>
                    </a:lnTo>
                    <a:lnTo>
                      <a:pt x="2770" y="463"/>
                    </a:lnTo>
                    <a:lnTo>
                      <a:pt x="2762" y="458"/>
                    </a:lnTo>
                    <a:lnTo>
                      <a:pt x="2751" y="447"/>
                    </a:lnTo>
                    <a:lnTo>
                      <a:pt x="2743" y="444"/>
                    </a:lnTo>
                    <a:lnTo>
                      <a:pt x="2730" y="441"/>
                    </a:lnTo>
                    <a:lnTo>
                      <a:pt x="2718" y="438"/>
                    </a:lnTo>
                    <a:lnTo>
                      <a:pt x="2704" y="432"/>
                    </a:lnTo>
                    <a:lnTo>
                      <a:pt x="2698" y="430"/>
                    </a:lnTo>
                    <a:lnTo>
                      <a:pt x="2694" y="427"/>
                    </a:lnTo>
                    <a:lnTo>
                      <a:pt x="2679" y="427"/>
                    </a:lnTo>
                    <a:lnTo>
                      <a:pt x="2674" y="426"/>
                    </a:lnTo>
                    <a:lnTo>
                      <a:pt x="2666" y="425"/>
                    </a:lnTo>
                    <a:lnTo>
                      <a:pt x="2644" y="424"/>
                    </a:lnTo>
                    <a:lnTo>
                      <a:pt x="2641" y="424"/>
                    </a:lnTo>
                    <a:lnTo>
                      <a:pt x="2634" y="423"/>
                    </a:lnTo>
                    <a:lnTo>
                      <a:pt x="2626" y="420"/>
                    </a:lnTo>
                    <a:lnTo>
                      <a:pt x="2619" y="420"/>
                    </a:lnTo>
                    <a:lnTo>
                      <a:pt x="2603" y="424"/>
                    </a:lnTo>
                    <a:lnTo>
                      <a:pt x="2592" y="426"/>
                    </a:lnTo>
                    <a:lnTo>
                      <a:pt x="2582" y="430"/>
                    </a:lnTo>
                    <a:lnTo>
                      <a:pt x="2559" y="435"/>
                    </a:lnTo>
                    <a:lnTo>
                      <a:pt x="2558" y="435"/>
                    </a:lnTo>
                    <a:lnTo>
                      <a:pt x="2548" y="437"/>
                    </a:lnTo>
                    <a:lnTo>
                      <a:pt x="2540" y="438"/>
                    </a:lnTo>
                    <a:lnTo>
                      <a:pt x="2535" y="438"/>
                    </a:lnTo>
                    <a:lnTo>
                      <a:pt x="2529" y="439"/>
                    </a:lnTo>
                    <a:lnTo>
                      <a:pt x="2522" y="444"/>
                    </a:lnTo>
                    <a:lnTo>
                      <a:pt x="2511" y="453"/>
                    </a:lnTo>
                    <a:lnTo>
                      <a:pt x="2495" y="462"/>
                    </a:lnTo>
                    <a:lnTo>
                      <a:pt x="2486" y="467"/>
                    </a:lnTo>
                    <a:lnTo>
                      <a:pt x="2478" y="471"/>
                    </a:lnTo>
                    <a:lnTo>
                      <a:pt x="2469" y="470"/>
                    </a:lnTo>
                    <a:lnTo>
                      <a:pt x="2461" y="470"/>
                    </a:lnTo>
                    <a:lnTo>
                      <a:pt x="2453" y="471"/>
                    </a:lnTo>
                    <a:lnTo>
                      <a:pt x="2436" y="469"/>
                    </a:lnTo>
                    <a:lnTo>
                      <a:pt x="2427" y="467"/>
                    </a:lnTo>
                    <a:lnTo>
                      <a:pt x="2421" y="462"/>
                    </a:lnTo>
                    <a:lnTo>
                      <a:pt x="2412" y="453"/>
                    </a:lnTo>
                    <a:lnTo>
                      <a:pt x="2389" y="443"/>
                    </a:lnTo>
                    <a:lnTo>
                      <a:pt x="2379" y="440"/>
                    </a:lnTo>
                    <a:lnTo>
                      <a:pt x="2366" y="437"/>
                    </a:lnTo>
                    <a:lnTo>
                      <a:pt x="2360" y="434"/>
                    </a:lnTo>
                    <a:lnTo>
                      <a:pt x="2356" y="431"/>
                    </a:lnTo>
                    <a:lnTo>
                      <a:pt x="2349" y="424"/>
                    </a:lnTo>
                    <a:lnTo>
                      <a:pt x="2328" y="414"/>
                    </a:lnTo>
                    <a:lnTo>
                      <a:pt x="2302" y="402"/>
                    </a:lnTo>
                    <a:lnTo>
                      <a:pt x="2266" y="386"/>
                    </a:lnTo>
                    <a:lnTo>
                      <a:pt x="2228" y="377"/>
                    </a:lnTo>
                    <a:lnTo>
                      <a:pt x="2201" y="372"/>
                    </a:lnTo>
                    <a:lnTo>
                      <a:pt x="2171" y="369"/>
                    </a:lnTo>
                    <a:lnTo>
                      <a:pt x="2149" y="369"/>
                    </a:lnTo>
                    <a:lnTo>
                      <a:pt x="2136" y="369"/>
                    </a:lnTo>
                    <a:lnTo>
                      <a:pt x="2134" y="371"/>
                    </a:lnTo>
                    <a:lnTo>
                      <a:pt x="2131" y="375"/>
                    </a:lnTo>
                    <a:lnTo>
                      <a:pt x="2122" y="368"/>
                    </a:lnTo>
                    <a:lnTo>
                      <a:pt x="2107" y="368"/>
                    </a:lnTo>
                    <a:lnTo>
                      <a:pt x="2090" y="378"/>
                    </a:lnTo>
                    <a:lnTo>
                      <a:pt x="2079" y="388"/>
                    </a:lnTo>
                    <a:lnTo>
                      <a:pt x="2061" y="415"/>
                    </a:lnTo>
                    <a:lnTo>
                      <a:pt x="2046" y="424"/>
                    </a:lnTo>
                    <a:lnTo>
                      <a:pt x="2033" y="430"/>
                    </a:lnTo>
                    <a:lnTo>
                      <a:pt x="2027" y="430"/>
                    </a:lnTo>
                    <a:lnTo>
                      <a:pt x="2023" y="433"/>
                    </a:lnTo>
                    <a:lnTo>
                      <a:pt x="2019" y="436"/>
                    </a:lnTo>
                    <a:lnTo>
                      <a:pt x="2036" y="526"/>
                    </a:lnTo>
                    <a:lnTo>
                      <a:pt x="2030" y="526"/>
                    </a:lnTo>
                    <a:lnTo>
                      <a:pt x="2023" y="526"/>
                    </a:lnTo>
                    <a:lnTo>
                      <a:pt x="2017" y="523"/>
                    </a:lnTo>
                    <a:lnTo>
                      <a:pt x="2011" y="524"/>
                    </a:lnTo>
                    <a:lnTo>
                      <a:pt x="2005" y="524"/>
                    </a:lnTo>
                    <a:lnTo>
                      <a:pt x="1996" y="526"/>
                    </a:lnTo>
                    <a:lnTo>
                      <a:pt x="1982" y="532"/>
                    </a:lnTo>
                    <a:lnTo>
                      <a:pt x="1974" y="532"/>
                    </a:lnTo>
                    <a:lnTo>
                      <a:pt x="1966" y="536"/>
                    </a:lnTo>
                    <a:lnTo>
                      <a:pt x="1958" y="543"/>
                    </a:lnTo>
                    <a:lnTo>
                      <a:pt x="1946" y="550"/>
                    </a:lnTo>
                    <a:lnTo>
                      <a:pt x="1936" y="555"/>
                    </a:lnTo>
                    <a:lnTo>
                      <a:pt x="1933" y="555"/>
                    </a:lnTo>
                    <a:lnTo>
                      <a:pt x="1928" y="553"/>
                    </a:lnTo>
                    <a:lnTo>
                      <a:pt x="1926" y="552"/>
                    </a:lnTo>
                    <a:lnTo>
                      <a:pt x="1923" y="550"/>
                    </a:lnTo>
                    <a:lnTo>
                      <a:pt x="1920" y="552"/>
                    </a:lnTo>
                    <a:lnTo>
                      <a:pt x="1915" y="558"/>
                    </a:lnTo>
                    <a:lnTo>
                      <a:pt x="1915" y="571"/>
                    </a:lnTo>
                    <a:lnTo>
                      <a:pt x="1916" y="586"/>
                    </a:lnTo>
                    <a:lnTo>
                      <a:pt x="1913" y="588"/>
                    </a:lnTo>
                    <a:lnTo>
                      <a:pt x="1908" y="588"/>
                    </a:lnTo>
                    <a:lnTo>
                      <a:pt x="1905" y="590"/>
                    </a:lnTo>
                    <a:lnTo>
                      <a:pt x="1904" y="598"/>
                    </a:lnTo>
                    <a:lnTo>
                      <a:pt x="1902" y="604"/>
                    </a:lnTo>
                    <a:lnTo>
                      <a:pt x="1897" y="604"/>
                    </a:lnTo>
                    <a:lnTo>
                      <a:pt x="1876" y="600"/>
                    </a:lnTo>
                    <a:lnTo>
                      <a:pt x="1855" y="596"/>
                    </a:lnTo>
                    <a:lnTo>
                      <a:pt x="1843" y="596"/>
                    </a:lnTo>
                    <a:lnTo>
                      <a:pt x="1836" y="602"/>
                    </a:lnTo>
                    <a:lnTo>
                      <a:pt x="1829" y="613"/>
                    </a:lnTo>
                    <a:lnTo>
                      <a:pt x="1827" y="619"/>
                    </a:lnTo>
                    <a:lnTo>
                      <a:pt x="1827" y="625"/>
                    </a:lnTo>
                    <a:lnTo>
                      <a:pt x="1834" y="636"/>
                    </a:lnTo>
                    <a:lnTo>
                      <a:pt x="1844" y="644"/>
                    </a:lnTo>
                    <a:lnTo>
                      <a:pt x="1852" y="654"/>
                    </a:lnTo>
                    <a:lnTo>
                      <a:pt x="1859" y="659"/>
                    </a:lnTo>
                    <a:lnTo>
                      <a:pt x="1872" y="670"/>
                    </a:lnTo>
                    <a:lnTo>
                      <a:pt x="1880" y="679"/>
                    </a:lnTo>
                    <a:lnTo>
                      <a:pt x="1886" y="686"/>
                    </a:lnTo>
                    <a:lnTo>
                      <a:pt x="1885" y="688"/>
                    </a:lnTo>
                    <a:lnTo>
                      <a:pt x="1888" y="691"/>
                    </a:lnTo>
                    <a:lnTo>
                      <a:pt x="1885" y="698"/>
                    </a:lnTo>
                    <a:lnTo>
                      <a:pt x="1882" y="703"/>
                    </a:lnTo>
                    <a:lnTo>
                      <a:pt x="1876" y="718"/>
                    </a:lnTo>
                    <a:lnTo>
                      <a:pt x="1876" y="728"/>
                    </a:lnTo>
                    <a:lnTo>
                      <a:pt x="1877" y="733"/>
                    </a:lnTo>
                    <a:lnTo>
                      <a:pt x="1877" y="734"/>
                    </a:lnTo>
                    <a:lnTo>
                      <a:pt x="1877" y="734"/>
                    </a:lnTo>
                    <a:lnTo>
                      <a:pt x="1877" y="735"/>
                    </a:lnTo>
                    <a:lnTo>
                      <a:pt x="1877" y="736"/>
                    </a:lnTo>
                    <a:lnTo>
                      <a:pt x="1877" y="737"/>
                    </a:lnTo>
                    <a:lnTo>
                      <a:pt x="1876" y="737"/>
                    </a:lnTo>
                    <a:lnTo>
                      <a:pt x="1876" y="738"/>
                    </a:lnTo>
                    <a:lnTo>
                      <a:pt x="1876" y="739"/>
                    </a:lnTo>
                    <a:lnTo>
                      <a:pt x="1876" y="740"/>
                    </a:lnTo>
                    <a:lnTo>
                      <a:pt x="1876" y="741"/>
                    </a:lnTo>
                    <a:lnTo>
                      <a:pt x="1876" y="742"/>
                    </a:lnTo>
                    <a:lnTo>
                      <a:pt x="1875" y="742"/>
                    </a:lnTo>
                    <a:lnTo>
                      <a:pt x="1875" y="743"/>
                    </a:lnTo>
                    <a:lnTo>
                      <a:pt x="1874" y="743"/>
                    </a:lnTo>
                    <a:lnTo>
                      <a:pt x="1873" y="744"/>
                    </a:lnTo>
                    <a:lnTo>
                      <a:pt x="1873" y="745"/>
                    </a:lnTo>
                    <a:lnTo>
                      <a:pt x="1872" y="745"/>
                    </a:lnTo>
                    <a:lnTo>
                      <a:pt x="1872" y="746"/>
                    </a:lnTo>
                    <a:lnTo>
                      <a:pt x="1871" y="747"/>
                    </a:lnTo>
                    <a:lnTo>
                      <a:pt x="1871" y="748"/>
                    </a:lnTo>
                    <a:lnTo>
                      <a:pt x="1871" y="749"/>
                    </a:lnTo>
                    <a:lnTo>
                      <a:pt x="1870" y="749"/>
                    </a:lnTo>
                    <a:lnTo>
                      <a:pt x="1871" y="750"/>
                    </a:lnTo>
                    <a:lnTo>
                      <a:pt x="1871" y="751"/>
                    </a:lnTo>
                    <a:lnTo>
                      <a:pt x="1870" y="751"/>
                    </a:lnTo>
                    <a:lnTo>
                      <a:pt x="1870" y="752"/>
                    </a:lnTo>
                    <a:lnTo>
                      <a:pt x="1870" y="753"/>
                    </a:lnTo>
                    <a:lnTo>
                      <a:pt x="1871" y="753"/>
                    </a:lnTo>
                    <a:lnTo>
                      <a:pt x="1871" y="754"/>
                    </a:lnTo>
                    <a:lnTo>
                      <a:pt x="1871" y="755"/>
                    </a:lnTo>
                    <a:lnTo>
                      <a:pt x="1872" y="755"/>
                    </a:lnTo>
                    <a:lnTo>
                      <a:pt x="1872" y="756"/>
                    </a:lnTo>
                    <a:lnTo>
                      <a:pt x="1871" y="756"/>
                    </a:lnTo>
                    <a:lnTo>
                      <a:pt x="1871" y="757"/>
                    </a:lnTo>
                    <a:lnTo>
                      <a:pt x="1871" y="759"/>
                    </a:lnTo>
                    <a:lnTo>
                      <a:pt x="1871" y="760"/>
                    </a:lnTo>
                    <a:lnTo>
                      <a:pt x="1871" y="761"/>
                    </a:lnTo>
                    <a:lnTo>
                      <a:pt x="1871" y="761"/>
                    </a:lnTo>
                    <a:lnTo>
                      <a:pt x="1871" y="762"/>
                    </a:lnTo>
                    <a:lnTo>
                      <a:pt x="1870" y="762"/>
                    </a:lnTo>
                    <a:lnTo>
                      <a:pt x="1870" y="763"/>
                    </a:lnTo>
                    <a:lnTo>
                      <a:pt x="1870" y="764"/>
                    </a:lnTo>
                    <a:lnTo>
                      <a:pt x="1870" y="765"/>
                    </a:lnTo>
                    <a:lnTo>
                      <a:pt x="1869" y="765"/>
                    </a:lnTo>
                    <a:lnTo>
                      <a:pt x="1869" y="766"/>
                    </a:lnTo>
                    <a:lnTo>
                      <a:pt x="1869" y="767"/>
                    </a:lnTo>
                    <a:lnTo>
                      <a:pt x="1868" y="767"/>
                    </a:lnTo>
                    <a:lnTo>
                      <a:pt x="1868" y="768"/>
                    </a:lnTo>
                    <a:lnTo>
                      <a:pt x="1868" y="769"/>
                    </a:lnTo>
                    <a:lnTo>
                      <a:pt x="1867" y="769"/>
                    </a:lnTo>
                    <a:lnTo>
                      <a:pt x="1867" y="770"/>
                    </a:lnTo>
                    <a:lnTo>
                      <a:pt x="1866" y="771"/>
                    </a:lnTo>
                    <a:lnTo>
                      <a:pt x="1866" y="772"/>
                    </a:lnTo>
                    <a:lnTo>
                      <a:pt x="1866" y="773"/>
                    </a:lnTo>
                    <a:lnTo>
                      <a:pt x="1866" y="774"/>
                    </a:lnTo>
                    <a:lnTo>
                      <a:pt x="1867" y="774"/>
                    </a:lnTo>
                    <a:lnTo>
                      <a:pt x="1867" y="775"/>
                    </a:lnTo>
                    <a:lnTo>
                      <a:pt x="1867" y="776"/>
                    </a:lnTo>
                    <a:lnTo>
                      <a:pt x="1867" y="777"/>
                    </a:lnTo>
                    <a:lnTo>
                      <a:pt x="1867" y="778"/>
                    </a:lnTo>
                    <a:lnTo>
                      <a:pt x="1867" y="779"/>
                    </a:lnTo>
                    <a:lnTo>
                      <a:pt x="1866" y="779"/>
                    </a:lnTo>
                    <a:lnTo>
                      <a:pt x="1866" y="780"/>
                    </a:lnTo>
                    <a:lnTo>
                      <a:pt x="1866" y="781"/>
                    </a:lnTo>
                    <a:lnTo>
                      <a:pt x="1866" y="782"/>
                    </a:lnTo>
                    <a:lnTo>
                      <a:pt x="1865" y="782"/>
                    </a:lnTo>
                    <a:lnTo>
                      <a:pt x="1865" y="783"/>
                    </a:lnTo>
                    <a:lnTo>
                      <a:pt x="1866" y="783"/>
                    </a:lnTo>
                    <a:lnTo>
                      <a:pt x="1866" y="784"/>
                    </a:lnTo>
                    <a:lnTo>
                      <a:pt x="1866" y="785"/>
                    </a:lnTo>
                    <a:lnTo>
                      <a:pt x="1866" y="786"/>
                    </a:lnTo>
                    <a:lnTo>
                      <a:pt x="1867" y="786"/>
                    </a:lnTo>
                    <a:lnTo>
                      <a:pt x="1868" y="787"/>
                    </a:lnTo>
                    <a:lnTo>
                      <a:pt x="1869" y="787"/>
                    </a:lnTo>
                    <a:lnTo>
                      <a:pt x="1870" y="787"/>
                    </a:lnTo>
                    <a:lnTo>
                      <a:pt x="1871" y="787"/>
                    </a:lnTo>
                    <a:lnTo>
                      <a:pt x="1872" y="788"/>
                    </a:lnTo>
                    <a:lnTo>
                      <a:pt x="1873" y="788"/>
                    </a:lnTo>
                    <a:lnTo>
                      <a:pt x="1873" y="789"/>
                    </a:lnTo>
                    <a:lnTo>
                      <a:pt x="1874" y="789"/>
                    </a:lnTo>
                    <a:lnTo>
                      <a:pt x="1875" y="790"/>
                    </a:lnTo>
                    <a:lnTo>
                      <a:pt x="1875" y="790"/>
                    </a:lnTo>
                    <a:lnTo>
                      <a:pt x="1876" y="790"/>
                    </a:lnTo>
                    <a:lnTo>
                      <a:pt x="1877" y="790"/>
                    </a:lnTo>
                    <a:lnTo>
                      <a:pt x="1877" y="790"/>
                    </a:lnTo>
                    <a:lnTo>
                      <a:pt x="1878" y="790"/>
                    </a:lnTo>
                    <a:lnTo>
                      <a:pt x="1879" y="790"/>
                    </a:lnTo>
                    <a:lnTo>
                      <a:pt x="1880" y="790"/>
                    </a:lnTo>
                    <a:lnTo>
                      <a:pt x="1882" y="791"/>
                    </a:lnTo>
                    <a:lnTo>
                      <a:pt x="1883" y="792"/>
                    </a:lnTo>
                    <a:lnTo>
                      <a:pt x="1884" y="794"/>
                    </a:lnTo>
                    <a:lnTo>
                      <a:pt x="1884" y="795"/>
                    </a:lnTo>
                    <a:lnTo>
                      <a:pt x="1884" y="797"/>
                    </a:lnTo>
                    <a:lnTo>
                      <a:pt x="1885" y="797"/>
                    </a:lnTo>
                    <a:lnTo>
                      <a:pt x="1886" y="798"/>
                    </a:lnTo>
                    <a:lnTo>
                      <a:pt x="1888" y="800"/>
                    </a:lnTo>
                    <a:lnTo>
                      <a:pt x="1888" y="803"/>
                    </a:lnTo>
                    <a:lnTo>
                      <a:pt x="1888" y="805"/>
                    </a:lnTo>
                    <a:lnTo>
                      <a:pt x="1888" y="808"/>
                    </a:lnTo>
                    <a:lnTo>
                      <a:pt x="1888" y="810"/>
                    </a:lnTo>
                    <a:lnTo>
                      <a:pt x="1887" y="811"/>
                    </a:lnTo>
                    <a:lnTo>
                      <a:pt x="1886" y="814"/>
                    </a:lnTo>
                    <a:lnTo>
                      <a:pt x="1885" y="816"/>
                    </a:lnTo>
                    <a:lnTo>
                      <a:pt x="1884" y="818"/>
                    </a:lnTo>
                    <a:lnTo>
                      <a:pt x="1884" y="822"/>
                    </a:lnTo>
                    <a:lnTo>
                      <a:pt x="1883" y="825"/>
                    </a:lnTo>
                    <a:lnTo>
                      <a:pt x="1882" y="828"/>
                    </a:lnTo>
                    <a:lnTo>
                      <a:pt x="1882" y="831"/>
                    </a:lnTo>
                    <a:lnTo>
                      <a:pt x="1882" y="832"/>
                    </a:lnTo>
                    <a:lnTo>
                      <a:pt x="1883" y="833"/>
                    </a:lnTo>
                    <a:lnTo>
                      <a:pt x="1884" y="834"/>
                    </a:lnTo>
                    <a:lnTo>
                      <a:pt x="1884" y="836"/>
                    </a:lnTo>
                    <a:lnTo>
                      <a:pt x="1884" y="839"/>
                    </a:lnTo>
                    <a:lnTo>
                      <a:pt x="1884" y="842"/>
                    </a:lnTo>
                    <a:lnTo>
                      <a:pt x="1882" y="846"/>
                    </a:lnTo>
                    <a:lnTo>
                      <a:pt x="1880" y="847"/>
                    </a:lnTo>
                    <a:lnTo>
                      <a:pt x="1879" y="848"/>
                    </a:lnTo>
                    <a:lnTo>
                      <a:pt x="1879" y="849"/>
                    </a:lnTo>
                    <a:lnTo>
                      <a:pt x="1878" y="850"/>
                    </a:lnTo>
                    <a:lnTo>
                      <a:pt x="1877" y="852"/>
                    </a:lnTo>
                    <a:lnTo>
                      <a:pt x="1874" y="853"/>
                    </a:lnTo>
                    <a:lnTo>
                      <a:pt x="1873" y="854"/>
                    </a:lnTo>
                    <a:lnTo>
                      <a:pt x="1873" y="856"/>
                    </a:lnTo>
                    <a:lnTo>
                      <a:pt x="1873" y="872"/>
                    </a:lnTo>
                    <a:lnTo>
                      <a:pt x="1872" y="872"/>
                    </a:lnTo>
                    <a:lnTo>
                      <a:pt x="1871" y="872"/>
                    </a:lnTo>
                    <a:lnTo>
                      <a:pt x="1870" y="872"/>
                    </a:lnTo>
                    <a:lnTo>
                      <a:pt x="1869" y="873"/>
                    </a:lnTo>
                    <a:lnTo>
                      <a:pt x="1867" y="873"/>
                    </a:lnTo>
                    <a:lnTo>
                      <a:pt x="1865" y="873"/>
                    </a:lnTo>
                    <a:lnTo>
                      <a:pt x="1864" y="873"/>
                    </a:lnTo>
                    <a:lnTo>
                      <a:pt x="1863" y="874"/>
                    </a:lnTo>
                    <a:lnTo>
                      <a:pt x="1862" y="875"/>
                    </a:lnTo>
                    <a:lnTo>
                      <a:pt x="1861" y="877"/>
                    </a:lnTo>
                    <a:lnTo>
                      <a:pt x="1859" y="878"/>
                    </a:lnTo>
                    <a:lnTo>
                      <a:pt x="1858" y="879"/>
                    </a:lnTo>
                    <a:lnTo>
                      <a:pt x="1856" y="879"/>
                    </a:lnTo>
                    <a:lnTo>
                      <a:pt x="1855" y="879"/>
                    </a:lnTo>
                    <a:lnTo>
                      <a:pt x="1851" y="880"/>
                    </a:lnTo>
                    <a:lnTo>
                      <a:pt x="1851" y="881"/>
                    </a:lnTo>
                    <a:lnTo>
                      <a:pt x="1849" y="882"/>
                    </a:lnTo>
                    <a:lnTo>
                      <a:pt x="1847" y="884"/>
                    </a:lnTo>
                    <a:lnTo>
                      <a:pt x="1847" y="885"/>
                    </a:lnTo>
                    <a:lnTo>
                      <a:pt x="1846" y="887"/>
                    </a:lnTo>
                    <a:lnTo>
                      <a:pt x="1845" y="889"/>
                    </a:lnTo>
                    <a:lnTo>
                      <a:pt x="1844" y="890"/>
                    </a:lnTo>
                    <a:lnTo>
                      <a:pt x="1843" y="892"/>
                    </a:lnTo>
                    <a:lnTo>
                      <a:pt x="1840" y="894"/>
                    </a:lnTo>
                    <a:lnTo>
                      <a:pt x="1837" y="897"/>
                    </a:lnTo>
                    <a:lnTo>
                      <a:pt x="1835" y="898"/>
                    </a:lnTo>
                    <a:lnTo>
                      <a:pt x="1833" y="897"/>
                    </a:lnTo>
                    <a:lnTo>
                      <a:pt x="1830" y="897"/>
                    </a:lnTo>
                    <a:lnTo>
                      <a:pt x="1827" y="897"/>
                    </a:lnTo>
                    <a:lnTo>
                      <a:pt x="1825" y="897"/>
                    </a:lnTo>
                    <a:lnTo>
                      <a:pt x="1824" y="899"/>
                    </a:lnTo>
                    <a:lnTo>
                      <a:pt x="1824" y="900"/>
                    </a:lnTo>
                    <a:lnTo>
                      <a:pt x="1822" y="902"/>
                    </a:lnTo>
                    <a:lnTo>
                      <a:pt x="1821" y="903"/>
                    </a:lnTo>
                    <a:lnTo>
                      <a:pt x="1821" y="902"/>
                    </a:lnTo>
                    <a:lnTo>
                      <a:pt x="1820" y="902"/>
                    </a:lnTo>
                    <a:lnTo>
                      <a:pt x="1819" y="902"/>
                    </a:lnTo>
                    <a:lnTo>
                      <a:pt x="1818" y="903"/>
                    </a:lnTo>
                    <a:lnTo>
                      <a:pt x="1816" y="904"/>
                    </a:lnTo>
                    <a:lnTo>
                      <a:pt x="1813" y="904"/>
                    </a:lnTo>
                    <a:lnTo>
                      <a:pt x="1810" y="905"/>
                    </a:lnTo>
                    <a:lnTo>
                      <a:pt x="1805" y="905"/>
                    </a:lnTo>
                    <a:lnTo>
                      <a:pt x="1803" y="905"/>
                    </a:lnTo>
                    <a:lnTo>
                      <a:pt x="1801" y="906"/>
                    </a:lnTo>
                    <a:lnTo>
                      <a:pt x="1798" y="907"/>
                    </a:lnTo>
                    <a:lnTo>
                      <a:pt x="1796" y="908"/>
                    </a:lnTo>
                    <a:lnTo>
                      <a:pt x="1795" y="907"/>
                    </a:lnTo>
                    <a:lnTo>
                      <a:pt x="1793" y="906"/>
                    </a:lnTo>
                    <a:lnTo>
                      <a:pt x="1790" y="904"/>
                    </a:lnTo>
                    <a:lnTo>
                      <a:pt x="1788" y="902"/>
                    </a:lnTo>
                    <a:lnTo>
                      <a:pt x="1787" y="901"/>
                    </a:lnTo>
                    <a:lnTo>
                      <a:pt x="1785" y="900"/>
                    </a:lnTo>
                    <a:lnTo>
                      <a:pt x="1784" y="901"/>
                    </a:lnTo>
                    <a:lnTo>
                      <a:pt x="1782" y="901"/>
                    </a:lnTo>
                    <a:lnTo>
                      <a:pt x="1777" y="902"/>
                    </a:lnTo>
                    <a:lnTo>
                      <a:pt x="1772" y="904"/>
                    </a:lnTo>
                    <a:lnTo>
                      <a:pt x="1768" y="905"/>
                    </a:lnTo>
                    <a:lnTo>
                      <a:pt x="1766" y="906"/>
                    </a:lnTo>
                    <a:lnTo>
                      <a:pt x="1765" y="907"/>
                    </a:lnTo>
                    <a:lnTo>
                      <a:pt x="1764" y="907"/>
                    </a:lnTo>
                    <a:lnTo>
                      <a:pt x="1764" y="906"/>
                    </a:lnTo>
                    <a:lnTo>
                      <a:pt x="1764" y="906"/>
                    </a:lnTo>
                    <a:lnTo>
                      <a:pt x="1763" y="906"/>
                    </a:lnTo>
                    <a:lnTo>
                      <a:pt x="1762" y="906"/>
                    </a:lnTo>
                    <a:lnTo>
                      <a:pt x="1761" y="906"/>
                    </a:lnTo>
                    <a:lnTo>
                      <a:pt x="1760" y="906"/>
                    </a:lnTo>
                    <a:lnTo>
                      <a:pt x="1759" y="906"/>
                    </a:lnTo>
                    <a:lnTo>
                      <a:pt x="1758" y="906"/>
                    </a:lnTo>
                    <a:lnTo>
                      <a:pt x="1757" y="906"/>
                    </a:lnTo>
                    <a:lnTo>
                      <a:pt x="1756" y="906"/>
                    </a:lnTo>
                    <a:lnTo>
                      <a:pt x="1755" y="905"/>
                    </a:lnTo>
                    <a:lnTo>
                      <a:pt x="1754" y="905"/>
                    </a:lnTo>
                    <a:lnTo>
                      <a:pt x="1753" y="905"/>
                    </a:lnTo>
                    <a:lnTo>
                      <a:pt x="1753" y="904"/>
                    </a:lnTo>
                    <a:lnTo>
                      <a:pt x="1752" y="903"/>
                    </a:lnTo>
                    <a:lnTo>
                      <a:pt x="1749" y="901"/>
                    </a:lnTo>
                    <a:lnTo>
                      <a:pt x="1748" y="901"/>
                    </a:lnTo>
                    <a:lnTo>
                      <a:pt x="1747" y="901"/>
                    </a:lnTo>
                    <a:lnTo>
                      <a:pt x="1746" y="901"/>
                    </a:lnTo>
                    <a:lnTo>
                      <a:pt x="1744" y="901"/>
                    </a:lnTo>
                    <a:lnTo>
                      <a:pt x="1743" y="901"/>
                    </a:lnTo>
                    <a:lnTo>
                      <a:pt x="1743" y="902"/>
                    </a:lnTo>
                    <a:lnTo>
                      <a:pt x="1742" y="902"/>
                    </a:lnTo>
                    <a:lnTo>
                      <a:pt x="1742" y="903"/>
                    </a:lnTo>
                    <a:lnTo>
                      <a:pt x="1743" y="903"/>
                    </a:lnTo>
                    <a:lnTo>
                      <a:pt x="1743" y="904"/>
                    </a:lnTo>
                    <a:lnTo>
                      <a:pt x="1742" y="905"/>
                    </a:lnTo>
                    <a:lnTo>
                      <a:pt x="1740" y="905"/>
                    </a:lnTo>
                    <a:lnTo>
                      <a:pt x="1739" y="905"/>
                    </a:lnTo>
                    <a:lnTo>
                      <a:pt x="1738" y="906"/>
                    </a:lnTo>
                    <a:lnTo>
                      <a:pt x="1737" y="907"/>
                    </a:lnTo>
                    <a:lnTo>
                      <a:pt x="1736" y="908"/>
                    </a:lnTo>
                    <a:lnTo>
                      <a:pt x="1736" y="909"/>
                    </a:lnTo>
                    <a:lnTo>
                      <a:pt x="1735" y="909"/>
                    </a:lnTo>
                    <a:lnTo>
                      <a:pt x="1735" y="910"/>
                    </a:lnTo>
                    <a:lnTo>
                      <a:pt x="1734" y="910"/>
                    </a:lnTo>
                    <a:lnTo>
                      <a:pt x="1733" y="911"/>
                    </a:lnTo>
                    <a:lnTo>
                      <a:pt x="1732" y="911"/>
                    </a:lnTo>
                    <a:lnTo>
                      <a:pt x="1731" y="912"/>
                    </a:lnTo>
                    <a:lnTo>
                      <a:pt x="1730" y="912"/>
                    </a:lnTo>
                    <a:lnTo>
                      <a:pt x="1729" y="912"/>
                    </a:lnTo>
                    <a:lnTo>
                      <a:pt x="1728" y="911"/>
                    </a:lnTo>
                    <a:lnTo>
                      <a:pt x="1726" y="910"/>
                    </a:lnTo>
                    <a:lnTo>
                      <a:pt x="1723" y="908"/>
                    </a:lnTo>
                    <a:lnTo>
                      <a:pt x="1722" y="909"/>
                    </a:lnTo>
                    <a:lnTo>
                      <a:pt x="1722" y="910"/>
                    </a:lnTo>
                    <a:lnTo>
                      <a:pt x="1722" y="911"/>
                    </a:lnTo>
                    <a:lnTo>
                      <a:pt x="1722" y="914"/>
                    </a:lnTo>
                    <a:lnTo>
                      <a:pt x="1721" y="915"/>
                    </a:lnTo>
                    <a:lnTo>
                      <a:pt x="1719" y="916"/>
                    </a:lnTo>
                    <a:lnTo>
                      <a:pt x="1716" y="917"/>
                    </a:lnTo>
                    <a:lnTo>
                      <a:pt x="1715" y="918"/>
                    </a:lnTo>
                    <a:lnTo>
                      <a:pt x="1715" y="919"/>
                    </a:lnTo>
                    <a:lnTo>
                      <a:pt x="1698" y="915"/>
                    </a:lnTo>
                    <a:lnTo>
                      <a:pt x="1691" y="914"/>
                    </a:lnTo>
                    <a:lnTo>
                      <a:pt x="1689" y="913"/>
                    </a:lnTo>
                    <a:lnTo>
                      <a:pt x="1687" y="912"/>
                    </a:lnTo>
                    <a:lnTo>
                      <a:pt x="1683" y="912"/>
                    </a:lnTo>
                    <a:lnTo>
                      <a:pt x="1679" y="913"/>
                    </a:lnTo>
                    <a:lnTo>
                      <a:pt x="1679" y="916"/>
                    </a:lnTo>
                    <a:lnTo>
                      <a:pt x="1679" y="917"/>
                    </a:lnTo>
                    <a:lnTo>
                      <a:pt x="1678" y="918"/>
                    </a:lnTo>
                    <a:lnTo>
                      <a:pt x="1676" y="918"/>
                    </a:lnTo>
                    <a:lnTo>
                      <a:pt x="1676" y="917"/>
                    </a:lnTo>
                    <a:lnTo>
                      <a:pt x="1675" y="918"/>
                    </a:lnTo>
                    <a:lnTo>
                      <a:pt x="1674" y="918"/>
                    </a:lnTo>
                    <a:lnTo>
                      <a:pt x="1673" y="918"/>
                    </a:lnTo>
                    <a:lnTo>
                      <a:pt x="1672" y="918"/>
                    </a:lnTo>
                    <a:lnTo>
                      <a:pt x="1671" y="919"/>
                    </a:lnTo>
                    <a:lnTo>
                      <a:pt x="1670" y="919"/>
                    </a:lnTo>
                    <a:lnTo>
                      <a:pt x="1669" y="919"/>
                    </a:lnTo>
                    <a:lnTo>
                      <a:pt x="1668" y="918"/>
                    </a:lnTo>
                    <a:lnTo>
                      <a:pt x="1667" y="918"/>
                    </a:lnTo>
                    <a:lnTo>
                      <a:pt x="1666" y="917"/>
                    </a:lnTo>
                    <a:lnTo>
                      <a:pt x="1665" y="917"/>
                    </a:lnTo>
                    <a:lnTo>
                      <a:pt x="1664" y="917"/>
                    </a:lnTo>
                    <a:lnTo>
                      <a:pt x="1663" y="915"/>
                    </a:lnTo>
                    <a:lnTo>
                      <a:pt x="1662" y="912"/>
                    </a:lnTo>
                    <a:lnTo>
                      <a:pt x="1656" y="909"/>
                    </a:lnTo>
                    <a:lnTo>
                      <a:pt x="1653" y="907"/>
                    </a:lnTo>
                    <a:lnTo>
                      <a:pt x="1651" y="905"/>
                    </a:lnTo>
                    <a:lnTo>
                      <a:pt x="1648" y="905"/>
                    </a:lnTo>
                    <a:lnTo>
                      <a:pt x="1645" y="906"/>
                    </a:lnTo>
                    <a:lnTo>
                      <a:pt x="1641" y="912"/>
                    </a:lnTo>
                    <a:lnTo>
                      <a:pt x="1632" y="915"/>
                    </a:lnTo>
                    <a:lnTo>
                      <a:pt x="1625" y="922"/>
                    </a:lnTo>
                    <a:lnTo>
                      <a:pt x="1621" y="927"/>
                    </a:lnTo>
                    <a:lnTo>
                      <a:pt x="1609" y="925"/>
                    </a:lnTo>
                    <a:lnTo>
                      <a:pt x="1593" y="917"/>
                    </a:lnTo>
                    <a:lnTo>
                      <a:pt x="1584" y="911"/>
                    </a:lnTo>
                    <a:lnTo>
                      <a:pt x="1575" y="917"/>
                    </a:lnTo>
                    <a:lnTo>
                      <a:pt x="1567" y="920"/>
                    </a:lnTo>
                    <a:lnTo>
                      <a:pt x="1557" y="918"/>
                    </a:lnTo>
                    <a:lnTo>
                      <a:pt x="1549" y="916"/>
                    </a:lnTo>
                    <a:lnTo>
                      <a:pt x="1536" y="920"/>
                    </a:lnTo>
                    <a:lnTo>
                      <a:pt x="1526" y="925"/>
                    </a:lnTo>
                    <a:lnTo>
                      <a:pt x="1488" y="944"/>
                    </a:lnTo>
                    <a:lnTo>
                      <a:pt x="1477" y="947"/>
                    </a:lnTo>
                    <a:lnTo>
                      <a:pt x="1454" y="956"/>
                    </a:lnTo>
                    <a:lnTo>
                      <a:pt x="1434" y="962"/>
                    </a:lnTo>
                    <a:lnTo>
                      <a:pt x="1422" y="965"/>
                    </a:lnTo>
                    <a:lnTo>
                      <a:pt x="1413" y="977"/>
                    </a:lnTo>
                    <a:lnTo>
                      <a:pt x="1402" y="989"/>
                    </a:lnTo>
                    <a:lnTo>
                      <a:pt x="1386" y="1005"/>
                    </a:lnTo>
                    <a:lnTo>
                      <a:pt x="1369" y="1011"/>
                    </a:lnTo>
                    <a:lnTo>
                      <a:pt x="1354" y="1012"/>
                    </a:lnTo>
                    <a:lnTo>
                      <a:pt x="1340" y="1016"/>
                    </a:lnTo>
                    <a:lnTo>
                      <a:pt x="1333" y="1019"/>
                    </a:lnTo>
                    <a:lnTo>
                      <a:pt x="1327" y="1031"/>
                    </a:lnTo>
                    <a:lnTo>
                      <a:pt x="1322" y="1033"/>
                    </a:lnTo>
                    <a:lnTo>
                      <a:pt x="1312" y="1036"/>
                    </a:lnTo>
                    <a:lnTo>
                      <a:pt x="1297" y="1042"/>
                    </a:lnTo>
                    <a:lnTo>
                      <a:pt x="1289" y="1046"/>
                    </a:lnTo>
                    <a:lnTo>
                      <a:pt x="1280" y="1049"/>
                    </a:lnTo>
                    <a:lnTo>
                      <a:pt x="1272" y="1053"/>
                    </a:lnTo>
                    <a:lnTo>
                      <a:pt x="1257" y="1059"/>
                    </a:lnTo>
                    <a:lnTo>
                      <a:pt x="1246" y="1060"/>
                    </a:lnTo>
                    <a:lnTo>
                      <a:pt x="1236" y="1063"/>
                    </a:lnTo>
                    <a:lnTo>
                      <a:pt x="1226" y="1071"/>
                    </a:lnTo>
                    <a:lnTo>
                      <a:pt x="1214" y="1076"/>
                    </a:lnTo>
                    <a:lnTo>
                      <a:pt x="1198" y="1075"/>
                    </a:lnTo>
                    <a:lnTo>
                      <a:pt x="1185" y="1078"/>
                    </a:lnTo>
                    <a:lnTo>
                      <a:pt x="1177" y="1088"/>
                    </a:lnTo>
                    <a:lnTo>
                      <a:pt x="1171" y="1091"/>
                    </a:lnTo>
                    <a:lnTo>
                      <a:pt x="1165" y="1093"/>
                    </a:lnTo>
                    <a:lnTo>
                      <a:pt x="1156" y="1095"/>
                    </a:lnTo>
                    <a:lnTo>
                      <a:pt x="1147" y="1099"/>
                    </a:lnTo>
                    <a:lnTo>
                      <a:pt x="1133" y="1099"/>
                    </a:lnTo>
                    <a:lnTo>
                      <a:pt x="1121" y="1099"/>
                    </a:lnTo>
                    <a:lnTo>
                      <a:pt x="1113" y="1103"/>
                    </a:lnTo>
                    <a:lnTo>
                      <a:pt x="1107" y="1107"/>
                    </a:lnTo>
                    <a:lnTo>
                      <a:pt x="1098" y="1113"/>
                    </a:lnTo>
                    <a:lnTo>
                      <a:pt x="1090" y="1116"/>
                    </a:lnTo>
                    <a:lnTo>
                      <a:pt x="1083" y="1117"/>
                    </a:lnTo>
                    <a:lnTo>
                      <a:pt x="1076" y="1111"/>
                    </a:lnTo>
                    <a:lnTo>
                      <a:pt x="1070" y="1109"/>
                    </a:lnTo>
                    <a:lnTo>
                      <a:pt x="1067" y="1116"/>
                    </a:lnTo>
                    <a:lnTo>
                      <a:pt x="1071" y="1127"/>
                    </a:lnTo>
                    <a:lnTo>
                      <a:pt x="1075" y="1134"/>
                    </a:lnTo>
                    <a:lnTo>
                      <a:pt x="1075" y="1141"/>
                    </a:lnTo>
                    <a:lnTo>
                      <a:pt x="1070" y="1148"/>
                    </a:lnTo>
                    <a:lnTo>
                      <a:pt x="1058" y="1139"/>
                    </a:lnTo>
                    <a:lnTo>
                      <a:pt x="1049" y="1136"/>
                    </a:lnTo>
                    <a:lnTo>
                      <a:pt x="1040" y="1136"/>
                    </a:lnTo>
                    <a:lnTo>
                      <a:pt x="1030" y="1139"/>
                    </a:lnTo>
                    <a:lnTo>
                      <a:pt x="1023" y="1143"/>
                    </a:lnTo>
                    <a:lnTo>
                      <a:pt x="1017" y="1152"/>
                    </a:lnTo>
                    <a:lnTo>
                      <a:pt x="1017" y="1159"/>
                    </a:lnTo>
                    <a:lnTo>
                      <a:pt x="1018" y="1165"/>
                    </a:lnTo>
                    <a:lnTo>
                      <a:pt x="1018" y="1166"/>
                    </a:lnTo>
                    <a:lnTo>
                      <a:pt x="1019" y="1170"/>
                    </a:lnTo>
                    <a:lnTo>
                      <a:pt x="1018" y="1173"/>
                    </a:lnTo>
                    <a:lnTo>
                      <a:pt x="1015" y="1172"/>
                    </a:lnTo>
                    <a:lnTo>
                      <a:pt x="1014" y="1170"/>
                    </a:lnTo>
                    <a:lnTo>
                      <a:pt x="998" y="1169"/>
                    </a:lnTo>
                    <a:lnTo>
                      <a:pt x="991" y="1173"/>
                    </a:lnTo>
                    <a:lnTo>
                      <a:pt x="973" y="1167"/>
                    </a:lnTo>
                    <a:lnTo>
                      <a:pt x="965" y="1161"/>
                    </a:lnTo>
                    <a:lnTo>
                      <a:pt x="958" y="1157"/>
                    </a:lnTo>
                    <a:lnTo>
                      <a:pt x="955" y="1150"/>
                    </a:lnTo>
                    <a:lnTo>
                      <a:pt x="952" y="1142"/>
                    </a:lnTo>
                    <a:lnTo>
                      <a:pt x="944" y="1137"/>
                    </a:lnTo>
                    <a:lnTo>
                      <a:pt x="932" y="1134"/>
                    </a:lnTo>
                    <a:lnTo>
                      <a:pt x="922" y="1131"/>
                    </a:lnTo>
                    <a:lnTo>
                      <a:pt x="910" y="1127"/>
                    </a:lnTo>
                    <a:lnTo>
                      <a:pt x="898" y="1117"/>
                    </a:lnTo>
                    <a:lnTo>
                      <a:pt x="893" y="1108"/>
                    </a:lnTo>
                    <a:lnTo>
                      <a:pt x="890" y="1100"/>
                    </a:lnTo>
                    <a:lnTo>
                      <a:pt x="879" y="1094"/>
                    </a:lnTo>
                    <a:lnTo>
                      <a:pt x="865" y="1091"/>
                    </a:lnTo>
                    <a:lnTo>
                      <a:pt x="858" y="1086"/>
                    </a:lnTo>
                    <a:lnTo>
                      <a:pt x="853" y="1089"/>
                    </a:lnTo>
                    <a:lnTo>
                      <a:pt x="837" y="1093"/>
                    </a:lnTo>
                    <a:lnTo>
                      <a:pt x="825" y="1101"/>
                    </a:lnTo>
                    <a:lnTo>
                      <a:pt x="815" y="1104"/>
                    </a:lnTo>
                    <a:lnTo>
                      <a:pt x="803" y="1107"/>
                    </a:lnTo>
                    <a:lnTo>
                      <a:pt x="788" y="1107"/>
                    </a:lnTo>
                    <a:lnTo>
                      <a:pt x="779" y="1107"/>
                    </a:lnTo>
                    <a:lnTo>
                      <a:pt x="773" y="1107"/>
                    </a:lnTo>
                    <a:lnTo>
                      <a:pt x="759" y="1105"/>
                    </a:lnTo>
                    <a:lnTo>
                      <a:pt x="750" y="1107"/>
                    </a:lnTo>
                    <a:lnTo>
                      <a:pt x="736" y="1113"/>
                    </a:lnTo>
                    <a:lnTo>
                      <a:pt x="727" y="1110"/>
                    </a:lnTo>
                    <a:lnTo>
                      <a:pt x="719" y="1107"/>
                    </a:lnTo>
                    <a:lnTo>
                      <a:pt x="710" y="1107"/>
                    </a:lnTo>
                    <a:lnTo>
                      <a:pt x="703" y="1113"/>
                    </a:lnTo>
                    <a:lnTo>
                      <a:pt x="694" y="1118"/>
                    </a:lnTo>
                    <a:lnTo>
                      <a:pt x="682" y="1118"/>
                    </a:lnTo>
                    <a:lnTo>
                      <a:pt x="671" y="1115"/>
                    </a:lnTo>
                    <a:lnTo>
                      <a:pt x="663" y="1109"/>
                    </a:lnTo>
                    <a:lnTo>
                      <a:pt x="654" y="1106"/>
                    </a:lnTo>
                    <a:lnTo>
                      <a:pt x="644" y="1105"/>
                    </a:lnTo>
                    <a:lnTo>
                      <a:pt x="635" y="1099"/>
                    </a:lnTo>
                    <a:lnTo>
                      <a:pt x="634" y="1106"/>
                    </a:lnTo>
                    <a:lnTo>
                      <a:pt x="622" y="1109"/>
                    </a:lnTo>
                    <a:lnTo>
                      <a:pt x="569" y="1139"/>
                    </a:lnTo>
                    <a:lnTo>
                      <a:pt x="557" y="1145"/>
                    </a:lnTo>
                    <a:lnTo>
                      <a:pt x="549" y="1156"/>
                    </a:lnTo>
                    <a:lnTo>
                      <a:pt x="536" y="1161"/>
                    </a:lnTo>
                    <a:lnTo>
                      <a:pt x="520" y="1170"/>
                    </a:lnTo>
                    <a:lnTo>
                      <a:pt x="511" y="1171"/>
                    </a:lnTo>
                    <a:lnTo>
                      <a:pt x="498" y="1173"/>
                    </a:lnTo>
                    <a:lnTo>
                      <a:pt x="492" y="1179"/>
                    </a:lnTo>
                    <a:lnTo>
                      <a:pt x="481" y="1184"/>
                    </a:lnTo>
                    <a:lnTo>
                      <a:pt x="468" y="1189"/>
                    </a:lnTo>
                    <a:lnTo>
                      <a:pt x="459" y="1192"/>
                    </a:lnTo>
                    <a:lnTo>
                      <a:pt x="448" y="1191"/>
                    </a:lnTo>
                    <a:lnTo>
                      <a:pt x="436" y="1195"/>
                    </a:lnTo>
                    <a:lnTo>
                      <a:pt x="422" y="1197"/>
                    </a:lnTo>
                    <a:lnTo>
                      <a:pt x="416" y="1204"/>
                    </a:lnTo>
                    <a:lnTo>
                      <a:pt x="407" y="1215"/>
                    </a:lnTo>
                    <a:lnTo>
                      <a:pt x="402" y="1225"/>
                    </a:lnTo>
                    <a:lnTo>
                      <a:pt x="400" y="1235"/>
                    </a:lnTo>
                    <a:lnTo>
                      <a:pt x="389" y="1245"/>
                    </a:lnTo>
                    <a:lnTo>
                      <a:pt x="385" y="1248"/>
                    </a:lnTo>
                    <a:lnTo>
                      <a:pt x="375" y="1257"/>
                    </a:lnTo>
                    <a:lnTo>
                      <a:pt x="366" y="1266"/>
                    </a:lnTo>
                    <a:lnTo>
                      <a:pt x="353" y="1279"/>
                    </a:lnTo>
                    <a:lnTo>
                      <a:pt x="347" y="1286"/>
                    </a:lnTo>
                    <a:lnTo>
                      <a:pt x="345" y="1293"/>
                    </a:lnTo>
                    <a:lnTo>
                      <a:pt x="345" y="1280"/>
                    </a:lnTo>
                    <a:lnTo>
                      <a:pt x="341" y="1290"/>
                    </a:lnTo>
                    <a:lnTo>
                      <a:pt x="344" y="1230"/>
                    </a:lnTo>
                    <a:lnTo>
                      <a:pt x="340" y="1225"/>
                    </a:lnTo>
                    <a:lnTo>
                      <a:pt x="339" y="1222"/>
                    </a:lnTo>
                    <a:lnTo>
                      <a:pt x="330" y="1214"/>
                    </a:lnTo>
                    <a:lnTo>
                      <a:pt x="321" y="1205"/>
                    </a:lnTo>
                    <a:lnTo>
                      <a:pt x="314" y="1195"/>
                    </a:lnTo>
                    <a:lnTo>
                      <a:pt x="302" y="1188"/>
                    </a:lnTo>
                    <a:lnTo>
                      <a:pt x="299" y="1187"/>
                    </a:lnTo>
                    <a:lnTo>
                      <a:pt x="293" y="1184"/>
                    </a:lnTo>
                    <a:lnTo>
                      <a:pt x="284" y="1179"/>
                    </a:lnTo>
                    <a:lnTo>
                      <a:pt x="276" y="1176"/>
                    </a:lnTo>
                    <a:lnTo>
                      <a:pt x="274" y="1168"/>
                    </a:lnTo>
                    <a:lnTo>
                      <a:pt x="269" y="1161"/>
                    </a:lnTo>
                    <a:lnTo>
                      <a:pt x="265" y="1142"/>
                    </a:lnTo>
                    <a:lnTo>
                      <a:pt x="268" y="1125"/>
                    </a:lnTo>
                    <a:lnTo>
                      <a:pt x="270" y="1116"/>
                    </a:lnTo>
                    <a:lnTo>
                      <a:pt x="269" y="1113"/>
                    </a:lnTo>
                    <a:lnTo>
                      <a:pt x="266" y="1104"/>
                    </a:lnTo>
                    <a:lnTo>
                      <a:pt x="258" y="1091"/>
                    </a:lnTo>
                    <a:lnTo>
                      <a:pt x="258" y="1089"/>
                    </a:lnTo>
                    <a:lnTo>
                      <a:pt x="257" y="1077"/>
                    </a:lnTo>
                    <a:lnTo>
                      <a:pt x="259" y="1073"/>
                    </a:lnTo>
                    <a:lnTo>
                      <a:pt x="261" y="1063"/>
                    </a:lnTo>
                    <a:lnTo>
                      <a:pt x="261" y="1056"/>
                    </a:lnTo>
                    <a:lnTo>
                      <a:pt x="262" y="1051"/>
                    </a:lnTo>
                    <a:lnTo>
                      <a:pt x="257" y="1043"/>
                    </a:lnTo>
                    <a:lnTo>
                      <a:pt x="255" y="1036"/>
                    </a:lnTo>
                    <a:lnTo>
                      <a:pt x="258" y="1033"/>
                    </a:lnTo>
                    <a:lnTo>
                      <a:pt x="264" y="1028"/>
                    </a:lnTo>
                    <a:lnTo>
                      <a:pt x="264" y="1023"/>
                    </a:lnTo>
                    <a:lnTo>
                      <a:pt x="263" y="1018"/>
                    </a:lnTo>
                    <a:lnTo>
                      <a:pt x="262" y="1012"/>
                    </a:lnTo>
                    <a:lnTo>
                      <a:pt x="258" y="999"/>
                    </a:lnTo>
                    <a:lnTo>
                      <a:pt x="259" y="994"/>
                    </a:lnTo>
                    <a:lnTo>
                      <a:pt x="256" y="991"/>
                    </a:lnTo>
                    <a:lnTo>
                      <a:pt x="251" y="989"/>
                    </a:lnTo>
                    <a:lnTo>
                      <a:pt x="241" y="991"/>
                    </a:lnTo>
                    <a:lnTo>
                      <a:pt x="230" y="991"/>
                    </a:lnTo>
                    <a:lnTo>
                      <a:pt x="224" y="989"/>
                    </a:lnTo>
                    <a:lnTo>
                      <a:pt x="217" y="976"/>
                    </a:lnTo>
                    <a:lnTo>
                      <a:pt x="214" y="973"/>
                    </a:lnTo>
                    <a:lnTo>
                      <a:pt x="214" y="972"/>
                    </a:lnTo>
                    <a:lnTo>
                      <a:pt x="210" y="966"/>
                    </a:lnTo>
                    <a:lnTo>
                      <a:pt x="208" y="962"/>
                    </a:lnTo>
                    <a:lnTo>
                      <a:pt x="206" y="955"/>
                    </a:lnTo>
                    <a:lnTo>
                      <a:pt x="203" y="954"/>
                    </a:lnTo>
                    <a:lnTo>
                      <a:pt x="197" y="954"/>
                    </a:lnTo>
                    <a:lnTo>
                      <a:pt x="189" y="953"/>
                    </a:lnTo>
                    <a:lnTo>
                      <a:pt x="187" y="949"/>
                    </a:lnTo>
                    <a:lnTo>
                      <a:pt x="184" y="941"/>
                    </a:lnTo>
                    <a:lnTo>
                      <a:pt x="179" y="929"/>
                    </a:lnTo>
                    <a:lnTo>
                      <a:pt x="175" y="920"/>
                    </a:lnTo>
                    <a:lnTo>
                      <a:pt x="173" y="910"/>
                    </a:lnTo>
                    <a:lnTo>
                      <a:pt x="173" y="901"/>
                    </a:lnTo>
                    <a:lnTo>
                      <a:pt x="173" y="898"/>
                    </a:lnTo>
                    <a:lnTo>
                      <a:pt x="170" y="888"/>
                    </a:lnTo>
                    <a:lnTo>
                      <a:pt x="169" y="887"/>
                    </a:lnTo>
                    <a:lnTo>
                      <a:pt x="169" y="884"/>
                    </a:lnTo>
                    <a:lnTo>
                      <a:pt x="169" y="882"/>
                    </a:lnTo>
                    <a:lnTo>
                      <a:pt x="165" y="868"/>
                    </a:lnTo>
                    <a:lnTo>
                      <a:pt x="157" y="855"/>
                    </a:lnTo>
                    <a:lnTo>
                      <a:pt x="156" y="846"/>
                    </a:lnTo>
                    <a:lnTo>
                      <a:pt x="154" y="838"/>
                    </a:lnTo>
                    <a:lnTo>
                      <a:pt x="152" y="827"/>
                    </a:lnTo>
                    <a:lnTo>
                      <a:pt x="153" y="822"/>
                    </a:lnTo>
                    <a:lnTo>
                      <a:pt x="152" y="816"/>
                    </a:lnTo>
                    <a:lnTo>
                      <a:pt x="155" y="806"/>
                    </a:lnTo>
                    <a:lnTo>
                      <a:pt x="155" y="805"/>
                    </a:lnTo>
                    <a:lnTo>
                      <a:pt x="155" y="797"/>
                    </a:lnTo>
                    <a:lnTo>
                      <a:pt x="152" y="793"/>
                    </a:lnTo>
                    <a:lnTo>
                      <a:pt x="150" y="793"/>
                    </a:lnTo>
                    <a:lnTo>
                      <a:pt x="142" y="790"/>
                    </a:lnTo>
                    <a:lnTo>
                      <a:pt x="135" y="786"/>
                    </a:lnTo>
                    <a:lnTo>
                      <a:pt x="129" y="786"/>
                    </a:lnTo>
                    <a:lnTo>
                      <a:pt x="125" y="788"/>
                    </a:lnTo>
                    <a:lnTo>
                      <a:pt x="120" y="789"/>
                    </a:lnTo>
                    <a:lnTo>
                      <a:pt x="117" y="787"/>
                    </a:lnTo>
                    <a:lnTo>
                      <a:pt x="116" y="787"/>
                    </a:lnTo>
                    <a:lnTo>
                      <a:pt x="115" y="780"/>
                    </a:lnTo>
                    <a:lnTo>
                      <a:pt x="114" y="777"/>
                    </a:lnTo>
                    <a:lnTo>
                      <a:pt x="106" y="776"/>
                    </a:lnTo>
                    <a:lnTo>
                      <a:pt x="103" y="773"/>
                    </a:lnTo>
                    <a:lnTo>
                      <a:pt x="106" y="770"/>
                    </a:lnTo>
                    <a:lnTo>
                      <a:pt x="108" y="765"/>
                    </a:lnTo>
                    <a:lnTo>
                      <a:pt x="110" y="762"/>
                    </a:lnTo>
                    <a:lnTo>
                      <a:pt x="112" y="755"/>
                    </a:lnTo>
                    <a:lnTo>
                      <a:pt x="113" y="750"/>
                    </a:lnTo>
                    <a:lnTo>
                      <a:pt x="112" y="744"/>
                    </a:lnTo>
                    <a:lnTo>
                      <a:pt x="113" y="733"/>
                    </a:lnTo>
                    <a:lnTo>
                      <a:pt x="115" y="730"/>
                    </a:lnTo>
                    <a:lnTo>
                      <a:pt x="113" y="725"/>
                    </a:lnTo>
                    <a:lnTo>
                      <a:pt x="111" y="723"/>
                    </a:lnTo>
                    <a:lnTo>
                      <a:pt x="103" y="718"/>
                    </a:lnTo>
                    <a:lnTo>
                      <a:pt x="97" y="715"/>
                    </a:lnTo>
                    <a:lnTo>
                      <a:pt x="85" y="717"/>
                    </a:lnTo>
                    <a:lnTo>
                      <a:pt x="79" y="715"/>
                    </a:lnTo>
                    <a:lnTo>
                      <a:pt x="78" y="715"/>
                    </a:lnTo>
                    <a:lnTo>
                      <a:pt x="74" y="713"/>
                    </a:lnTo>
                    <a:lnTo>
                      <a:pt x="73" y="711"/>
                    </a:lnTo>
                    <a:lnTo>
                      <a:pt x="72" y="710"/>
                    </a:lnTo>
                    <a:lnTo>
                      <a:pt x="70" y="704"/>
                    </a:lnTo>
                    <a:lnTo>
                      <a:pt x="69" y="702"/>
                    </a:lnTo>
                    <a:lnTo>
                      <a:pt x="68" y="701"/>
                    </a:lnTo>
                    <a:lnTo>
                      <a:pt x="66" y="699"/>
                    </a:lnTo>
                    <a:lnTo>
                      <a:pt x="60" y="697"/>
                    </a:lnTo>
                    <a:lnTo>
                      <a:pt x="60" y="693"/>
                    </a:lnTo>
                    <a:lnTo>
                      <a:pt x="58" y="692"/>
                    </a:lnTo>
                    <a:lnTo>
                      <a:pt x="56" y="692"/>
                    </a:lnTo>
                    <a:lnTo>
                      <a:pt x="49" y="687"/>
                    </a:lnTo>
                    <a:lnTo>
                      <a:pt x="42" y="678"/>
                    </a:lnTo>
                    <a:lnTo>
                      <a:pt x="41" y="676"/>
                    </a:lnTo>
                    <a:lnTo>
                      <a:pt x="37" y="672"/>
                    </a:lnTo>
                    <a:lnTo>
                      <a:pt x="33" y="668"/>
                    </a:lnTo>
                    <a:lnTo>
                      <a:pt x="30" y="667"/>
                    </a:lnTo>
                    <a:lnTo>
                      <a:pt x="29" y="666"/>
                    </a:lnTo>
                    <a:lnTo>
                      <a:pt x="26" y="664"/>
                    </a:lnTo>
                    <a:lnTo>
                      <a:pt x="16" y="665"/>
                    </a:lnTo>
                    <a:lnTo>
                      <a:pt x="17" y="662"/>
                    </a:lnTo>
                    <a:lnTo>
                      <a:pt x="16" y="662"/>
                    </a:lnTo>
                    <a:lnTo>
                      <a:pt x="17" y="656"/>
                    </a:lnTo>
                    <a:lnTo>
                      <a:pt x="17" y="655"/>
                    </a:lnTo>
                    <a:lnTo>
                      <a:pt x="17" y="653"/>
                    </a:lnTo>
                    <a:lnTo>
                      <a:pt x="18" y="652"/>
                    </a:lnTo>
                    <a:lnTo>
                      <a:pt x="16" y="646"/>
                    </a:lnTo>
                    <a:lnTo>
                      <a:pt x="17" y="646"/>
                    </a:lnTo>
                    <a:lnTo>
                      <a:pt x="14" y="643"/>
                    </a:lnTo>
                    <a:lnTo>
                      <a:pt x="7" y="642"/>
                    </a:lnTo>
                    <a:lnTo>
                      <a:pt x="1" y="638"/>
                    </a:lnTo>
                    <a:lnTo>
                      <a:pt x="1" y="637"/>
                    </a:lnTo>
                    <a:lnTo>
                      <a:pt x="0" y="636"/>
                    </a:lnTo>
                    <a:lnTo>
                      <a:pt x="2" y="627"/>
                    </a:lnTo>
                    <a:lnTo>
                      <a:pt x="10" y="623"/>
                    </a:lnTo>
                    <a:lnTo>
                      <a:pt x="21" y="621"/>
                    </a:lnTo>
                    <a:lnTo>
                      <a:pt x="17" y="615"/>
                    </a:lnTo>
                    <a:lnTo>
                      <a:pt x="20" y="609"/>
                    </a:lnTo>
                    <a:lnTo>
                      <a:pt x="27" y="608"/>
                    </a:lnTo>
                    <a:lnTo>
                      <a:pt x="28" y="605"/>
                    </a:lnTo>
                    <a:lnTo>
                      <a:pt x="33" y="603"/>
                    </a:lnTo>
                    <a:lnTo>
                      <a:pt x="33" y="601"/>
                    </a:lnTo>
                    <a:lnTo>
                      <a:pt x="32" y="594"/>
                    </a:lnTo>
                    <a:lnTo>
                      <a:pt x="32" y="593"/>
                    </a:lnTo>
                    <a:lnTo>
                      <a:pt x="31" y="592"/>
                    </a:lnTo>
                    <a:lnTo>
                      <a:pt x="30" y="578"/>
                    </a:lnTo>
                    <a:lnTo>
                      <a:pt x="30" y="577"/>
                    </a:lnTo>
                    <a:lnTo>
                      <a:pt x="32" y="572"/>
                    </a:lnTo>
                    <a:lnTo>
                      <a:pt x="33" y="568"/>
                    </a:lnTo>
                    <a:lnTo>
                      <a:pt x="36" y="566"/>
                    </a:lnTo>
                    <a:lnTo>
                      <a:pt x="41" y="563"/>
                    </a:lnTo>
                    <a:lnTo>
                      <a:pt x="47" y="559"/>
                    </a:lnTo>
                    <a:lnTo>
                      <a:pt x="48" y="558"/>
                    </a:lnTo>
                    <a:lnTo>
                      <a:pt x="50" y="555"/>
                    </a:lnTo>
                    <a:lnTo>
                      <a:pt x="51" y="551"/>
                    </a:lnTo>
                    <a:lnTo>
                      <a:pt x="55" y="551"/>
                    </a:lnTo>
                    <a:lnTo>
                      <a:pt x="60" y="548"/>
                    </a:lnTo>
                    <a:lnTo>
                      <a:pt x="66" y="544"/>
                    </a:lnTo>
                    <a:lnTo>
                      <a:pt x="66" y="541"/>
                    </a:lnTo>
                    <a:lnTo>
                      <a:pt x="69" y="541"/>
                    </a:lnTo>
                    <a:lnTo>
                      <a:pt x="73" y="539"/>
                    </a:lnTo>
                    <a:lnTo>
                      <a:pt x="77" y="535"/>
                    </a:lnTo>
                    <a:lnTo>
                      <a:pt x="78" y="530"/>
                    </a:lnTo>
                    <a:lnTo>
                      <a:pt x="78" y="525"/>
                    </a:lnTo>
                    <a:lnTo>
                      <a:pt x="79" y="522"/>
                    </a:lnTo>
                    <a:lnTo>
                      <a:pt x="81" y="522"/>
                    </a:lnTo>
                    <a:lnTo>
                      <a:pt x="84" y="526"/>
                    </a:lnTo>
                    <a:lnTo>
                      <a:pt x="86" y="527"/>
                    </a:lnTo>
                    <a:lnTo>
                      <a:pt x="92" y="526"/>
                    </a:lnTo>
                    <a:lnTo>
                      <a:pt x="94" y="524"/>
                    </a:lnTo>
                    <a:lnTo>
                      <a:pt x="99" y="526"/>
                    </a:lnTo>
                    <a:lnTo>
                      <a:pt x="103" y="527"/>
                    </a:lnTo>
                    <a:lnTo>
                      <a:pt x="113" y="525"/>
                    </a:lnTo>
                    <a:lnTo>
                      <a:pt x="121" y="525"/>
                    </a:lnTo>
                    <a:lnTo>
                      <a:pt x="130" y="525"/>
                    </a:lnTo>
                    <a:lnTo>
                      <a:pt x="141" y="523"/>
                    </a:lnTo>
                    <a:lnTo>
                      <a:pt x="158" y="519"/>
                    </a:lnTo>
                    <a:lnTo>
                      <a:pt x="169" y="518"/>
                    </a:lnTo>
                    <a:lnTo>
                      <a:pt x="182" y="519"/>
                    </a:lnTo>
                    <a:lnTo>
                      <a:pt x="190" y="518"/>
                    </a:lnTo>
                    <a:lnTo>
                      <a:pt x="203" y="514"/>
                    </a:lnTo>
                    <a:lnTo>
                      <a:pt x="210" y="508"/>
                    </a:lnTo>
                    <a:lnTo>
                      <a:pt x="215" y="503"/>
                    </a:lnTo>
                    <a:lnTo>
                      <a:pt x="221" y="508"/>
                    </a:lnTo>
                    <a:lnTo>
                      <a:pt x="229" y="506"/>
                    </a:lnTo>
                    <a:lnTo>
                      <a:pt x="236" y="502"/>
                    </a:lnTo>
                    <a:lnTo>
                      <a:pt x="245" y="498"/>
                    </a:lnTo>
                    <a:lnTo>
                      <a:pt x="256" y="499"/>
                    </a:lnTo>
                    <a:lnTo>
                      <a:pt x="273" y="494"/>
                    </a:lnTo>
                    <a:lnTo>
                      <a:pt x="286" y="491"/>
                    </a:lnTo>
                    <a:lnTo>
                      <a:pt x="298" y="488"/>
                    </a:lnTo>
                    <a:lnTo>
                      <a:pt x="310" y="482"/>
                    </a:lnTo>
                    <a:lnTo>
                      <a:pt x="325" y="473"/>
                    </a:lnTo>
                    <a:lnTo>
                      <a:pt x="334" y="471"/>
                    </a:lnTo>
                    <a:lnTo>
                      <a:pt x="342" y="471"/>
                    </a:lnTo>
                    <a:lnTo>
                      <a:pt x="349" y="470"/>
                    </a:lnTo>
                    <a:lnTo>
                      <a:pt x="352" y="473"/>
                    </a:lnTo>
                    <a:lnTo>
                      <a:pt x="355" y="479"/>
                    </a:lnTo>
                    <a:lnTo>
                      <a:pt x="357" y="483"/>
                    </a:lnTo>
                    <a:lnTo>
                      <a:pt x="363" y="491"/>
                    </a:lnTo>
                    <a:lnTo>
                      <a:pt x="368" y="493"/>
                    </a:lnTo>
                    <a:lnTo>
                      <a:pt x="373" y="490"/>
                    </a:lnTo>
                    <a:lnTo>
                      <a:pt x="376" y="484"/>
                    </a:lnTo>
                    <a:lnTo>
                      <a:pt x="376" y="478"/>
                    </a:lnTo>
                    <a:lnTo>
                      <a:pt x="375" y="474"/>
                    </a:lnTo>
                    <a:lnTo>
                      <a:pt x="374" y="472"/>
                    </a:lnTo>
                    <a:lnTo>
                      <a:pt x="371" y="468"/>
                    </a:lnTo>
                    <a:lnTo>
                      <a:pt x="374" y="466"/>
                    </a:lnTo>
                    <a:lnTo>
                      <a:pt x="381" y="470"/>
                    </a:lnTo>
                    <a:lnTo>
                      <a:pt x="388" y="469"/>
                    </a:lnTo>
                    <a:lnTo>
                      <a:pt x="395" y="469"/>
                    </a:lnTo>
                    <a:lnTo>
                      <a:pt x="404" y="468"/>
                    </a:lnTo>
                    <a:lnTo>
                      <a:pt x="414" y="469"/>
                    </a:lnTo>
                    <a:lnTo>
                      <a:pt x="420" y="468"/>
                    </a:lnTo>
                    <a:lnTo>
                      <a:pt x="428" y="472"/>
                    </a:lnTo>
                    <a:lnTo>
                      <a:pt x="435" y="473"/>
                    </a:lnTo>
                    <a:lnTo>
                      <a:pt x="436" y="477"/>
                    </a:lnTo>
                    <a:lnTo>
                      <a:pt x="438" y="481"/>
                    </a:lnTo>
                    <a:lnTo>
                      <a:pt x="440" y="480"/>
                    </a:lnTo>
                    <a:lnTo>
                      <a:pt x="445" y="478"/>
                    </a:lnTo>
                    <a:lnTo>
                      <a:pt x="451" y="475"/>
                    </a:lnTo>
                    <a:lnTo>
                      <a:pt x="458" y="477"/>
                    </a:lnTo>
                    <a:lnTo>
                      <a:pt x="462" y="477"/>
                    </a:lnTo>
                    <a:lnTo>
                      <a:pt x="470" y="478"/>
                    </a:lnTo>
                    <a:lnTo>
                      <a:pt x="477" y="480"/>
                    </a:lnTo>
                    <a:lnTo>
                      <a:pt x="483" y="483"/>
                    </a:lnTo>
                    <a:lnTo>
                      <a:pt x="494" y="486"/>
                    </a:lnTo>
                    <a:lnTo>
                      <a:pt x="503" y="484"/>
                    </a:lnTo>
                    <a:lnTo>
                      <a:pt x="510" y="479"/>
                    </a:lnTo>
                    <a:lnTo>
                      <a:pt x="512" y="478"/>
                    </a:lnTo>
                    <a:lnTo>
                      <a:pt x="517" y="481"/>
                    </a:lnTo>
                    <a:lnTo>
                      <a:pt x="520" y="484"/>
                    </a:lnTo>
                    <a:lnTo>
                      <a:pt x="537" y="487"/>
                    </a:lnTo>
                    <a:lnTo>
                      <a:pt x="542" y="484"/>
                    </a:lnTo>
                    <a:lnTo>
                      <a:pt x="548" y="482"/>
                    </a:lnTo>
                    <a:lnTo>
                      <a:pt x="554" y="482"/>
                    </a:lnTo>
                    <a:lnTo>
                      <a:pt x="562" y="478"/>
                    </a:lnTo>
                    <a:lnTo>
                      <a:pt x="569" y="474"/>
                    </a:lnTo>
                    <a:lnTo>
                      <a:pt x="576" y="475"/>
                    </a:lnTo>
                    <a:lnTo>
                      <a:pt x="582" y="475"/>
                    </a:lnTo>
                    <a:lnTo>
                      <a:pt x="589" y="475"/>
                    </a:lnTo>
                    <a:lnTo>
                      <a:pt x="596" y="474"/>
                    </a:lnTo>
                    <a:lnTo>
                      <a:pt x="604" y="472"/>
                    </a:lnTo>
                    <a:lnTo>
                      <a:pt x="611" y="468"/>
                    </a:lnTo>
                    <a:lnTo>
                      <a:pt x="619" y="467"/>
                    </a:lnTo>
                    <a:lnTo>
                      <a:pt x="625" y="465"/>
                    </a:lnTo>
                    <a:lnTo>
                      <a:pt x="631" y="460"/>
                    </a:lnTo>
                    <a:lnTo>
                      <a:pt x="635" y="458"/>
                    </a:lnTo>
                    <a:lnTo>
                      <a:pt x="638" y="458"/>
                    </a:lnTo>
                    <a:lnTo>
                      <a:pt x="645" y="459"/>
                    </a:lnTo>
                    <a:lnTo>
                      <a:pt x="652" y="457"/>
                    </a:lnTo>
                    <a:lnTo>
                      <a:pt x="656" y="454"/>
                    </a:lnTo>
                    <a:lnTo>
                      <a:pt x="663" y="450"/>
                    </a:lnTo>
                    <a:lnTo>
                      <a:pt x="667" y="453"/>
                    </a:lnTo>
                    <a:lnTo>
                      <a:pt x="676" y="453"/>
                    </a:lnTo>
                    <a:lnTo>
                      <a:pt x="689" y="455"/>
                    </a:lnTo>
                    <a:lnTo>
                      <a:pt x="710" y="449"/>
                    </a:lnTo>
                    <a:lnTo>
                      <a:pt x="718" y="448"/>
                    </a:lnTo>
                    <a:lnTo>
                      <a:pt x="725" y="450"/>
                    </a:lnTo>
                    <a:lnTo>
                      <a:pt x="730" y="454"/>
                    </a:lnTo>
                    <a:lnTo>
                      <a:pt x="741" y="457"/>
                    </a:lnTo>
                    <a:lnTo>
                      <a:pt x="751" y="454"/>
                    </a:lnTo>
                    <a:lnTo>
                      <a:pt x="760" y="453"/>
                    </a:lnTo>
                    <a:lnTo>
                      <a:pt x="765" y="451"/>
                    </a:lnTo>
                    <a:lnTo>
                      <a:pt x="774" y="454"/>
                    </a:lnTo>
                    <a:lnTo>
                      <a:pt x="784" y="455"/>
                    </a:lnTo>
                    <a:lnTo>
                      <a:pt x="797" y="456"/>
                    </a:lnTo>
                    <a:lnTo>
                      <a:pt x="804" y="452"/>
                    </a:lnTo>
                    <a:lnTo>
                      <a:pt x="814" y="452"/>
                    </a:lnTo>
                    <a:lnTo>
                      <a:pt x="831" y="449"/>
                    </a:lnTo>
                    <a:lnTo>
                      <a:pt x="839" y="444"/>
                    </a:lnTo>
                    <a:lnTo>
                      <a:pt x="843" y="441"/>
                    </a:lnTo>
                    <a:lnTo>
                      <a:pt x="845" y="436"/>
                    </a:lnTo>
                    <a:lnTo>
                      <a:pt x="846" y="434"/>
                    </a:lnTo>
                    <a:lnTo>
                      <a:pt x="853" y="434"/>
                    </a:lnTo>
                    <a:lnTo>
                      <a:pt x="856" y="436"/>
                    </a:lnTo>
                    <a:lnTo>
                      <a:pt x="859" y="440"/>
                    </a:lnTo>
                    <a:lnTo>
                      <a:pt x="861" y="443"/>
                    </a:lnTo>
                    <a:lnTo>
                      <a:pt x="867" y="444"/>
                    </a:lnTo>
                    <a:lnTo>
                      <a:pt x="880" y="441"/>
                    </a:lnTo>
                    <a:lnTo>
                      <a:pt x="889" y="440"/>
                    </a:lnTo>
                    <a:lnTo>
                      <a:pt x="895" y="432"/>
                    </a:lnTo>
                    <a:lnTo>
                      <a:pt x="901" y="434"/>
                    </a:lnTo>
                    <a:lnTo>
                      <a:pt x="906" y="434"/>
                    </a:lnTo>
                    <a:lnTo>
                      <a:pt x="917" y="431"/>
                    </a:lnTo>
                    <a:lnTo>
                      <a:pt x="917" y="429"/>
                    </a:lnTo>
                    <a:lnTo>
                      <a:pt x="918" y="424"/>
                    </a:lnTo>
                    <a:lnTo>
                      <a:pt x="917" y="420"/>
                    </a:lnTo>
                    <a:lnTo>
                      <a:pt x="917" y="416"/>
                    </a:lnTo>
                    <a:lnTo>
                      <a:pt x="918" y="413"/>
                    </a:lnTo>
                    <a:lnTo>
                      <a:pt x="923" y="409"/>
                    </a:lnTo>
                    <a:lnTo>
                      <a:pt x="929" y="405"/>
                    </a:lnTo>
                    <a:lnTo>
                      <a:pt x="931" y="410"/>
                    </a:lnTo>
                    <a:lnTo>
                      <a:pt x="934" y="416"/>
                    </a:lnTo>
                    <a:lnTo>
                      <a:pt x="940" y="422"/>
                    </a:lnTo>
                    <a:lnTo>
                      <a:pt x="945" y="421"/>
                    </a:lnTo>
                    <a:lnTo>
                      <a:pt x="949" y="422"/>
                    </a:lnTo>
                    <a:lnTo>
                      <a:pt x="963" y="423"/>
                    </a:lnTo>
                    <a:lnTo>
                      <a:pt x="968" y="422"/>
                    </a:lnTo>
                    <a:lnTo>
                      <a:pt x="970" y="426"/>
                    </a:lnTo>
                    <a:lnTo>
                      <a:pt x="973" y="429"/>
                    </a:lnTo>
                    <a:lnTo>
                      <a:pt x="978" y="430"/>
                    </a:lnTo>
                    <a:lnTo>
                      <a:pt x="984" y="430"/>
                    </a:lnTo>
                    <a:lnTo>
                      <a:pt x="991" y="430"/>
                    </a:lnTo>
                    <a:lnTo>
                      <a:pt x="1009" y="430"/>
                    </a:lnTo>
                    <a:lnTo>
                      <a:pt x="1016" y="431"/>
                    </a:lnTo>
                    <a:lnTo>
                      <a:pt x="1023" y="430"/>
                    </a:lnTo>
                    <a:lnTo>
                      <a:pt x="1030" y="432"/>
                    </a:lnTo>
                    <a:lnTo>
                      <a:pt x="1042" y="430"/>
                    </a:lnTo>
                    <a:lnTo>
                      <a:pt x="1050" y="431"/>
                    </a:lnTo>
                    <a:lnTo>
                      <a:pt x="1055" y="428"/>
                    </a:lnTo>
                    <a:lnTo>
                      <a:pt x="1060" y="428"/>
                    </a:lnTo>
                    <a:lnTo>
                      <a:pt x="1062" y="425"/>
                    </a:lnTo>
                    <a:lnTo>
                      <a:pt x="1062" y="421"/>
                    </a:lnTo>
                    <a:lnTo>
                      <a:pt x="1067" y="413"/>
                    </a:lnTo>
                    <a:lnTo>
                      <a:pt x="1067" y="409"/>
                    </a:lnTo>
                    <a:lnTo>
                      <a:pt x="1069" y="405"/>
                    </a:lnTo>
                    <a:lnTo>
                      <a:pt x="1074" y="404"/>
                    </a:lnTo>
                    <a:lnTo>
                      <a:pt x="1081" y="400"/>
                    </a:lnTo>
                    <a:lnTo>
                      <a:pt x="1085" y="399"/>
                    </a:lnTo>
                    <a:lnTo>
                      <a:pt x="1093" y="400"/>
                    </a:lnTo>
                    <a:lnTo>
                      <a:pt x="1101" y="400"/>
                    </a:lnTo>
                    <a:lnTo>
                      <a:pt x="1112" y="402"/>
                    </a:lnTo>
                    <a:lnTo>
                      <a:pt x="1119" y="402"/>
                    </a:lnTo>
                    <a:lnTo>
                      <a:pt x="1124" y="406"/>
                    </a:lnTo>
                    <a:lnTo>
                      <a:pt x="1132" y="407"/>
                    </a:lnTo>
                    <a:lnTo>
                      <a:pt x="1136" y="405"/>
                    </a:lnTo>
                    <a:lnTo>
                      <a:pt x="1138" y="404"/>
                    </a:lnTo>
                    <a:lnTo>
                      <a:pt x="1142" y="405"/>
                    </a:lnTo>
                    <a:lnTo>
                      <a:pt x="1146" y="407"/>
                    </a:lnTo>
                    <a:lnTo>
                      <a:pt x="1152" y="407"/>
                    </a:lnTo>
                    <a:lnTo>
                      <a:pt x="1160" y="409"/>
                    </a:lnTo>
                    <a:lnTo>
                      <a:pt x="1167" y="408"/>
                    </a:lnTo>
                    <a:lnTo>
                      <a:pt x="1174" y="407"/>
                    </a:lnTo>
                    <a:lnTo>
                      <a:pt x="1184" y="408"/>
                    </a:lnTo>
                    <a:lnTo>
                      <a:pt x="1197" y="409"/>
                    </a:lnTo>
                    <a:lnTo>
                      <a:pt x="1201" y="409"/>
                    </a:lnTo>
                    <a:lnTo>
                      <a:pt x="1206" y="405"/>
                    </a:lnTo>
                    <a:lnTo>
                      <a:pt x="1209" y="402"/>
                    </a:lnTo>
                    <a:lnTo>
                      <a:pt x="1212" y="400"/>
                    </a:lnTo>
                    <a:lnTo>
                      <a:pt x="1222" y="398"/>
                    </a:lnTo>
                    <a:lnTo>
                      <a:pt x="1224" y="395"/>
                    </a:lnTo>
                    <a:lnTo>
                      <a:pt x="1226" y="393"/>
                    </a:lnTo>
                    <a:lnTo>
                      <a:pt x="1228" y="393"/>
                    </a:lnTo>
                    <a:lnTo>
                      <a:pt x="1234" y="393"/>
                    </a:lnTo>
                    <a:lnTo>
                      <a:pt x="1238" y="392"/>
                    </a:lnTo>
                    <a:lnTo>
                      <a:pt x="1246" y="389"/>
                    </a:lnTo>
                    <a:lnTo>
                      <a:pt x="1255" y="387"/>
                    </a:lnTo>
                    <a:lnTo>
                      <a:pt x="1264" y="384"/>
                    </a:lnTo>
                    <a:lnTo>
                      <a:pt x="1276" y="381"/>
                    </a:lnTo>
                    <a:lnTo>
                      <a:pt x="1285" y="380"/>
                    </a:lnTo>
                    <a:lnTo>
                      <a:pt x="1295" y="384"/>
                    </a:lnTo>
                    <a:lnTo>
                      <a:pt x="1304" y="387"/>
                    </a:lnTo>
                    <a:lnTo>
                      <a:pt x="1310" y="388"/>
                    </a:lnTo>
                    <a:lnTo>
                      <a:pt x="1317" y="387"/>
                    </a:lnTo>
                    <a:lnTo>
                      <a:pt x="1323" y="385"/>
                    </a:lnTo>
                    <a:lnTo>
                      <a:pt x="1333" y="384"/>
                    </a:lnTo>
                    <a:lnTo>
                      <a:pt x="1339" y="380"/>
                    </a:lnTo>
                    <a:lnTo>
                      <a:pt x="1345" y="375"/>
                    </a:lnTo>
                    <a:lnTo>
                      <a:pt x="1353" y="371"/>
                    </a:lnTo>
                    <a:lnTo>
                      <a:pt x="1358" y="368"/>
                    </a:lnTo>
                    <a:lnTo>
                      <a:pt x="1359" y="364"/>
                    </a:lnTo>
                    <a:lnTo>
                      <a:pt x="1360" y="363"/>
                    </a:lnTo>
                    <a:lnTo>
                      <a:pt x="1362" y="363"/>
                    </a:lnTo>
                    <a:lnTo>
                      <a:pt x="1367" y="363"/>
                    </a:lnTo>
                    <a:lnTo>
                      <a:pt x="1370" y="366"/>
                    </a:lnTo>
                    <a:lnTo>
                      <a:pt x="1377" y="366"/>
                    </a:lnTo>
                    <a:lnTo>
                      <a:pt x="1382" y="364"/>
                    </a:lnTo>
                    <a:lnTo>
                      <a:pt x="1387" y="362"/>
                    </a:lnTo>
                    <a:lnTo>
                      <a:pt x="1392" y="359"/>
                    </a:lnTo>
                    <a:lnTo>
                      <a:pt x="1395" y="355"/>
                    </a:lnTo>
                    <a:lnTo>
                      <a:pt x="1397" y="352"/>
                    </a:lnTo>
                    <a:lnTo>
                      <a:pt x="1401" y="355"/>
                    </a:lnTo>
                    <a:lnTo>
                      <a:pt x="1406" y="355"/>
                    </a:lnTo>
                    <a:lnTo>
                      <a:pt x="1417" y="355"/>
                    </a:lnTo>
                    <a:lnTo>
                      <a:pt x="1422" y="352"/>
                    </a:lnTo>
                    <a:lnTo>
                      <a:pt x="1425" y="351"/>
                    </a:lnTo>
                    <a:lnTo>
                      <a:pt x="1431" y="347"/>
                    </a:lnTo>
                    <a:lnTo>
                      <a:pt x="1433" y="344"/>
                    </a:lnTo>
                    <a:lnTo>
                      <a:pt x="1432" y="338"/>
                    </a:lnTo>
                    <a:lnTo>
                      <a:pt x="1431" y="331"/>
                    </a:lnTo>
                    <a:lnTo>
                      <a:pt x="1436" y="335"/>
                    </a:lnTo>
                    <a:lnTo>
                      <a:pt x="1440" y="334"/>
                    </a:lnTo>
                    <a:lnTo>
                      <a:pt x="1448" y="337"/>
                    </a:lnTo>
                    <a:lnTo>
                      <a:pt x="1457" y="335"/>
                    </a:lnTo>
                    <a:lnTo>
                      <a:pt x="1463" y="338"/>
                    </a:lnTo>
                    <a:lnTo>
                      <a:pt x="1470" y="338"/>
                    </a:lnTo>
                    <a:lnTo>
                      <a:pt x="1477" y="337"/>
                    </a:lnTo>
                    <a:lnTo>
                      <a:pt x="1481" y="334"/>
                    </a:lnTo>
                    <a:lnTo>
                      <a:pt x="1488" y="332"/>
                    </a:lnTo>
                    <a:lnTo>
                      <a:pt x="1494" y="329"/>
                    </a:lnTo>
                    <a:lnTo>
                      <a:pt x="1501" y="329"/>
                    </a:lnTo>
                    <a:lnTo>
                      <a:pt x="1507" y="329"/>
                    </a:lnTo>
                    <a:lnTo>
                      <a:pt x="1512" y="329"/>
                    </a:lnTo>
                    <a:lnTo>
                      <a:pt x="1517" y="328"/>
                    </a:lnTo>
                    <a:lnTo>
                      <a:pt x="1543" y="320"/>
                    </a:lnTo>
                    <a:lnTo>
                      <a:pt x="1547" y="316"/>
                    </a:lnTo>
                    <a:lnTo>
                      <a:pt x="1549" y="315"/>
                    </a:lnTo>
                    <a:lnTo>
                      <a:pt x="1555" y="308"/>
                    </a:lnTo>
                    <a:lnTo>
                      <a:pt x="1559" y="306"/>
                    </a:lnTo>
                    <a:lnTo>
                      <a:pt x="1566" y="306"/>
                    </a:lnTo>
                    <a:lnTo>
                      <a:pt x="1572" y="307"/>
                    </a:lnTo>
                    <a:lnTo>
                      <a:pt x="1577" y="308"/>
                    </a:lnTo>
                    <a:lnTo>
                      <a:pt x="1579" y="308"/>
                    </a:lnTo>
                    <a:lnTo>
                      <a:pt x="1595" y="303"/>
                    </a:lnTo>
                    <a:lnTo>
                      <a:pt x="1597" y="300"/>
                    </a:lnTo>
                    <a:lnTo>
                      <a:pt x="1597" y="297"/>
                    </a:lnTo>
                    <a:lnTo>
                      <a:pt x="1601" y="294"/>
                    </a:lnTo>
                    <a:lnTo>
                      <a:pt x="1607" y="294"/>
                    </a:lnTo>
                    <a:lnTo>
                      <a:pt x="1612" y="294"/>
                    </a:lnTo>
                    <a:lnTo>
                      <a:pt x="1616" y="294"/>
                    </a:lnTo>
                    <a:lnTo>
                      <a:pt x="1621" y="293"/>
                    </a:lnTo>
                    <a:lnTo>
                      <a:pt x="1624" y="291"/>
                    </a:lnTo>
                    <a:lnTo>
                      <a:pt x="1628" y="288"/>
                    </a:lnTo>
                    <a:lnTo>
                      <a:pt x="1634" y="283"/>
                    </a:lnTo>
                    <a:lnTo>
                      <a:pt x="1642" y="277"/>
                    </a:lnTo>
                    <a:lnTo>
                      <a:pt x="1643" y="274"/>
                    </a:lnTo>
                    <a:lnTo>
                      <a:pt x="1647" y="271"/>
                    </a:lnTo>
                    <a:lnTo>
                      <a:pt x="1650" y="271"/>
                    </a:lnTo>
                    <a:lnTo>
                      <a:pt x="1651" y="271"/>
                    </a:lnTo>
                    <a:lnTo>
                      <a:pt x="1651" y="271"/>
                    </a:lnTo>
                    <a:lnTo>
                      <a:pt x="1652" y="270"/>
                    </a:lnTo>
                    <a:lnTo>
                      <a:pt x="1653" y="269"/>
                    </a:lnTo>
                    <a:lnTo>
                      <a:pt x="1653" y="268"/>
                    </a:lnTo>
                    <a:lnTo>
                      <a:pt x="1654" y="268"/>
                    </a:lnTo>
                    <a:lnTo>
                      <a:pt x="1654" y="269"/>
                    </a:lnTo>
                    <a:lnTo>
                      <a:pt x="1655" y="270"/>
                    </a:lnTo>
                    <a:lnTo>
                      <a:pt x="1656" y="270"/>
                    </a:lnTo>
                    <a:lnTo>
                      <a:pt x="1657" y="271"/>
                    </a:lnTo>
                    <a:lnTo>
                      <a:pt x="1657" y="271"/>
                    </a:lnTo>
                    <a:lnTo>
                      <a:pt x="1658" y="271"/>
                    </a:lnTo>
                    <a:lnTo>
                      <a:pt x="1659" y="272"/>
                    </a:lnTo>
                    <a:lnTo>
                      <a:pt x="1660" y="272"/>
                    </a:lnTo>
                    <a:lnTo>
                      <a:pt x="1661" y="273"/>
                    </a:lnTo>
                    <a:lnTo>
                      <a:pt x="1662" y="273"/>
                    </a:lnTo>
                    <a:lnTo>
                      <a:pt x="1662" y="274"/>
                    </a:lnTo>
                    <a:lnTo>
                      <a:pt x="1663" y="274"/>
                    </a:lnTo>
                    <a:lnTo>
                      <a:pt x="1664" y="275"/>
                    </a:lnTo>
                    <a:lnTo>
                      <a:pt x="1666" y="275"/>
                    </a:lnTo>
                    <a:lnTo>
                      <a:pt x="1667" y="276"/>
                    </a:lnTo>
                    <a:lnTo>
                      <a:pt x="1668" y="276"/>
                    </a:lnTo>
                    <a:lnTo>
                      <a:pt x="1669" y="277"/>
                    </a:lnTo>
                    <a:lnTo>
                      <a:pt x="1670" y="277"/>
                    </a:lnTo>
                    <a:lnTo>
                      <a:pt x="1671" y="277"/>
                    </a:lnTo>
                    <a:lnTo>
                      <a:pt x="1672" y="278"/>
                    </a:lnTo>
                    <a:lnTo>
                      <a:pt x="1674" y="278"/>
                    </a:lnTo>
                    <a:lnTo>
                      <a:pt x="1676" y="279"/>
                    </a:lnTo>
                    <a:lnTo>
                      <a:pt x="1677" y="279"/>
                    </a:lnTo>
                    <a:lnTo>
                      <a:pt x="1678" y="279"/>
                    </a:lnTo>
                    <a:lnTo>
                      <a:pt x="1679" y="279"/>
                    </a:lnTo>
                    <a:lnTo>
                      <a:pt x="1679" y="280"/>
                    </a:lnTo>
                    <a:lnTo>
                      <a:pt x="1680" y="280"/>
                    </a:lnTo>
                    <a:lnTo>
                      <a:pt x="1681" y="280"/>
                    </a:lnTo>
                    <a:lnTo>
                      <a:pt x="1682" y="280"/>
                    </a:lnTo>
                    <a:lnTo>
                      <a:pt x="1683" y="280"/>
                    </a:lnTo>
                    <a:lnTo>
                      <a:pt x="1685" y="280"/>
                    </a:lnTo>
                    <a:lnTo>
                      <a:pt x="1686" y="279"/>
                    </a:lnTo>
                    <a:lnTo>
                      <a:pt x="1688" y="279"/>
                    </a:lnTo>
                    <a:lnTo>
                      <a:pt x="1689" y="278"/>
                    </a:lnTo>
                    <a:lnTo>
                      <a:pt x="1690" y="278"/>
                    </a:lnTo>
                    <a:lnTo>
                      <a:pt x="1690" y="277"/>
                    </a:lnTo>
                    <a:lnTo>
                      <a:pt x="1691" y="277"/>
                    </a:lnTo>
                    <a:lnTo>
                      <a:pt x="1692" y="276"/>
                    </a:lnTo>
                    <a:lnTo>
                      <a:pt x="1693" y="276"/>
                    </a:lnTo>
                    <a:lnTo>
                      <a:pt x="1693" y="275"/>
                    </a:lnTo>
                    <a:lnTo>
                      <a:pt x="1694" y="275"/>
                    </a:lnTo>
                    <a:lnTo>
                      <a:pt x="1695" y="275"/>
                    </a:lnTo>
                    <a:lnTo>
                      <a:pt x="1696" y="275"/>
                    </a:lnTo>
                    <a:lnTo>
                      <a:pt x="1697" y="274"/>
                    </a:lnTo>
                    <a:lnTo>
                      <a:pt x="1698" y="274"/>
                    </a:lnTo>
                    <a:lnTo>
                      <a:pt x="1699" y="273"/>
                    </a:lnTo>
                    <a:lnTo>
                      <a:pt x="1700" y="272"/>
                    </a:lnTo>
                    <a:lnTo>
                      <a:pt x="1701" y="271"/>
                    </a:lnTo>
                    <a:lnTo>
                      <a:pt x="1702" y="271"/>
                    </a:lnTo>
                    <a:lnTo>
                      <a:pt x="1703" y="271"/>
                    </a:lnTo>
                    <a:lnTo>
                      <a:pt x="1704" y="271"/>
                    </a:lnTo>
                    <a:lnTo>
                      <a:pt x="1705" y="271"/>
                    </a:lnTo>
                    <a:lnTo>
                      <a:pt x="1706" y="270"/>
                    </a:lnTo>
                    <a:lnTo>
                      <a:pt x="1707" y="270"/>
                    </a:lnTo>
                    <a:lnTo>
                      <a:pt x="1707" y="269"/>
                    </a:lnTo>
                    <a:lnTo>
                      <a:pt x="1708" y="269"/>
                    </a:lnTo>
                    <a:lnTo>
                      <a:pt x="1709" y="268"/>
                    </a:lnTo>
                    <a:lnTo>
                      <a:pt x="1710" y="267"/>
                    </a:lnTo>
                    <a:lnTo>
                      <a:pt x="1711" y="266"/>
                    </a:lnTo>
                    <a:lnTo>
                      <a:pt x="1712" y="265"/>
                    </a:lnTo>
                    <a:lnTo>
                      <a:pt x="1713" y="264"/>
                    </a:lnTo>
                    <a:lnTo>
                      <a:pt x="1714" y="264"/>
                    </a:lnTo>
                    <a:lnTo>
                      <a:pt x="1715" y="263"/>
                    </a:lnTo>
                    <a:lnTo>
                      <a:pt x="1716" y="263"/>
                    </a:lnTo>
                    <a:lnTo>
                      <a:pt x="1716" y="262"/>
                    </a:lnTo>
                    <a:lnTo>
                      <a:pt x="1717" y="262"/>
                    </a:lnTo>
                    <a:lnTo>
                      <a:pt x="1718" y="261"/>
                    </a:lnTo>
                    <a:lnTo>
                      <a:pt x="1718" y="260"/>
                    </a:lnTo>
                    <a:lnTo>
                      <a:pt x="1719" y="260"/>
                    </a:lnTo>
                    <a:lnTo>
                      <a:pt x="1719" y="259"/>
                    </a:lnTo>
                    <a:lnTo>
                      <a:pt x="1718" y="259"/>
                    </a:lnTo>
                    <a:lnTo>
                      <a:pt x="1718" y="260"/>
                    </a:lnTo>
                    <a:lnTo>
                      <a:pt x="1717" y="260"/>
                    </a:lnTo>
                    <a:lnTo>
                      <a:pt x="1717" y="259"/>
                    </a:lnTo>
                    <a:lnTo>
                      <a:pt x="1718" y="259"/>
                    </a:lnTo>
                    <a:lnTo>
                      <a:pt x="1718" y="258"/>
                    </a:lnTo>
                    <a:lnTo>
                      <a:pt x="1719" y="258"/>
                    </a:lnTo>
                    <a:lnTo>
                      <a:pt x="1720" y="258"/>
                    </a:lnTo>
                    <a:lnTo>
                      <a:pt x="1720" y="257"/>
                    </a:lnTo>
                    <a:lnTo>
                      <a:pt x="1721" y="257"/>
                    </a:lnTo>
                    <a:lnTo>
                      <a:pt x="1722" y="257"/>
                    </a:lnTo>
                    <a:lnTo>
                      <a:pt x="1723" y="257"/>
                    </a:lnTo>
                    <a:lnTo>
                      <a:pt x="1724" y="257"/>
                    </a:lnTo>
                    <a:lnTo>
                      <a:pt x="1725" y="256"/>
                    </a:lnTo>
                    <a:lnTo>
                      <a:pt x="1726" y="256"/>
                    </a:lnTo>
                    <a:lnTo>
                      <a:pt x="1727" y="256"/>
                    </a:lnTo>
                    <a:lnTo>
                      <a:pt x="1728" y="256"/>
                    </a:lnTo>
                    <a:lnTo>
                      <a:pt x="1729" y="256"/>
                    </a:lnTo>
                    <a:lnTo>
                      <a:pt x="1730" y="256"/>
                    </a:lnTo>
                    <a:lnTo>
                      <a:pt x="1729" y="256"/>
                    </a:lnTo>
                    <a:lnTo>
                      <a:pt x="1729" y="255"/>
                    </a:lnTo>
                    <a:lnTo>
                      <a:pt x="1730" y="254"/>
                    </a:lnTo>
                    <a:lnTo>
                      <a:pt x="1731" y="254"/>
                    </a:lnTo>
                    <a:lnTo>
                      <a:pt x="1731" y="253"/>
                    </a:lnTo>
                    <a:lnTo>
                      <a:pt x="1732" y="253"/>
                    </a:lnTo>
                    <a:lnTo>
                      <a:pt x="1733" y="253"/>
                    </a:lnTo>
                    <a:lnTo>
                      <a:pt x="1734" y="252"/>
                    </a:lnTo>
                    <a:lnTo>
                      <a:pt x="1735" y="252"/>
                    </a:lnTo>
                    <a:lnTo>
                      <a:pt x="1735" y="251"/>
                    </a:lnTo>
                    <a:lnTo>
                      <a:pt x="1736" y="250"/>
                    </a:lnTo>
                    <a:lnTo>
                      <a:pt x="1737" y="250"/>
                    </a:lnTo>
                    <a:lnTo>
                      <a:pt x="1738" y="250"/>
                    </a:lnTo>
                    <a:lnTo>
                      <a:pt x="1738" y="249"/>
                    </a:lnTo>
                    <a:lnTo>
                      <a:pt x="1739" y="249"/>
                    </a:lnTo>
                    <a:lnTo>
                      <a:pt x="1740" y="249"/>
                    </a:lnTo>
                    <a:lnTo>
                      <a:pt x="1740" y="250"/>
                    </a:lnTo>
                    <a:lnTo>
                      <a:pt x="1741" y="250"/>
                    </a:lnTo>
                    <a:lnTo>
                      <a:pt x="1742" y="250"/>
                    </a:lnTo>
                    <a:lnTo>
                      <a:pt x="1743" y="249"/>
                    </a:lnTo>
                    <a:lnTo>
                      <a:pt x="1743" y="246"/>
                    </a:lnTo>
                    <a:lnTo>
                      <a:pt x="1738" y="244"/>
                    </a:lnTo>
                    <a:lnTo>
                      <a:pt x="1739" y="237"/>
                    </a:lnTo>
                    <a:lnTo>
                      <a:pt x="1745" y="237"/>
                    </a:lnTo>
                    <a:lnTo>
                      <a:pt x="1745" y="236"/>
                    </a:lnTo>
                    <a:lnTo>
                      <a:pt x="1744" y="236"/>
                    </a:lnTo>
                    <a:lnTo>
                      <a:pt x="1744" y="235"/>
                    </a:lnTo>
                    <a:lnTo>
                      <a:pt x="1744" y="234"/>
                    </a:lnTo>
                    <a:lnTo>
                      <a:pt x="1744" y="233"/>
                    </a:lnTo>
                    <a:lnTo>
                      <a:pt x="1744" y="232"/>
                    </a:lnTo>
                    <a:lnTo>
                      <a:pt x="1744" y="231"/>
                    </a:lnTo>
                    <a:lnTo>
                      <a:pt x="1743" y="231"/>
                    </a:lnTo>
                    <a:lnTo>
                      <a:pt x="1742" y="230"/>
                    </a:lnTo>
                    <a:lnTo>
                      <a:pt x="1743" y="230"/>
                    </a:lnTo>
                    <a:lnTo>
                      <a:pt x="1744" y="230"/>
                    </a:lnTo>
                    <a:lnTo>
                      <a:pt x="1745" y="230"/>
                    </a:lnTo>
                    <a:lnTo>
                      <a:pt x="1746" y="230"/>
                    </a:lnTo>
                    <a:lnTo>
                      <a:pt x="1747" y="230"/>
                    </a:lnTo>
                    <a:lnTo>
                      <a:pt x="1748" y="230"/>
                    </a:lnTo>
                    <a:lnTo>
                      <a:pt x="1749" y="230"/>
                    </a:lnTo>
                    <a:lnTo>
                      <a:pt x="1751" y="230"/>
                    </a:lnTo>
                    <a:lnTo>
                      <a:pt x="1752" y="230"/>
                    </a:lnTo>
                    <a:lnTo>
                      <a:pt x="1753" y="230"/>
                    </a:lnTo>
                    <a:lnTo>
                      <a:pt x="1753" y="231"/>
                    </a:lnTo>
                    <a:lnTo>
                      <a:pt x="1753" y="233"/>
                    </a:lnTo>
                    <a:lnTo>
                      <a:pt x="1754" y="233"/>
                    </a:lnTo>
                    <a:lnTo>
                      <a:pt x="1754" y="232"/>
                    </a:lnTo>
                    <a:lnTo>
                      <a:pt x="1754" y="231"/>
                    </a:lnTo>
                    <a:lnTo>
                      <a:pt x="1754" y="230"/>
                    </a:lnTo>
                    <a:lnTo>
                      <a:pt x="1754" y="229"/>
                    </a:lnTo>
                    <a:lnTo>
                      <a:pt x="1754" y="228"/>
                    </a:lnTo>
                    <a:lnTo>
                      <a:pt x="1754" y="227"/>
                    </a:lnTo>
                    <a:lnTo>
                      <a:pt x="1754" y="226"/>
                    </a:lnTo>
                    <a:lnTo>
                      <a:pt x="1754" y="227"/>
                    </a:lnTo>
                    <a:lnTo>
                      <a:pt x="1755" y="227"/>
                    </a:lnTo>
                    <a:lnTo>
                      <a:pt x="1755" y="228"/>
                    </a:lnTo>
                    <a:lnTo>
                      <a:pt x="1755" y="229"/>
                    </a:lnTo>
                    <a:lnTo>
                      <a:pt x="1756" y="229"/>
                    </a:lnTo>
                    <a:lnTo>
                      <a:pt x="1757" y="229"/>
                    </a:lnTo>
                    <a:lnTo>
                      <a:pt x="1758" y="229"/>
                    </a:lnTo>
                    <a:lnTo>
                      <a:pt x="1759" y="229"/>
                    </a:lnTo>
                    <a:lnTo>
                      <a:pt x="1760" y="229"/>
                    </a:lnTo>
                    <a:lnTo>
                      <a:pt x="1761" y="229"/>
                    </a:lnTo>
                    <a:lnTo>
                      <a:pt x="1762" y="229"/>
                    </a:lnTo>
                    <a:lnTo>
                      <a:pt x="1762" y="228"/>
                    </a:lnTo>
                    <a:lnTo>
                      <a:pt x="1763" y="228"/>
                    </a:lnTo>
                    <a:lnTo>
                      <a:pt x="1764" y="228"/>
                    </a:lnTo>
                    <a:lnTo>
                      <a:pt x="1764" y="228"/>
                    </a:lnTo>
                    <a:lnTo>
                      <a:pt x="1764" y="227"/>
                    </a:lnTo>
                    <a:lnTo>
                      <a:pt x="1765" y="227"/>
                    </a:lnTo>
                    <a:lnTo>
                      <a:pt x="1766" y="227"/>
                    </a:lnTo>
                    <a:lnTo>
                      <a:pt x="1766" y="228"/>
                    </a:lnTo>
                    <a:lnTo>
                      <a:pt x="1765" y="228"/>
                    </a:lnTo>
                    <a:lnTo>
                      <a:pt x="1765" y="229"/>
                    </a:lnTo>
                    <a:lnTo>
                      <a:pt x="1764" y="229"/>
                    </a:lnTo>
                    <a:lnTo>
                      <a:pt x="1765" y="230"/>
                    </a:lnTo>
                    <a:lnTo>
                      <a:pt x="1766" y="230"/>
                    </a:lnTo>
                    <a:lnTo>
                      <a:pt x="1767" y="230"/>
                    </a:lnTo>
                    <a:lnTo>
                      <a:pt x="1768" y="230"/>
                    </a:lnTo>
                    <a:lnTo>
                      <a:pt x="1768" y="232"/>
                    </a:lnTo>
                    <a:lnTo>
                      <a:pt x="1769" y="232"/>
                    </a:lnTo>
                    <a:lnTo>
                      <a:pt x="1770" y="232"/>
                    </a:lnTo>
                    <a:lnTo>
                      <a:pt x="1770" y="231"/>
                    </a:lnTo>
                    <a:lnTo>
                      <a:pt x="1770" y="230"/>
                    </a:lnTo>
                    <a:lnTo>
                      <a:pt x="1771" y="230"/>
                    </a:lnTo>
                    <a:lnTo>
                      <a:pt x="1772" y="229"/>
                    </a:lnTo>
                    <a:lnTo>
                      <a:pt x="1771" y="228"/>
                    </a:lnTo>
                    <a:lnTo>
                      <a:pt x="1770" y="228"/>
                    </a:lnTo>
                    <a:lnTo>
                      <a:pt x="1770" y="227"/>
                    </a:lnTo>
                    <a:lnTo>
                      <a:pt x="1769" y="227"/>
                    </a:lnTo>
                    <a:lnTo>
                      <a:pt x="1769" y="226"/>
                    </a:lnTo>
                    <a:lnTo>
                      <a:pt x="1768" y="226"/>
                    </a:lnTo>
                    <a:lnTo>
                      <a:pt x="1768" y="225"/>
                    </a:lnTo>
                    <a:lnTo>
                      <a:pt x="1767" y="225"/>
                    </a:lnTo>
                    <a:lnTo>
                      <a:pt x="1767" y="224"/>
                    </a:lnTo>
                    <a:lnTo>
                      <a:pt x="1766" y="223"/>
                    </a:lnTo>
                    <a:lnTo>
                      <a:pt x="1765" y="223"/>
                    </a:lnTo>
                    <a:lnTo>
                      <a:pt x="1765" y="222"/>
                    </a:lnTo>
                    <a:lnTo>
                      <a:pt x="1764" y="222"/>
                    </a:lnTo>
                    <a:lnTo>
                      <a:pt x="1764" y="221"/>
                    </a:lnTo>
                    <a:lnTo>
                      <a:pt x="1765" y="221"/>
                    </a:lnTo>
                    <a:lnTo>
                      <a:pt x="1766" y="222"/>
                    </a:lnTo>
                    <a:lnTo>
                      <a:pt x="1768" y="224"/>
                    </a:lnTo>
                    <a:lnTo>
                      <a:pt x="1769" y="225"/>
                    </a:lnTo>
                    <a:lnTo>
                      <a:pt x="1770" y="225"/>
                    </a:lnTo>
                    <a:lnTo>
                      <a:pt x="1770" y="226"/>
                    </a:lnTo>
                    <a:lnTo>
                      <a:pt x="1771" y="227"/>
                    </a:lnTo>
                    <a:lnTo>
                      <a:pt x="1772" y="227"/>
                    </a:lnTo>
                    <a:lnTo>
                      <a:pt x="1772" y="228"/>
                    </a:lnTo>
                    <a:lnTo>
                      <a:pt x="1773" y="229"/>
                    </a:lnTo>
                    <a:lnTo>
                      <a:pt x="1775" y="231"/>
                    </a:lnTo>
                    <a:lnTo>
                      <a:pt x="1776" y="232"/>
                    </a:lnTo>
                    <a:lnTo>
                      <a:pt x="1777" y="233"/>
                    </a:lnTo>
                    <a:lnTo>
                      <a:pt x="1776" y="233"/>
                    </a:lnTo>
                    <a:lnTo>
                      <a:pt x="1776" y="235"/>
                    </a:lnTo>
                    <a:lnTo>
                      <a:pt x="1776" y="236"/>
                    </a:lnTo>
                    <a:lnTo>
                      <a:pt x="1775" y="236"/>
                    </a:lnTo>
                    <a:lnTo>
                      <a:pt x="1774" y="236"/>
                    </a:lnTo>
                    <a:lnTo>
                      <a:pt x="1773" y="236"/>
                    </a:lnTo>
                    <a:lnTo>
                      <a:pt x="1773" y="237"/>
                    </a:lnTo>
                    <a:lnTo>
                      <a:pt x="1773" y="238"/>
                    </a:lnTo>
                    <a:lnTo>
                      <a:pt x="1774" y="239"/>
                    </a:lnTo>
                    <a:lnTo>
                      <a:pt x="1775" y="240"/>
                    </a:lnTo>
                    <a:lnTo>
                      <a:pt x="1776" y="240"/>
                    </a:lnTo>
                    <a:lnTo>
                      <a:pt x="1777" y="240"/>
                    </a:lnTo>
                    <a:lnTo>
                      <a:pt x="1778" y="240"/>
                    </a:lnTo>
                    <a:lnTo>
                      <a:pt x="1778" y="239"/>
                    </a:lnTo>
                    <a:lnTo>
                      <a:pt x="1779" y="239"/>
                    </a:lnTo>
                    <a:lnTo>
                      <a:pt x="1780" y="239"/>
                    </a:lnTo>
                    <a:lnTo>
                      <a:pt x="1780" y="238"/>
                    </a:lnTo>
                    <a:lnTo>
                      <a:pt x="1781" y="238"/>
                    </a:lnTo>
                    <a:lnTo>
                      <a:pt x="1781" y="237"/>
                    </a:lnTo>
                    <a:lnTo>
                      <a:pt x="1782" y="237"/>
                    </a:lnTo>
                    <a:lnTo>
                      <a:pt x="1783" y="236"/>
                    </a:lnTo>
                    <a:lnTo>
                      <a:pt x="1784" y="235"/>
                    </a:lnTo>
                    <a:lnTo>
                      <a:pt x="1784" y="234"/>
                    </a:lnTo>
                    <a:lnTo>
                      <a:pt x="1785" y="233"/>
                    </a:lnTo>
                    <a:lnTo>
                      <a:pt x="1785" y="232"/>
                    </a:lnTo>
                    <a:lnTo>
                      <a:pt x="1785" y="231"/>
                    </a:lnTo>
                    <a:lnTo>
                      <a:pt x="1785" y="230"/>
                    </a:lnTo>
                    <a:lnTo>
                      <a:pt x="1786" y="229"/>
                    </a:lnTo>
                    <a:lnTo>
                      <a:pt x="1787" y="228"/>
                    </a:lnTo>
                    <a:lnTo>
                      <a:pt x="1788" y="228"/>
                    </a:lnTo>
                    <a:lnTo>
                      <a:pt x="1789" y="228"/>
                    </a:lnTo>
                    <a:lnTo>
                      <a:pt x="1790" y="227"/>
                    </a:lnTo>
                    <a:lnTo>
                      <a:pt x="1791" y="227"/>
                    </a:lnTo>
                    <a:lnTo>
                      <a:pt x="1792" y="226"/>
                    </a:lnTo>
                    <a:lnTo>
                      <a:pt x="1792" y="226"/>
                    </a:lnTo>
                    <a:lnTo>
                      <a:pt x="1792" y="225"/>
                    </a:lnTo>
                    <a:lnTo>
                      <a:pt x="1793" y="225"/>
                    </a:lnTo>
                    <a:lnTo>
                      <a:pt x="1794" y="225"/>
                    </a:lnTo>
                    <a:lnTo>
                      <a:pt x="1795" y="225"/>
                    </a:lnTo>
                    <a:lnTo>
                      <a:pt x="1796" y="225"/>
                    </a:lnTo>
                    <a:lnTo>
                      <a:pt x="1797" y="225"/>
                    </a:lnTo>
                    <a:lnTo>
                      <a:pt x="1798" y="225"/>
                    </a:lnTo>
                    <a:lnTo>
                      <a:pt x="1798" y="224"/>
                    </a:lnTo>
                    <a:lnTo>
                      <a:pt x="1799" y="224"/>
                    </a:lnTo>
                    <a:lnTo>
                      <a:pt x="1800" y="224"/>
                    </a:lnTo>
                    <a:lnTo>
                      <a:pt x="1800" y="225"/>
                    </a:lnTo>
                    <a:lnTo>
                      <a:pt x="1800" y="226"/>
                    </a:lnTo>
                    <a:lnTo>
                      <a:pt x="1800" y="227"/>
                    </a:lnTo>
                    <a:lnTo>
                      <a:pt x="1801" y="227"/>
                    </a:lnTo>
                    <a:lnTo>
                      <a:pt x="1801" y="226"/>
                    </a:lnTo>
                    <a:lnTo>
                      <a:pt x="1802" y="226"/>
                    </a:lnTo>
                    <a:lnTo>
                      <a:pt x="1803" y="226"/>
                    </a:lnTo>
                    <a:lnTo>
                      <a:pt x="1804" y="226"/>
                    </a:lnTo>
                    <a:lnTo>
                      <a:pt x="1805" y="227"/>
                    </a:lnTo>
                    <a:lnTo>
                      <a:pt x="1806" y="227"/>
                    </a:lnTo>
                    <a:lnTo>
                      <a:pt x="1807" y="227"/>
                    </a:lnTo>
                    <a:lnTo>
                      <a:pt x="1808" y="228"/>
                    </a:lnTo>
                    <a:lnTo>
                      <a:pt x="1809" y="228"/>
                    </a:lnTo>
                    <a:lnTo>
                      <a:pt x="1810" y="228"/>
                    </a:lnTo>
                    <a:lnTo>
                      <a:pt x="1813" y="229"/>
                    </a:lnTo>
                    <a:lnTo>
                      <a:pt x="1815" y="229"/>
                    </a:lnTo>
                    <a:lnTo>
                      <a:pt x="1816" y="229"/>
                    </a:lnTo>
                    <a:lnTo>
                      <a:pt x="1817" y="229"/>
                    </a:lnTo>
                    <a:lnTo>
                      <a:pt x="1818" y="229"/>
                    </a:lnTo>
                    <a:lnTo>
                      <a:pt x="1819" y="229"/>
                    </a:lnTo>
                    <a:lnTo>
                      <a:pt x="1820" y="229"/>
                    </a:lnTo>
                    <a:lnTo>
                      <a:pt x="1820" y="229"/>
                    </a:lnTo>
                    <a:lnTo>
                      <a:pt x="1821" y="229"/>
                    </a:lnTo>
                    <a:lnTo>
                      <a:pt x="1822" y="228"/>
                    </a:lnTo>
                    <a:lnTo>
                      <a:pt x="1823" y="228"/>
                    </a:lnTo>
                    <a:lnTo>
                      <a:pt x="1824" y="228"/>
                    </a:lnTo>
                    <a:lnTo>
                      <a:pt x="1825" y="227"/>
                    </a:lnTo>
                    <a:lnTo>
                      <a:pt x="1826" y="226"/>
                    </a:lnTo>
                    <a:lnTo>
                      <a:pt x="1826" y="225"/>
                    </a:lnTo>
                    <a:lnTo>
                      <a:pt x="1826" y="224"/>
                    </a:lnTo>
                    <a:lnTo>
                      <a:pt x="1827" y="224"/>
                    </a:lnTo>
                    <a:lnTo>
                      <a:pt x="1828" y="223"/>
                    </a:lnTo>
                    <a:lnTo>
                      <a:pt x="1829" y="223"/>
                    </a:lnTo>
                    <a:lnTo>
                      <a:pt x="1830" y="223"/>
                    </a:lnTo>
                    <a:lnTo>
                      <a:pt x="1831" y="223"/>
                    </a:lnTo>
                    <a:lnTo>
                      <a:pt x="1833" y="222"/>
                    </a:lnTo>
                    <a:lnTo>
                      <a:pt x="1834" y="222"/>
                    </a:lnTo>
                    <a:lnTo>
                      <a:pt x="1835" y="222"/>
                    </a:lnTo>
                    <a:lnTo>
                      <a:pt x="1836" y="222"/>
                    </a:lnTo>
                    <a:lnTo>
                      <a:pt x="1838" y="221"/>
                    </a:lnTo>
                    <a:lnTo>
                      <a:pt x="1839" y="221"/>
                    </a:lnTo>
                    <a:lnTo>
                      <a:pt x="1840" y="221"/>
                    </a:lnTo>
                    <a:lnTo>
                      <a:pt x="1840" y="220"/>
                    </a:lnTo>
                    <a:lnTo>
                      <a:pt x="1841" y="220"/>
                    </a:lnTo>
                    <a:lnTo>
                      <a:pt x="1842" y="220"/>
                    </a:lnTo>
                    <a:lnTo>
                      <a:pt x="1843" y="220"/>
                    </a:lnTo>
                    <a:lnTo>
                      <a:pt x="1845" y="220"/>
                    </a:lnTo>
                    <a:lnTo>
                      <a:pt x="1847" y="220"/>
                    </a:lnTo>
                    <a:lnTo>
                      <a:pt x="1848" y="219"/>
                    </a:lnTo>
                    <a:lnTo>
                      <a:pt x="1848" y="218"/>
                    </a:lnTo>
                    <a:lnTo>
                      <a:pt x="1850" y="217"/>
                    </a:lnTo>
                    <a:lnTo>
                      <a:pt x="1851" y="217"/>
                    </a:lnTo>
                    <a:lnTo>
                      <a:pt x="1852" y="216"/>
                    </a:lnTo>
                    <a:lnTo>
                      <a:pt x="1853" y="216"/>
                    </a:lnTo>
                    <a:lnTo>
                      <a:pt x="1854" y="216"/>
                    </a:lnTo>
                    <a:lnTo>
                      <a:pt x="1855" y="216"/>
                    </a:lnTo>
                    <a:lnTo>
                      <a:pt x="1856" y="216"/>
                    </a:lnTo>
                    <a:lnTo>
                      <a:pt x="1857" y="216"/>
                    </a:lnTo>
                    <a:lnTo>
                      <a:pt x="1858" y="217"/>
                    </a:lnTo>
                    <a:lnTo>
                      <a:pt x="1859" y="217"/>
                    </a:lnTo>
                    <a:lnTo>
                      <a:pt x="1860" y="217"/>
                    </a:lnTo>
                    <a:lnTo>
                      <a:pt x="1861" y="216"/>
                    </a:lnTo>
                    <a:lnTo>
                      <a:pt x="1863" y="216"/>
                    </a:lnTo>
                    <a:lnTo>
                      <a:pt x="1864" y="216"/>
                    </a:lnTo>
                    <a:lnTo>
                      <a:pt x="1865" y="216"/>
                    </a:lnTo>
                    <a:lnTo>
                      <a:pt x="1865" y="215"/>
                    </a:lnTo>
                    <a:lnTo>
                      <a:pt x="1866" y="215"/>
                    </a:lnTo>
                    <a:lnTo>
                      <a:pt x="1866" y="214"/>
                    </a:lnTo>
                    <a:lnTo>
                      <a:pt x="1867" y="214"/>
                    </a:lnTo>
                    <a:lnTo>
                      <a:pt x="1868" y="214"/>
                    </a:lnTo>
                    <a:lnTo>
                      <a:pt x="1869" y="214"/>
                    </a:lnTo>
                    <a:lnTo>
                      <a:pt x="1870" y="213"/>
                    </a:lnTo>
                    <a:lnTo>
                      <a:pt x="1870" y="214"/>
                    </a:lnTo>
                    <a:lnTo>
                      <a:pt x="1870" y="214"/>
                    </a:lnTo>
                    <a:lnTo>
                      <a:pt x="1871" y="214"/>
                    </a:lnTo>
                    <a:lnTo>
                      <a:pt x="1870" y="214"/>
                    </a:lnTo>
                    <a:lnTo>
                      <a:pt x="1870" y="213"/>
                    </a:lnTo>
                    <a:lnTo>
                      <a:pt x="1871" y="213"/>
                    </a:lnTo>
                    <a:lnTo>
                      <a:pt x="1872" y="212"/>
                    </a:lnTo>
                    <a:lnTo>
                      <a:pt x="1873" y="211"/>
                    </a:lnTo>
                    <a:lnTo>
                      <a:pt x="1874" y="210"/>
                    </a:lnTo>
                    <a:lnTo>
                      <a:pt x="1875" y="209"/>
                    </a:lnTo>
                    <a:lnTo>
                      <a:pt x="1876" y="208"/>
                    </a:lnTo>
                    <a:lnTo>
                      <a:pt x="1877" y="208"/>
                    </a:lnTo>
                    <a:lnTo>
                      <a:pt x="1877" y="208"/>
                    </a:lnTo>
                    <a:lnTo>
                      <a:pt x="1877" y="207"/>
                    </a:lnTo>
                    <a:lnTo>
                      <a:pt x="1878" y="207"/>
                    </a:lnTo>
                    <a:lnTo>
                      <a:pt x="1879" y="207"/>
                    </a:lnTo>
                    <a:lnTo>
                      <a:pt x="1880" y="207"/>
                    </a:lnTo>
                    <a:lnTo>
                      <a:pt x="1881" y="207"/>
                    </a:lnTo>
                    <a:lnTo>
                      <a:pt x="1882" y="207"/>
                    </a:lnTo>
                    <a:lnTo>
                      <a:pt x="1883" y="207"/>
                    </a:lnTo>
                    <a:lnTo>
                      <a:pt x="1883" y="206"/>
                    </a:lnTo>
                    <a:lnTo>
                      <a:pt x="1884" y="206"/>
                    </a:lnTo>
                    <a:lnTo>
                      <a:pt x="1884" y="205"/>
                    </a:lnTo>
                    <a:lnTo>
                      <a:pt x="1884" y="204"/>
                    </a:lnTo>
                    <a:lnTo>
                      <a:pt x="1884" y="203"/>
                    </a:lnTo>
                    <a:lnTo>
                      <a:pt x="1885" y="203"/>
                    </a:lnTo>
                    <a:lnTo>
                      <a:pt x="1885" y="204"/>
                    </a:lnTo>
                    <a:lnTo>
                      <a:pt x="1884" y="205"/>
                    </a:lnTo>
                    <a:lnTo>
                      <a:pt x="1884" y="206"/>
                    </a:lnTo>
                    <a:lnTo>
                      <a:pt x="1885" y="207"/>
                    </a:lnTo>
                    <a:lnTo>
                      <a:pt x="1886" y="207"/>
                    </a:lnTo>
                    <a:lnTo>
                      <a:pt x="1887" y="207"/>
                    </a:lnTo>
                    <a:lnTo>
                      <a:pt x="1888" y="207"/>
                    </a:lnTo>
                    <a:lnTo>
                      <a:pt x="1889" y="207"/>
                    </a:lnTo>
                    <a:lnTo>
                      <a:pt x="1889" y="206"/>
                    </a:lnTo>
                    <a:lnTo>
                      <a:pt x="1890" y="206"/>
                    </a:lnTo>
                    <a:lnTo>
                      <a:pt x="1891" y="206"/>
                    </a:lnTo>
                    <a:lnTo>
                      <a:pt x="1892" y="205"/>
                    </a:lnTo>
                    <a:lnTo>
                      <a:pt x="1892" y="204"/>
                    </a:lnTo>
                    <a:lnTo>
                      <a:pt x="1893" y="204"/>
                    </a:lnTo>
                    <a:lnTo>
                      <a:pt x="1893" y="203"/>
                    </a:lnTo>
                    <a:lnTo>
                      <a:pt x="1893" y="202"/>
                    </a:lnTo>
                    <a:lnTo>
                      <a:pt x="1894" y="202"/>
                    </a:lnTo>
                    <a:lnTo>
                      <a:pt x="1893" y="201"/>
                    </a:lnTo>
                    <a:lnTo>
                      <a:pt x="1892" y="201"/>
                    </a:lnTo>
                    <a:lnTo>
                      <a:pt x="1891" y="200"/>
                    </a:lnTo>
                    <a:lnTo>
                      <a:pt x="1891" y="199"/>
                    </a:lnTo>
                    <a:lnTo>
                      <a:pt x="1892" y="200"/>
                    </a:lnTo>
                    <a:lnTo>
                      <a:pt x="1893" y="200"/>
                    </a:lnTo>
                    <a:lnTo>
                      <a:pt x="1894" y="200"/>
                    </a:lnTo>
                    <a:lnTo>
                      <a:pt x="1894" y="201"/>
                    </a:lnTo>
                    <a:lnTo>
                      <a:pt x="1895" y="201"/>
                    </a:lnTo>
                    <a:lnTo>
                      <a:pt x="1895" y="202"/>
                    </a:lnTo>
                    <a:lnTo>
                      <a:pt x="1896" y="202"/>
                    </a:lnTo>
                    <a:lnTo>
                      <a:pt x="1897" y="202"/>
                    </a:lnTo>
                    <a:lnTo>
                      <a:pt x="1898" y="202"/>
                    </a:lnTo>
                    <a:lnTo>
                      <a:pt x="1899" y="202"/>
                    </a:lnTo>
                    <a:lnTo>
                      <a:pt x="1900" y="202"/>
                    </a:lnTo>
                    <a:lnTo>
                      <a:pt x="1901" y="202"/>
                    </a:lnTo>
                    <a:lnTo>
                      <a:pt x="1902" y="202"/>
                    </a:lnTo>
                    <a:lnTo>
                      <a:pt x="1902" y="201"/>
                    </a:lnTo>
                    <a:lnTo>
                      <a:pt x="1902" y="202"/>
                    </a:lnTo>
                    <a:lnTo>
                      <a:pt x="1903" y="202"/>
                    </a:lnTo>
                    <a:lnTo>
                      <a:pt x="1904" y="202"/>
                    </a:lnTo>
                    <a:lnTo>
                      <a:pt x="1905" y="202"/>
                    </a:lnTo>
                    <a:lnTo>
                      <a:pt x="1906" y="201"/>
                    </a:lnTo>
                    <a:lnTo>
                      <a:pt x="1907" y="201"/>
                    </a:lnTo>
                    <a:lnTo>
                      <a:pt x="1908" y="201"/>
                    </a:lnTo>
                    <a:lnTo>
                      <a:pt x="1909" y="200"/>
                    </a:lnTo>
                    <a:lnTo>
                      <a:pt x="1910" y="200"/>
                    </a:lnTo>
                    <a:lnTo>
                      <a:pt x="1912" y="200"/>
                    </a:lnTo>
                    <a:lnTo>
                      <a:pt x="1914" y="199"/>
                    </a:lnTo>
                    <a:lnTo>
                      <a:pt x="1915" y="198"/>
                    </a:lnTo>
                    <a:lnTo>
                      <a:pt x="1916" y="198"/>
                    </a:lnTo>
                    <a:lnTo>
                      <a:pt x="1916" y="197"/>
                    </a:lnTo>
                    <a:lnTo>
                      <a:pt x="1917" y="197"/>
                    </a:lnTo>
                    <a:lnTo>
                      <a:pt x="1918" y="197"/>
                    </a:lnTo>
                    <a:lnTo>
                      <a:pt x="1919" y="196"/>
                    </a:lnTo>
                    <a:lnTo>
                      <a:pt x="1919" y="195"/>
                    </a:lnTo>
                    <a:lnTo>
                      <a:pt x="1919" y="194"/>
                    </a:lnTo>
                    <a:lnTo>
                      <a:pt x="1919" y="193"/>
                    </a:lnTo>
                    <a:lnTo>
                      <a:pt x="1920" y="193"/>
                    </a:lnTo>
                    <a:lnTo>
                      <a:pt x="1920" y="192"/>
                    </a:lnTo>
                    <a:lnTo>
                      <a:pt x="1921" y="192"/>
                    </a:lnTo>
                    <a:lnTo>
                      <a:pt x="1922" y="192"/>
                    </a:lnTo>
                    <a:lnTo>
                      <a:pt x="1923" y="191"/>
                    </a:lnTo>
                    <a:lnTo>
                      <a:pt x="1924" y="191"/>
                    </a:lnTo>
                    <a:lnTo>
                      <a:pt x="1924" y="190"/>
                    </a:lnTo>
                    <a:lnTo>
                      <a:pt x="1925" y="190"/>
                    </a:lnTo>
                    <a:lnTo>
                      <a:pt x="1926" y="190"/>
                    </a:lnTo>
                    <a:lnTo>
                      <a:pt x="1927" y="190"/>
                    </a:lnTo>
                    <a:lnTo>
                      <a:pt x="1928" y="190"/>
                    </a:lnTo>
                    <a:lnTo>
                      <a:pt x="1929" y="190"/>
                    </a:lnTo>
                    <a:lnTo>
                      <a:pt x="1929" y="189"/>
                    </a:lnTo>
                    <a:lnTo>
                      <a:pt x="1930" y="189"/>
                    </a:lnTo>
                    <a:lnTo>
                      <a:pt x="1931" y="188"/>
                    </a:lnTo>
                    <a:lnTo>
                      <a:pt x="1932" y="188"/>
                    </a:lnTo>
                    <a:lnTo>
                      <a:pt x="1933" y="187"/>
                    </a:lnTo>
                    <a:lnTo>
                      <a:pt x="1934" y="187"/>
                    </a:lnTo>
                    <a:lnTo>
                      <a:pt x="1935" y="186"/>
                    </a:lnTo>
                    <a:lnTo>
                      <a:pt x="1936" y="186"/>
                    </a:lnTo>
                    <a:lnTo>
                      <a:pt x="1937" y="185"/>
                    </a:lnTo>
                    <a:lnTo>
                      <a:pt x="1939" y="185"/>
                    </a:lnTo>
                    <a:lnTo>
                      <a:pt x="1939" y="185"/>
                    </a:lnTo>
                    <a:lnTo>
                      <a:pt x="1940" y="185"/>
                    </a:lnTo>
                    <a:lnTo>
                      <a:pt x="1941" y="185"/>
                    </a:lnTo>
                    <a:lnTo>
                      <a:pt x="1941" y="184"/>
                    </a:lnTo>
                    <a:lnTo>
                      <a:pt x="1942" y="184"/>
                    </a:lnTo>
                    <a:lnTo>
                      <a:pt x="1943" y="184"/>
                    </a:lnTo>
                    <a:lnTo>
                      <a:pt x="1944" y="184"/>
                    </a:lnTo>
                    <a:lnTo>
                      <a:pt x="1944" y="183"/>
                    </a:lnTo>
                    <a:lnTo>
                      <a:pt x="1945" y="183"/>
                    </a:lnTo>
                    <a:lnTo>
                      <a:pt x="1945" y="182"/>
                    </a:lnTo>
                    <a:lnTo>
                      <a:pt x="1946" y="181"/>
                    </a:lnTo>
                    <a:lnTo>
                      <a:pt x="1947" y="181"/>
                    </a:lnTo>
                    <a:lnTo>
                      <a:pt x="1948" y="180"/>
                    </a:lnTo>
                    <a:lnTo>
                      <a:pt x="1949" y="179"/>
                    </a:lnTo>
                    <a:lnTo>
                      <a:pt x="1950" y="178"/>
                    </a:lnTo>
                    <a:lnTo>
                      <a:pt x="1951" y="177"/>
                    </a:lnTo>
                    <a:lnTo>
                      <a:pt x="1952" y="177"/>
                    </a:lnTo>
                    <a:lnTo>
                      <a:pt x="1953" y="176"/>
                    </a:lnTo>
                    <a:lnTo>
                      <a:pt x="1954" y="175"/>
                    </a:lnTo>
                    <a:lnTo>
                      <a:pt x="1955" y="175"/>
                    </a:lnTo>
                    <a:lnTo>
                      <a:pt x="1956" y="175"/>
                    </a:lnTo>
                    <a:lnTo>
                      <a:pt x="1957" y="174"/>
                    </a:lnTo>
                    <a:lnTo>
                      <a:pt x="1958" y="174"/>
                    </a:lnTo>
                    <a:lnTo>
                      <a:pt x="1959" y="173"/>
                    </a:lnTo>
                    <a:lnTo>
                      <a:pt x="1960" y="173"/>
                    </a:lnTo>
                    <a:lnTo>
                      <a:pt x="1961" y="172"/>
                    </a:lnTo>
                    <a:lnTo>
                      <a:pt x="1961" y="172"/>
                    </a:lnTo>
                    <a:lnTo>
                      <a:pt x="1961" y="171"/>
                    </a:lnTo>
                    <a:lnTo>
                      <a:pt x="1962" y="171"/>
                    </a:lnTo>
                    <a:lnTo>
                      <a:pt x="1962" y="170"/>
                    </a:lnTo>
                    <a:lnTo>
                      <a:pt x="1961" y="170"/>
                    </a:lnTo>
                    <a:lnTo>
                      <a:pt x="1961" y="170"/>
                    </a:lnTo>
                    <a:lnTo>
                      <a:pt x="1961" y="169"/>
                    </a:lnTo>
                    <a:lnTo>
                      <a:pt x="1961" y="169"/>
                    </a:lnTo>
                    <a:lnTo>
                      <a:pt x="1962" y="170"/>
                    </a:lnTo>
                    <a:lnTo>
                      <a:pt x="1964" y="170"/>
                    </a:lnTo>
                    <a:lnTo>
                      <a:pt x="1965" y="170"/>
                    </a:lnTo>
                    <a:lnTo>
                      <a:pt x="1966" y="170"/>
                    </a:lnTo>
                    <a:lnTo>
                      <a:pt x="1967" y="169"/>
                    </a:lnTo>
                    <a:lnTo>
                      <a:pt x="1968" y="168"/>
                    </a:lnTo>
                    <a:lnTo>
                      <a:pt x="1969" y="168"/>
                    </a:lnTo>
                    <a:lnTo>
                      <a:pt x="1970" y="167"/>
                    </a:lnTo>
                    <a:lnTo>
                      <a:pt x="1971" y="167"/>
                    </a:lnTo>
                    <a:lnTo>
                      <a:pt x="1972" y="166"/>
                    </a:lnTo>
                    <a:lnTo>
                      <a:pt x="1973" y="165"/>
                    </a:lnTo>
                    <a:lnTo>
                      <a:pt x="1973" y="164"/>
                    </a:lnTo>
                    <a:lnTo>
                      <a:pt x="1974" y="163"/>
                    </a:lnTo>
                    <a:lnTo>
                      <a:pt x="1974" y="162"/>
                    </a:lnTo>
                    <a:lnTo>
                      <a:pt x="1975" y="161"/>
                    </a:lnTo>
                    <a:lnTo>
                      <a:pt x="1975" y="160"/>
                    </a:lnTo>
                    <a:lnTo>
                      <a:pt x="1976" y="161"/>
                    </a:lnTo>
                    <a:lnTo>
                      <a:pt x="1977" y="162"/>
                    </a:lnTo>
                    <a:lnTo>
                      <a:pt x="1976" y="161"/>
                    </a:lnTo>
                    <a:lnTo>
                      <a:pt x="1975" y="160"/>
                    </a:lnTo>
                    <a:lnTo>
                      <a:pt x="1975" y="158"/>
                    </a:lnTo>
                    <a:lnTo>
                      <a:pt x="1975" y="157"/>
                    </a:lnTo>
                    <a:lnTo>
                      <a:pt x="1975" y="156"/>
                    </a:lnTo>
                    <a:lnTo>
                      <a:pt x="1976" y="156"/>
                    </a:lnTo>
                    <a:lnTo>
                      <a:pt x="1975" y="155"/>
                    </a:lnTo>
                    <a:lnTo>
                      <a:pt x="1974" y="149"/>
                    </a:lnTo>
                    <a:lnTo>
                      <a:pt x="1974" y="148"/>
                    </a:lnTo>
                    <a:lnTo>
                      <a:pt x="1973" y="148"/>
                    </a:lnTo>
                    <a:lnTo>
                      <a:pt x="1973" y="145"/>
                    </a:lnTo>
                    <a:lnTo>
                      <a:pt x="1972" y="143"/>
                    </a:lnTo>
                    <a:lnTo>
                      <a:pt x="1971" y="143"/>
                    </a:lnTo>
                    <a:lnTo>
                      <a:pt x="1972" y="143"/>
                    </a:lnTo>
                    <a:lnTo>
                      <a:pt x="1973" y="142"/>
                    </a:lnTo>
                    <a:lnTo>
                      <a:pt x="1972" y="143"/>
                    </a:lnTo>
                    <a:lnTo>
                      <a:pt x="1973" y="147"/>
                    </a:lnTo>
                    <a:lnTo>
                      <a:pt x="1974" y="148"/>
                    </a:lnTo>
                    <a:lnTo>
                      <a:pt x="1974" y="149"/>
                    </a:lnTo>
                    <a:lnTo>
                      <a:pt x="1975" y="153"/>
                    </a:lnTo>
                    <a:lnTo>
                      <a:pt x="1976" y="154"/>
                    </a:lnTo>
                    <a:lnTo>
                      <a:pt x="1976" y="156"/>
                    </a:lnTo>
                    <a:lnTo>
                      <a:pt x="1977" y="156"/>
                    </a:lnTo>
                    <a:lnTo>
                      <a:pt x="1977" y="156"/>
                    </a:lnTo>
                    <a:lnTo>
                      <a:pt x="1977" y="155"/>
                    </a:lnTo>
                    <a:lnTo>
                      <a:pt x="1976" y="155"/>
                    </a:lnTo>
                    <a:lnTo>
                      <a:pt x="1977" y="154"/>
                    </a:lnTo>
                    <a:lnTo>
                      <a:pt x="1978" y="155"/>
                    </a:lnTo>
                    <a:lnTo>
                      <a:pt x="1978" y="156"/>
                    </a:lnTo>
                    <a:lnTo>
                      <a:pt x="1979" y="156"/>
                    </a:lnTo>
                    <a:lnTo>
                      <a:pt x="1979" y="155"/>
                    </a:lnTo>
                    <a:lnTo>
                      <a:pt x="1980" y="154"/>
                    </a:lnTo>
                    <a:lnTo>
                      <a:pt x="1981" y="153"/>
                    </a:lnTo>
                    <a:lnTo>
                      <a:pt x="1981" y="152"/>
                    </a:lnTo>
                    <a:lnTo>
                      <a:pt x="1980" y="151"/>
                    </a:lnTo>
                    <a:lnTo>
                      <a:pt x="1979" y="151"/>
                    </a:lnTo>
                    <a:lnTo>
                      <a:pt x="1977" y="151"/>
                    </a:lnTo>
                    <a:lnTo>
                      <a:pt x="1977" y="150"/>
                    </a:lnTo>
                    <a:lnTo>
                      <a:pt x="1978" y="150"/>
                    </a:lnTo>
                    <a:lnTo>
                      <a:pt x="1979" y="150"/>
                    </a:lnTo>
                    <a:lnTo>
                      <a:pt x="1980" y="151"/>
                    </a:lnTo>
                    <a:lnTo>
                      <a:pt x="1981" y="151"/>
                    </a:lnTo>
                    <a:lnTo>
                      <a:pt x="1982" y="149"/>
                    </a:lnTo>
                    <a:lnTo>
                      <a:pt x="1983" y="148"/>
                    </a:lnTo>
                    <a:lnTo>
                      <a:pt x="1983" y="147"/>
                    </a:lnTo>
                    <a:lnTo>
                      <a:pt x="1983" y="146"/>
                    </a:lnTo>
                    <a:lnTo>
                      <a:pt x="1983" y="145"/>
                    </a:lnTo>
                    <a:lnTo>
                      <a:pt x="1982" y="145"/>
                    </a:lnTo>
                    <a:lnTo>
                      <a:pt x="1981" y="145"/>
                    </a:lnTo>
                    <a:lnTo>
                      <a:pt x="1980" y="145"/>
                    </a:lnTo>
                    <a:lnTo>
                      <a:pt x="1981" y="144"/>
                    </a:lnTo>
                    <a:lnTo>
                      <a:pt x="1981" y="142"/>
                    </a:lnTo>
                    <a:lnTo>
                      <a:pt x="1981" y="141"/>
                    </a:lnTo>
                    <a:lnTo>
                      <a:pt x="1981" y="140"/>
                    </a:lnTo>
                    <a:lnTo>
                      <a:pt x="1980" y="140"/>
                    </a:lnTo>
                    <a:lnTo>
                      <a:pt x="1979" y="140"/>
                    </a:lnTo>
                    <a:lnTo>
                      <a:pt x="1978" y="140"/>
                    </a:lnTo>
                    <a:lnTo>
                      <a:pt x="1978" y="139"/>
                    </a:lnTo>
                    <a:lnTo>
                      <a:pt x="1979" y="139"/>
                    </a:lnTo>
                    <a:lnTo>
                      <a:pt x="1980" y="139"/>
                    </a:lnTo>
                    <a:lnTo>
                      <a:pt x="1981" y="138"/>
                    </a:lnTo>
                    <a:lnTo>
                      <a:pt x="1982" y="138"/>
                    </a:lnTo>
                    <a:lnTo>
                      <a:pt x="1983" y="137"/>
                    </a:lnTo>
                    <a:lnTo>
                      <a:pt x="1984" y="137"/>
                    </a:lnTo>
                    <a:lnTo>
                      <a:pt x="1985" y="136"/>
                    </a:lnTo>
                    <a:lnTo>
                      <a:pt x="1985" y="135"/>
                    </a:lnTo>
                    <a:lnTo>
                      <a:pt x="1986" y="134"/>
                    </a:lnTo>
                    <a:lnTo>
                      <a:pt x="1987" y="133"/>
                    </a:lnTo>
                    <a:lnTo>
                      <a:pt x="1987" y="132"/>
                    </a:lnTo>
                    <a:lnTo>
                      <a:pt x="1988" y="131"/>
                    </a:lnTo>
                    <a:lnTo>
                      <a:pt x="1989" y="130"/>
                    </a:lnTo>
                    <a:lnTo>
                      <a:pt x="1989" y="129"/>
                    </a:lnTo>
                    <a:lnTo>
                      <a:pt x="1991" y="128"/>
                    </a:lnTo>
                    <a:lnTo>
                      <a:pt x="1992" y="128"/>
                    </a:lnTo>
                    <a:lnTo>
                      <a:pt x="1993" y="128"/>
                    </a:lnTo>
                    <a:lnTo>
                      <a:pt x="1994" y="127"/>
                    </a:lnTo>
                    <a:lnTo>
                      <a:pt x="1995" y="127"/>
                    </a:lnTo>
                    <a:lnTo>
                      <a:pt x="1997" y="127"/>
                    </a:lnTo>
                    <a:lnTo>
                      <a:pt x="1998" y="127"/>
                    </a:lnTo>
                    <a:lnTo>
                      <a:pt x="2000" y="127"/>
                    </a:lnTo>
                    <a:lnTo>
                      <a:pt x="2001" y="126"/>
                    </a:lnTo>
                    <a:lnTo>
                      <a:pt x="2002" y="126"/>
                    </a:lnTo>
                    <a:lnTo>
                      <a:pt x="2003" y="126"/>
                    </a:lnTo>
                    <a:lnTo>
                      <a:pt x="2004" y="126"/>
                    </a:lnTo>
                    <a:lnTo>
                      <a:pt x="2005" y="126"/>
                    </a:lnTo>
                    <a:lnTo>
                      <a:pt x="2006" y="125"/>
                    </a:lnTo>
                    <a:lnTo>
                      <a:pt x="2007" y="124"/>
                    </a:lnTo>
                    <a:lnTo>
                      <a:pt x="2008" y="124"/>
                    </a:lnTo>
                    <a:lnTo>
                      <a:pt x="2009" y="123"/>
                    </a:lnTo>
                    <a:lnTo>
                      <a:pt x="2009" y="122"/>
                    </a:lnTo>
                    <a:lnTo>
                      <a:pt x="2009" y="121"/>
                    </a:lnTo>
                    <a:lnTo>
                      <a:pt x="2009" y="122"/>
                    </a:lnTo>
                    <a:lnTo>
                      <a:pt x="2010" y="122"/>
                    </a:lnTo>
                    <a:lnTo>
                      <a:pt x="2011" y="122"/>
                    </a:lnTo>
                    <a:lnTo>
                      <a:pt x="2012" y="122"/>
                    </a:lnTo>
                    <a:lnTo>
                      <a:pt x="2012" y="121"/>
                    </a:lnTo>
                    <a:lnTo>
                      <a:pt x="2012" y="120"/>
                    </a:lnTo>
                    <a:lnTo>
                      <a:pt x="2012" y="119"/>
                    </a:lnTo>
                    <a:lnTo>
                      <a:pt x="2012" y="120"/>
                    </a:lnTo>
                    <a:lnTo>
                      <a:pt x="2013" y="120"/>
                    </a:lnTo>
                    <a:lnTo>
                      <a:pt x="2015" y="119"/>
                    </a:lnTo>
                    <a:lnTo>
                      <a:pt x="2017" y="118"/>
                    </a:lnTo>
                    <a:lnTo>
                      <a:pt x="2018" y="118"/>
                    </a:lnTo>
                    <a:lnTo>
                      <a:pt x="2018" y="117"/>
                    </a:lnTo>
                    <a:lnTo>
                      <a:pt x="2018" y="116"/>
                    </a:lnTo>
                    <a:lnTo>
                      <a:pt x="2019" y="116"/>
                    </a:lnTo>
                    <a:lnTo>
                      <a:pt x="2019" y="115"/>
                    </a:lnTo>
                    <a:lnTo>
                      <a:pt x="2020" y="115"/>
                    </a:lnTo>
                    <a:lnTo>
                      <a:pt x="2019" y="115"/>
                    </a:lnTo>
                    <a:lnTo>
                      <a:pt x="2019" y="114"/>
                    </a:lnTo>
                    <a:lnTo>
                      <a:pt x="2019" y="113"/>
                    </a:lnTo>
                    <a:lnTo>
                      <a:pt x="2018" y="113"/>
                    </a:lnTo>
                    <a:lnTo>
                      <a:pt x="2019" y="113"/>
                    </a:lnTo>
                    <a:lnTo>
                      <a:pt x="2019" y="114"/>
                    </a:lnTo>
                    <a:lnTo>
                      <a:pt x="2020" y="114"/>
                    </a:lnTo>
                    <a:lnTo>
                      <a:pt x="2020" y="115"/>
                    </a:lnTo>
                    <a:lnTo>
                      <a:pt x="2021" y="115"/>
                    </a:lnTo>
                    <a:lnTo>
                      <a:pt x="2022" y="116"/>
                    </a:lnTo>
                    <a:lnTo>
                      <a:pt x="2022" y="117"/>
                    </a:lnTo>
                    <a:lnTo>
                      <a:pt x="2021" y="117"/>
                    </a:lnTo>
                    <a:lnTo>
                      <a:pt x="2021" y="118"/>
                    </a:lnTo>
                    <a:lnTo>
                      <a:pt x="2021" y="119"/>
                    </a:lnTo>
                    <a:lnTo>
                      <a:pt x="2021" y="120"/>
                    </a:lnTo>
                    <a:lnTo>
                      <a:pt x="2022" y="119"/>
                    </a:lnTo>
                    <a:lnTo>
                      <a:pt x="2022" y="118"/>
                    </a:lnTo>
                    <a:lnTo>
                      <a:pt x="2022" y="117"/>
                    </a:lnTo>
                    <a:lnTo>
                      <a:pt x="2022" y="116"/>
                    </a:lnTo>
                    <a:lnTo>
                      <a:pt x="2023" y="116"/>
                    </a:lnTo>
                    <a:lnTo>
                      <a:pt x="2023" y="115"/>
                    </a:lnTo>
                    <a:lnTo>
                      <a:pt x="2024" y="115"/>
                    </a:lnTo>
                    <a:lnTo>
                      <a:pt x="2025" y="115"/>
                    </a:lnTo>
                    <a:lnTo>
                      <a:pt x="2025" y="116"/>
                    </a:lnTo>
                    <a:lnTo>
                      <a:pt x="2026" y="116"/>
                    </a:lnTo>
                    <a:lnTo>
                      <a:pt x="2027" y="116"/>
                    </a:lnTo>
                    <a:lnTo>
                      <a:pt x="2028" y="116"/>
                    </a:lnTo>
                    <a:lnTo>
                      <a:pt x="2029" y="116"/>
                    </a:lnTo>
                    <a:lnTo>
                      <a:pt x="2030" y="116"/>
                    </a:lnTo>
                    <a:lnTo>
                      <a:pt x="2031" y="116"/>
                    </a:lnTo>
                    <a:lnTo>
                      <a:pt x="2033" y="116"/>
                    </a:lnTo>
                    <a:lnTo>
                      <a:pt x="2034" y="116"/>
                    </a:lnTo>
                    <a:lnTo>
                      <a:pt x="2035" y="116"/>
                    </a:lnTo>
                    <a:lnTo>
                      <a:pt x="2036" y="116"/>
                    </a:lnTo>
                    <a:lnTo>
                      <a:pt x="2037" y="116"/>
                    </a:lnTo>
                    <a:lnTo>
                      <a:pt x="2038" y="115"/>
                    </a:lnTo>
                    <a:lnTo>
                      <a:pt x="2039" y="114"/>
                    </a:lnTo>
                    <a:lnTo>
                      <a:pt x="2040" y="113"/>
                    </a:lnTo>
                    <a:lnTo>
                      <a:pt x="2040" y="112"/>
                    </a:lnTo>
                    <a:lnTo>
                      <a:pt x="2041" y="112"/>
                    </a:lnTo>
                    <a:lnTo>
                      <a:pt x="2041" y="111"/>
                    </a:lnTo>
                    <a:lnTo>
                      <a:pt x="2042" y="111"/>
                    </a:lnTo>
                    <a:lnTo>
                      <a:pt x="2042" y="110"/>
                    </a:lnTo>
                    <a:lnTo>
                      <a:pt x="2043" y="109"/>
                    </a:lnTo>
                    <a:lnTo>
                      <a:pt x="2043" y="108"/>
                    </a:lnTo>
                    <a:lnTo>
                      <a:pt x="2044" y="108"/>
                    </a:lnTo>
                    <a:lnTo>
                      <a:pt x="2045" y="108"/>
                    </a:lnTo>
                    <a:lnTo>
                      <a:pt x="2045" y="107"/>
                    </a:lnTo>
                    <a:lnTo>
                      <a:pt x="2046" y="107"/>
                    </a:lnTo>
                    <a:lnTo>
                      <a:pt x="2046" y="106"/>
                    </a:lnTo>
                    <a:lnTo>
                      <a:pt x="2046" y="106"/>
                    </a:lnTo>
                    <a:lnTo>
                      <a:pt x="2047" y="105"/>
                    </a:lnTo>
                    <a:lnTo>
                      <a:pt x="2048" y="104"/>
                    </a:lnTo>
                    <a:lnTo>
                      <a:pt x="2049" y="103"/>
                    </a:lnTo>
                    <a:lnTo>
                      <a:pt x="2050" y="102"/>
                    </a:lnTo>
                    <a:lnTo>
                      <a:pt x="2051" y="102"/>
                    </a:lnTo>
                    <a:lnTo>
                      <a:pt x="2051" y="101"/>
                    </a:lnTo>
                    <a:lnTo>
                      <a:pt x="2052" y="101"/>
                    </a:lnTo>
                    <a:lnTo>
                      <a:pt x="2053" y="100"/>
                    </a:lnTo>
                    <a:lnTo>
                      <a:pt x="2054" y="100"/>
                    </a:lnTo>
                    <a:lnTo>
                      <a:pt x="2055" y="99"/>
                    </a:lnTo>
                    <a:lnTo>
                      <a:pt x="2056" y="99"/>
                    </a:lnTo>
                    <a:lnTo>
                      <a:pt x="2057" y="99"/>
                    </a:lnTo>
                    <a:lnTo>
                      <a:pt x="2058" y="99"/>
                    </a:lnTo>
                    <a:lnTo>
                      <a:pt x="2059" y="99"/>
                    </a:lnTo>
                    <a:lnTo>
                      <a:pt x="2060" y="98"/>
                    </a:lnTo>
                    <a:lnTo>
                      <a:pt x="2061" y="97"/>
                    </a:lnTo>
                    <a:lnTo>
                      <a:pt x="2062" y="98"/>
                    </a:lnTo>
                    <a:lnTo>
                      <a:pt x="2063" y="98"/>
                    </a:lnTo>
                    <a:lnTo>
                      <a:pt x="2064" y="98"/>
                    </a:lnTo>
                    <a:lnTo>
                      <a:pt x="2065" y="98"/>
                    </a:lnTo>
                    <a:lnTo>
                      <a:pt x="2066" y="98"/>
                    </a:lnTo>
                    <a:lnTo>
                      <a:pt x="2067" y="98"/>
                    </a:lnTo>
                    <a:lnTo>
                      <a:pt x="2068" y="98"/>
                    </a:lnTo>
                    <a:lnTo>
                      <a:pt x="2070" y="98"/>
                    </a:lnTo>
                    <a:lnTo>
                      <a:pt x="2071" y="98"/>
                    </a:lnTo>
                    <a:lnTo>
                      <a:pt x="2072" y="98"/>
                    </a:lnTo>
                    <a:lnTo>
                      <a:pt x="2073" y="99"/>
                    </a:lnTo>
                    <a:lnTo>
                      <a:pt x="2074" y="99"/>
                    </a:lnTo>
                    <a:lnTo>
                      <a:pt x="2074" y="98"/>
                    </a:lnTo>
                    <a:lnTo>
                      <a:pt x="2074" y="98"/>
                    </a:lnTo>
                    <a:lnTo>
                      <a:pt x="2074" y="97"/>
                    </a:lnTo>
                    <a:lnTo>
                      <a:pt x="2075" y="97"/>
                    </a:lnTo>
                    <a:lnTo>
                      <a:pt x="2075" y="96"/>
                    </a:lnTo>
                    <a:lnTo>
                      <a:pt x="2076" y="95"/>
                    </a:lnTo>
                    <a:lnTo>
                      <a:pt x="2077" y="95"/>
                    </a:lnTo>
                    <a:lnTo>
                      <a:pt x="2078" y="96"/>
                    </a:lnTo>
                    <a:lnTo>
                      <a:pt x="2077" y="96"/>
                    </a:lnTo>
                    <a:lnTo>
                      <a:pt x="2076" y="96"/>
                    </a:lnTo>
                    <a:lnTo>
                      <a:pt x="2076" y="97"/>
                    </a:lnTo>
                    <a:lnTo>
                      <a:pt x="2076" y="98"/>
                    </a:lnTo>
                    <a:lnTo>
                      <a:pt x="2077" y="99"/>
                    </a:lnTo>
                    <a:lnTo>
                      <a:pt x="2079" y="99"/>
                    </a:lnTo>
                    <a:lnTo>
                      <a:pt x="2080" y="99"/>
                    </a:lnTo>
                    <a:lnTo>
                      <a:pt x="2081" y="99"/>
                    </a:lnTo>
                    <a:lnTo>
                      <a:pt x="2081" y="98"/>
                    </a:lnTo>
                    <a:lnTo>
                      <a:pt x="2081" y="97"/>
                    </a:lnTo>
                    <a:lnTo>
                      <a:pt x="2080" y="96"/>
                    </a:lnTo>
                    <a:lnTo>
                      <a:pt x="2081" y="96"/>
                    </a:lnTo>
                    <a:lnTo>
                      <a:pt x="2082" y="96"/>
                    </a:lnTo>
                    <a:lnTo>
                      <a:pt x="2082" y="97"/>
                    </a:lnTo>
                    <a:lnTo>
                      <a:pt x="2083" y="97"/>
                    </a:lnTo>
                    <a:lnTo>
                      <a:pt x="2084" y="97"/>
                    </a:lnTo>
                    <a:lnTo>
                      <a:pt x="2084" y="98"/>
                    </a:lnTo>
                    <a:lnTo>
                      <a:pt x="2084" y="99"/>
                    </a:lnTo>
                    <a:lnTo>
                      <a:pt x="2085" y="99"/>
                    </a:lnTo>
                    <a:lnTo>
                      <a:pt x="2085" y="99"/>
                    </a:lnTo>
                    <a:lnTo>
                      <a:pt x="2086" y="99"/>
                    </a:lnTo>
                    <a:lnTo>
                      <a:pt x="2087" y="99"/>
                    </a:lnTo>
                    <a:lnTo>
                      <a:pt x="2088" y="99"/>
                    </a:lnTo>
                    <a:lnTo>
                      <a:pt x="2089" y="99"/>
                    </a:lnTo>
                    <a:lnTo>
                      <a:pt x="2089" y="99"/>
                    </a:lnTo>
                    <a:lnTo>
                      <a:pt x="2090" y="99"/>
                    </a:lnTo>
                    <a:lnTo>
                      <a:pt x="2089" y="98"/>
                    </a:lnTo>
                    <a:lnTo>
                      <a:pt x="2090" y="97"/>
                    </a:lnTo>
                    <a:lnTo>
                      <a:pt x="2090" y="96"/>
                    </a:lnTo>
                    <a:lnTo>
                      <a:pt x="2090" y="95"/>
                    </a:lnTo>
                    <a:lnTo>
                      <a:pt x="2091" y="95"/>
                    </a:lnTo>
                    <a:lnTo>
                      <a:pt x="2092" y="94"/>
                    </a:lnTo>
                    <a:lnTo>
                      <a:pt x="2094" y="94"/>
                    </a:lnTo>
                    <a:lnTo>
                      <a:pt x="2095" y="93"/>
                    </a:lnTo>
                    <a:lnTo>
                      <a:pt x="2096" y="92"/>
                    </a:lnTo>
                    <a:lnTo>
                      <a:pt x="2097" y="92"/>
                    </a:lnTo>
                    <a:lnTo>
                      <a:pt x="2097" y="93"/>
                    </a:lnTo>
                    <a:lnTo>
                      <a:pt x="2097" y="94"/>
                    </a:lnTo>
                    <a:lnTo>
                      <a:pt x="2098" y="95"/>
                    </a:lnTo>
                    <a:lnTo>
                      <a:pt x="2099" y="96"/>
                    </a:lnTo>
                    <a:lnTo>
                      <a:pt x="2097" y="93"/>
                    </a:lnTo>
                    <a:lnTo>
                      <a:pt x="2095" y="95"/>
                    </a:lnTo>
                    <a:lnTo>
                      <a:pt x="2096" y="96"/>
                    </a:lnTo>
                    <a:lnTo>
                      <a:pt x="2097" y="97"/>
                    </a:lnTo>
                    <a:lnTo>
                      <a:pt x="2096" y="97"/>
                    </a:lnTo>
                    <a:lnTo>
                      <a:pt x="2096" y="96"/>
                    </a:lnTo>
                    <a:lnTo>
                      <a:pt x="2095" y="95"/>
                    </a:lnTo>
                    <a:lnTo>
                      <a:pt x="2094" y="95"/>
                    </a:lnTo>
                    <a:lnTo>
                      <a:pt x="2093" y="96"/>
                    </a:lnTo>
                    <a:lnTo>
                      <a:pt x="2094" y="98"/>
                    </a:lnTo>
                    <a:lnTo>
                      <a:pt x="2093" y="96"/>
                    </a:lnTo>
                    <a:lnTo>
                      <a:pt x="2091" y="97"/>
                    </a:lnTo>
                    <a:lnTo>
                      <a:pt x="2091" y="98"/>
                    </a:lnTo>
                    <a:lnTo>
                      <a:pt x="2091" y="99"/>
                    </a:lnTo>
                    <a:lnTo>
                      <a:pt x="2091" y="99"/>
                    </a:lnTo>
                    <a:lnTo>
                      <a:pt x="2092" y="100"/>
                    </a:lnTo>
                    <a:lnTo>
                      <a:pt x="2093" y="101"/>
                    </a:lnTo>
                    <a:lnTo>
                      <a:pt x="2094" y="102"/>
                    </a:lnTo>
                    <a:lnTo>
                      <a:pt x="2095" y="102"/>
                    </a:lnTo>
                    <a:lnTo>
                      <a:pt x="2096" y="102"/>
                    </a:lnTo>
                    <a:lnTo>
                      <a:pt x="2098" y="103"/>
                    </a:lnTo>
                    <a:lnTo>
                      <a:pt x="2099" y="103"/>
                    </a:lnTo>
                    <a:lnTo>
                      <a:pt x="2100" y="103"/>
                    </a:lnTo>
                    <a:lnTo>
                      <a:pt x="2101" y="103"/>
                    </a:lnTo>
                    <a:lnTo>
                      <a:pt x="2101" y="102"/>
                    </a:lnTo>
                    <a:lnTo>
                      <a:pt x="2101" y="101"/>
                    </a:lnTo>
                    <a:lnTo>
                      <a:pt x="2101" y="102"/>
                    </a:lnTo>
                    <a:lnTo>
                      <a:pt x="2102" y="102"/>
                    </a:lnTo>
                    <a:lnTo>
                      <a:pt x="2102" y="103"/>
                    </a:lnTo>
                    <a:lnTo>
                      <a:pt x="2102" y="102"/>
                    </a:lnTo>
                    <a:lnTo>
                      <a:pt x="2103" y="102"/>
                    </a:lnTo>
                    <a:lnTo>
                      <a:pt x="2104" y="102"/>
                    </a:lnTo>
                    <a:lnTo>
                      <a:pt x="2104" y="101"/>
                    </a:lnTo>
                    <a:lnTo>
                      <a:pt x="2105" y="100"/>
                    </a:lnTo>
                    <a:lnTo>
                      <a:pt x="2102" y="99"/>
                    </a:lnTo>
                    <a:lnTo>
                      <a:pt x="2103" y="98"/>
                    </a:lnTo>
                    <a:lnTo>
                      <a:pt x="2103" y="97"/>
                    </a:lnTo>
                    <a:lnTo>
                      <a:pt x="2102" y="97"/>
                    </a:lnTo>
                    <a:lnTo>
                      <a:pt x="2102" y="96"/>
                    </a:lnTo>
                    <a:lnTo>
                      <a:pt x="2103" y="96"/>
                    </a:lnTo>
                    <a:lnTo>
                      <a:pt x="2103" y="95"/>
                    </a:lnTo>
                    <a:lnTo>
                      <a:pt x="2103" y="94"/>
                    </a:lnTo>
                    <a:lnTo>
                      <a:pt x="2103" y="92"/>
                    </a:lnTo>
                    <a:lnTo>
                      <a:pt x="2103" y="91"/>
                    </a:lnTo>
                    <a:lnTo>
                      <a:pt x="2103" y="90"/>
                    </a:lnTo>
                    <a:lnTo>
                      <a:pt x="2103" y="89"/>
                    </a:lnTo>
                    <a:lnTo>
                      <a:pt x="2102" y="89"/>
                    </a:lnTo>
                    <a:lnTo>
                      <a:pt x="2102" y="89"/>
                    </a:lnTo>
                    <a:lnTo>
                      <a:pt x="2101" y="89"/>
                    </a:lnTo>
                    <a:lnTo>
                      <a:pt x="2100" y="88"/>
                    </a:lnTo>
                    <a:lnTo>
                      <a:pt x="2099" y="88"/>
                    </a:lnTo>
                    <a:lnTo>
                      <a:pt x="2098" y="88"/>
                    </a:lnTo>
                    <a:lnTo>
                      <a:pt x="2097" y="88"/>
                    </a:lnTo>
                    <a:lnTo>
                      <a:pt x="2095" y="88"/>
                    </a:lnTo>
                    <a:lnTo>
                      <a:pt x="2094" y="87"/>
                    </a:lnTo>
                    <a:lnTo>
                      <a:pt x="2093" y="87"/>
                    </a:lnTo>
                    <a:lnTo>
                      <a:pt x="2092" y="87"/>
                    </a:lnTo>
                    <a:lnTo>
                      <a:pt x="2091" y="87"/>
                    </a:lnTo>
                    <a:lnTo>
                      <a:pt x="2091" y="86"/>
                    </a:lnTo>
                    <a:lnTo>
                      <a:pt x="2092" y="86"/>
                    </a:lnTo>
                    <a:lnTo>
                      <a:pt x="2093" y="86"/>
                    </a:lnTo>
                    <a:lnTo>
                      <a:pt x="2094" y="86"/>
                    </a:lnTo>
                    <a:lnTo>
                      <a:pt x="2095" y="86"/>
                    </a:lnTo>
                    <a:lnTo>
                      <a:pt x="2096" y="86"/>
                    </a:lnTo>
                    <a:lnTo>
                      <a:pt x="2097" y="87"/>
                    </a:lnTo>
                    <a:lnTo>
                      <a:pt x="2098" y="87"/>
                    </a:lnTo>
                    <a:lnTo>
                      <a:pt x="2099" y="87"/>
                    </a:lnTo>
                    <a:lnTo>
                      <a:pt x="2100" y="87"/>
                    </a:lnTo>
                    <a:lnTo>
                      <a:pt x="2102" y="88"/>
                    </a:lnTo>
                    <a:lnTo>
                      <a:pt x="2102" y="88"/>
                    </a:lnTo>
                    <a:lnTo>
                      <a:pt x="2103" y="88"/>
                    </a:lnTo>
                    <a:lnTo>
                      <a:pt x="2104" y="89"/>
                    </a:lnTo>
                    <a:lnTo>
                      <a:pt x="2104" y="90"/>
                    </a:lnTo>
                    <a:lnTo>
                      <a:pt x="2104" y="91"/>
                    </a:lnTo>
                    <a:lnTo>
                      <a:pt x="2105" y="92"/>
                    </a:lnTo>
                    <a:lnTo>
                      <a:pt x="2106" y="92"/>
                    </a:lnTo>
                    <a:lnTo>
                      <a:pt x="2107" y="93"/>
                    </a:lnTo>
                    <a:lnTo>
                      <a:pt x="2108" y="93"/>
                    </a:lnTo>
                    <a:lnTo>
                      <a:pt x="2109" y="93"/>
                    </a:lnTo>
                    <a:lnTo>
                      <a:pt x="2109" y="94"/>
                    </a:lnTo>
                    <a:lnTo>
                      <a:pt x="2110" y="94"/>
                    </a:lnTo>
                    <a:lnTo>
                      <a:pt x="2110" y="95"/>
                    </a:lnTo>
                    <a:lnTo>
                      <a:pt x="2111" y="95"/>
                    </a:lnTo>
                    <a:lnTo>
                      <a:pt x="2112" y="95"/>
                    </a:lnTo>
                    <a:lnTo>
                      <a:pt x="2112" y="96"/>
                    </a:lnTo>
                    <a:lnTo>
                      <a:pt x="2111" y="96"/>
                    </a:lnTo>
                    <a:lnTo>
                      <a:pt x="2110" y="96"/>
                    </a:lnTo>
                    <a:lnTo>
                      <a:pt x="2110" y="97"/>
                    </a:lnTo>
                    <a:lnTo>
                      <a:pt x="2110" y="98"/>
                    </a:lnTo>
                    <a:lnTo>
                      <a:pt x="2110" y="99"/>
                    </a:lnTo>
                    <a:lnTo>
                      <a:pt x="2110" y="99"/>
                    </a:lnTo>
                    <a:lnTo>
                      <a:pt x="2111" y="99"/>
                    </a:lnTo>
                    <a:lnTo>
                      <a:pt x="2112" y="100"/>
                    </a:lnTo>
                    <a:lnTo>
                      <a:pt x="2113" y="100"/>
                    </a:lnTo>
                    <a:lnTo>
                      <a:pt x="2114" y="100"/>
                    </a:lnTo>
                    <a:lnTo>
                      <a:pt x="2115" y="99"/>
                    </a:lnTo>
                    <a:lnTo>
                      <a:pt x="2116" y="99"/>
                    </a:lnTo>
                    <a:lnTo>
                      <a:pt x="2117" y="99"/>
                    </a:lnTo>
                    <a:lnTo>
                      <a:pt x="2117" y="98"/>
                    </a:lnTo>
                    <a:lnTo>
                      <a:pt x="2116" y="98"/>
                    </a:lnTo>
                    <a:lnTo>
                      <a:pt x="2116" y="97"/>
                    </a:lnTo>
                    <a:lnTo>
                      <a:pt x="2115" y="97"/>
                    </a:lnTo>
                    <a:lnTo>
                      <a:pt x="2115" y="96"/>
                    </a:lnTo>
                    <a:lnTo>
                      <a:pt x="2116" y="96"/>
                    </a:lnTo>
                    <a:lnTo>
                      <a:pt x="2116" y="97"/>
                    </a:lnTo>
                    <a:lnTo>
                      <a:pt x="2117" y="97"/>
                    </a:lnTo>
                    <a:lnTo>
                      <a:pt x="2118" y="97"/>
                    </a:lnTo>
                    <a:lnTo>
                      <a:pt x="2119" y="98"/>
                    </a:lnTo>
                    <a:lnTo>
                      <a:pt x="2118" y="98"/>
                    </a:lnTo>
                    <a:lnTo>
                      <a:pt x="2118" y="99"/>
                    </a:lnTo>
                    <a:lnTo>
                      <a:pt x="2117" y="99"/>
                    </a:lnTo>
                    <a:lnTo>
                      <a:pt x="2117" y="99"/>
                    </a:lnTo>
                    <a:lnTo>
                      <a:pt x="2117" y="100"/>
                    </a:lnTo>
                    <a:lnTo>
                      <a:pt x="2118" y="101"/>
                    </a:lnTo>
                    <a:lnTo>
                      <a:pt x="2119" y="102"/>
                    </a:lnTo>
                    <a:lnTo>
                      <a:pt x="2120" y="102"/>
                    </a:lnTo>
                    <a:lnTo>
                      <a:pt x="2121" y="102"/>
                    </a:lnTo>
                    <a:lnTo>
                      <a:pt x="2122" y="102"/>
                    </a:lnTo>
                    <a:lnTo>
                      <a:pt x="2123" y="101"/>
                    </a:lnTo>
                    <a:lnTo>
                      <a:pt x="2124" y="101"/>
                    </a:lnTo>
                    <a:lnTo>
                      <a:pt x="2124" y="100"/>
                    </a:lnTo>
                    <a:lnTo>
                      <a:pt x="2125" y="100"/>
                    </a:lnTo>
                    <a:lnTo>
                      <a:pt x="2125" y="99"/>
                    </a:lnTo>
                    <a:lnTo>
                      <a:pt x="2125" y="99"/>
                    </a:lnTo>
                    <a:lnTo>
                      <a:pt x="2124" y="99"/>
                    </a:lnTo>
                    <a:lnTo>
                      <a:pt x="2123" y="98"/>
                    </a:lnTo>
                    <a:lnTo>
                      <a:pt x="2124" y="97"/>
                    </a:lnTo>
                    <a:lnTo>
                      <a:pt x="2124" y="98"/>
                    </a:lnTo>
                    <a:lnTo>
                      <a:pt x="2125" y="98"/>
                    </a:lnTo>
                    <a:lnTo>
                      <a:pt x="2126" y="99"/>
                    </a:lnTo>
                    <a:lnTo>
                      <a:pt x="2125" y="99"/>
                    </a:lnTo>
                    <a:lnTo>
                      <a:pt x="2126" y="99"/>
                    </a:lnTo>
                    <a:lnTo>
                      <a:pt x="2126" y="100"/>
                    </a:lnTo>
                    <a:lnTo>
                      <a:pt x="2126" y="101"/>
                    </a:lnTo>
                    <a:lnTo>
                      <a:pt x="2127" y="102"/>
                    </a:lnTo>
                    <a:lnTo>
                      <a:pt x="2129" y="102"/>
                    </a:lnTo>
                    <a:lnTo>
                      <a:pt x="2130" y="102"/>
                    </a:lnTo>
                    <a:lnTo>
                      <a:pt x="2131" y="102"/>
                    </a:lnTo>
                    <a:lnTo>
                      <a:pt x="2131" y="102"/>
                    </a:lnTo>
                    <a:lnTo>
                      <a:pt x="2132" y="101"/>
                    </a:lnTo>
                    <a:lnTo>
                      <a:pt x="2132" y="100"/>
                    </a:lnTo>
                    <a:lnTo>
                      <a:pt x="2133" y="99"/>
                    </a:lnTo>
                    <a:lnTo>
                      <a:pt x="2133" y="99"/>
                    </a:lnTo>
                    <a:lnTo>
                      <a:pt x="2134" y="99"/>
                    </a:lnTo>
                    <a:lnTo>
                      <a:pt x="2134" y="97"/>
                    </a:lnTo>
                    <a:lnTo>
                      <a:pt x="2135" y="97"/>
                    </a:lnTo>
                    <a:lnTo>
                      <a:pt x="2135" y="96"/>
                    </a:lnTo>
                    <a:lnTo>
                      <a:pt x="2136" y="96"/>
                    </a:lnTo>
                    <a:lnTo>
                      <a:pt x="2137" y="96"/>
                    </a:lnTo>
                    <a:lnTo>
                      <a:pt x="2138" y="96"/>
                    </a:lnTo>
                    <a:lnTo>
                      <a:pt x="2137" y="97"/>
                    </a:lnTo>
                    <a:lnTo>
                      <a:pt x="2136" y="97"/>
                    </a:lnTo>
                    <a:lnTo>
                      <a:pt x="2135" y="97"/>
                    </a:lnTo>
                    <a:lnTo>
                      <a:pt x="2135" y="98"/>
                    </a:lnTo>
                    <a:lnTo>
                      <a:pt x="2135" y="99"/>
                    </a:lnTo>
                    <a:lnTo>
                      <a:pt x="2134" y="99"/>
                    </a:lnTo>
                    <a:lnTo>
                      <a:pt x="2133" y="100"/>
                    </a:lnTo>
                    <a:lnTo>
                      <a:pt x="2133" y="101"/>
                    </a:lnTo>
                    <a:lnTo>
                      <a:pt x="2133" y="102"/>
                    </a:lnTo>
                    <a:lnTo>
                      <a:pt x="2134" y="102"/>
                    </a:lnTo>
                    <a:lnTo>
                      <a:pt x="2135" y="103"/>
                    </a:lnTo>
                    <a:lnTo>
                      <a:pt x="2136" y="104"/>
                    </a:lnTo>
                    <a:lnTo>
                      <a:pt x="2137" y="104"/>
                    </a:lnTo>
                    <a:lnTo>
                      <a:pt x="2139" y="104"/>
                    </a:lnTo>
                    <a:lnTo>
                      <a:pt x="2141" y="104"/>
                    </a:lnTo>
                    <a:lnTo>
                      <a:pt x="2142" y="104"/>
                    </a:lnTo>
                    <a:lnTo>
                      <a:pt x="2143" y="104"/>
                    </a:lnTo>
                    <a:lnTo>
                      <a:pt x="2143" y="103"/>
                    </a:lnTo>
                    <a:lnTo>
                      <a:pt x="2144" y="103"/>
                    </a:lnTo>
                    <a:lnTo>
                      <a:pt x="2144" y="102"/>
                    </a:lnTo>
                    <a:lnTo>
                      <a:pt x="2144" y="101"/>
                    </a:lnTo>
                    <a:lnTo>
                      <a:pt x="2144" y="100"/>
                    </a:lnTo>
                    <a:lnTo>
                      <a:pt x="2144" y="99"/>
                    </a:lnTo>
                    <a:lnTo>
                      <a:pt x="2144" y="99"/>
                    </a:lnTo>
                    <a:lnTo>
                      <a:pt x="2143" y="99"/>
                    </a:lnTo>
                    <a:lnTo>
                      <a:pt x="2143" y="98"/>
                    </a:lnTo>
                    <a:lnTo>
                      <a:pt x="2143" y="97"/>
                    </a:lnTo>
                    <a:lnTo>
                      <a:pt x="2142" y="97"/>
                    </a:lnTo>
                    <a:lnTo>
                      <a:pt x="2143" y="98"/>
                    </a:lnTo>
                    <a:lnTo>
                      <a:pt x="2144" y="98"/>
                    </a:lnTo>
                    <a:lnTo>
                      <a:pt x="2144" y="99"/>
                    </a:lnTo>
                    <a:lnTo>
                      <a:pt x="2145" y="99"/>
                    </a:lnTo>
                    <a:lnTo>
                      <a:pt x="2145" y="99"/>
                    </a:lnTo>
                    <a:lnTo>
                      <a:pt x="2145" y="100"/>
                    </a:lnTo>
                    <a:lnTo>
                      <a:pt x="2145" y="101"/>
                    </a:lnTo>
                    <a:lnTo>
                      <a:pt x="2144" y="102"/>
                    </a:lnTo>
                    <a:lnTo>
                      <a:pt x="2144" y="103"/>
                    </a:lnTo>
                    <a:lnTo>
                      <a:pt x="2144" y="104"/>
                    </a:lnTo>
                    <a:lnTo>
                      <a:pt x="2144" y="105"/>
                    </a:lnTo>
                    <a:lnTo>
                      <a:pt x="2143" y="105"/>
                    </a:lnTo>
                    <a:lnTo>
                      <a:pt x="2143" y="106"/>
                    </a:lnTo>
                    <a:lnTo>
                      <a:pt x="2144" y="106"/>
                    </a:lnTo>
                    <a:lnTo>
                      <a:pt x="2144" y="107"/>
                    </a:lnTo>
                    <a:lnTo>
                      <a:pt x="2145" y="107"/>
                    </a:lnTo>
                    <a:lnTo>
                      <a:pt x="2146" y="107"/>
                    </a:lnTo>
                    <a:lnTo>
                      <a:pt x="2146" y="108"/>
                    </a:lnTo>
                    <a:lnTo>
                      <a:pt x="2147" y="108"/>
                    </a:lnTo>
                    <a:lnTo>
                      <a:pt x="2148" y="108"/>
                    </a:lnTo>
                    <a:lnTo>
                      <a:pt x="2148" y="107"/>
                    </a:lnTo>
                    <a:lnTo>
                      <a:pt x="2149" y="107"/>
                    </a:lnTo>
                    <a:lnTo>
                      <a:pt x="2150" y="107"/>
                    </a:lnTo>
                    <a:lnTo>
                      <a:pt x="2150" y="108"/>
                    </a:lnTo>
                    <a:lnTo>
                      <a:pt x="2151" y="108"/>
                    </a:lnTo>
                    <a:lnTo>
                      <a:pt x="2151" y="109"/>
                    </a:lnTo>
                    <a:lnTo>
                      <a:pt x="2152" y="109"/>
                    </a:lnTo>
                    <a:lnTo>
                      <a:pt x="2153" y="109"/>
                    </a:lnTo>
                    <a:lnTo>
                      <a:pt x="2153" y="110"/>
                    </a:lnTo>
                    <a:lnTo>
                      <a:pt x="2154" y="110"/>
                    </a:lnTo>
                    <a:lnTo>
                      <a:pt x="2154" y="109"/>
                    </a:lnTo>
                    <a:lnTo>
                      <a:pt x="2155" y="109"/>
                    </a:lnTo>
                    <a:lnTo>
                      <a:pt x="2155" y="108"/>
                    </a:lnTo>
                    <a:lnTo>
                      <a:pt x="2156" y="108"/>
                    </a:lnTo>
                    <a:lnTo>
                      <a:pt x="2156" y="107"/>
                    </a:lnTo>
                    <a:lnTo>
                      <a:pt x="2157" y="107"/>
                    </a:lnTo>
                    <a:lnTo>
                      <a:pt x="2157" y="106"/>
                    </a:lnTo>
                    <a:lnTo>
                      <a:pt x="2158" y="105"/>
                    </a:lnTo>
                    <a:lnTo>
                      <a:pt x="2159" y="105"/>
                    </a:lnTo>
                    <a:lnTo>
                      <a:pt x="2159" y="104"/>
                    </a:lnTo>
                    <a:lnTo>
                      <a:pt x="2158" y="104"/>
                    </a:lnTo>
                    <a:lnTo>
                      <a:pt x="2158" y="103"/>
                    </a:lnTo>
                    <a:lnTo>
                      <a:pt x="2157" y="103"/>
                    </a:lnTo>
                    <a:lnTo>
                      <a:pt x="2157" y="102"/>
                    </a:lnTo>
                    <a:lnTo>
                      <a:pt x="2158" y="103"/>
                    </a:lnTo>
                    <a:lnTo>
                      <a:pt x="2159" y="103"/>
                    </a:lnTo>
                    <a:lnTo>
                      <a:pt x="2159" y="104"/>
                    </a:lnTo>
                    <a:lnTo>
                      <a:pt x="2159" y="104"/>
                    </a:lnTo>
                    <a:lnTo>
                      <a:pt x="2160" y="104"/>
                    </a:lnTo>
                    <a:lnTo>
                      <a:pt x="2161" y="104"/>
                    </a:lnTo>
                    <a:lnTo>
                      <a:pt x="2162" y="104"/>
                    </a:lnTo>
                    <a:lnTo>
                      <a:pt x="2161" y="105"/>
                    </a:lnTo>
                    <a:lnTo>
                      <a:pt x="2161" y="104"/>
                    </a:lnTo>
                    <a:lnTo>
                      <a:pt x="2160" y="104"/>
                    </a:lnTo>
                    <a:lnTo>
                      <a:pt x="2159" y="104"/>
                    </a:lnTo>
                    <a:lnTo>
                      <a:pt x="2159" y="105"/>
                    </a:lnTo>
                    <a:lnTo>
                      <a:pt x="2159" y="105"/>
                    </a:lnTo>
                    <a:lnTo>
                      <a:pt x="2158" y="105"/>
                    </a:lnTo>
                    <a:lnTo>
                      <a:pt x="2158" y="106"/>
                    </a:lnTo>
                    <a:lnTo>
                      <a:pt x="2157" y="107"/>
                    </a:lnTo>
                    <a:lnTo>
                      <a:pt x="2156" y="108"/>
                    </a:lnTo>
                    <a:lnTo>
                      <a:pt x="2156" y="109"/>
                    </a:lnTo>
                    <a:lnTo>
                      <a:pt x="2155" y="109"/>
                    </a:lnTo>
                    <a:lnTo>
                      <a:pt x="2155" y="110"/>
                    </a:lnTo>
                    <a:lnTo>
                      <a:pt x="2155" y="111"/>
                    </a:lnTo>
                    <a:lnTo>
                      <a:pt x="2156" y="111"/>
                    </a:lnTo>
                    <a:lnTo>
                      <a:pt x="2157" y="112"/>
                    </a:lnTo>
                    <a:lnTo>
                      <a:pt x="2157" y="113"/>
                    </a:lnTo>
                    <a:lnTo>
                      <a:pt x="2158" y="113"/>
                    </a:lnTo>
                    <a:lnTo>
                      <a:pt x="2158" y="114"/>
                    </a:lnTo>
                    <a:lnTo>
                      <a:pt x="2159" y="114"/>
                    </a:lnTo>
                    <a:lnTo>
                      <a:pt x="2159" y="113"/>
                    </a:lnTo>
                    <a:lnTo>
                      <a:pt x="2159" y="113"/>
                    </a:lnTo>
                    <a:lnTo>
                      <a:pt x="2159" y="114"/>
                    </a:lnTo>
                    <a:lnTo>
                      <a:pt x="2159" y="115"/>
                    </a:lnTo>
                    <a:lnTo>
                      <a:pt x="2160" y="115"/>
                    </a:lnTo>
                    <a:lnTo>
                      <a:pt x="2161" y="115"/>
                    </a:lnTo>
                    <a:lnTo>
                      <a:pt x="2162" y="116"/>
                    </a:lnTo>
                    <a:lnTo>
                      <a:pt x="2163" y="116"/>
                    </a:lnTo>
                    <a:lnTo>
                      <a:pt x="2164" y="115"/>
                    </a:lnTo>
                    <a:lnTo>
                      <a:pt x="2165" y="114"/>
                    </a:lnTo>
                    <a:lnTo>
                      <a:pt x="2166" y="114"/>
                    </a:lnTo>
                    <a:lnTo>
                      <a:pt x="2166" y="113"/>
                    </a:lnTo>
                    <a:lnTo>
                      <a:pt x="2167" y="113"/>
                    </a:lnTo>
                    <a:lnTo>
                      <a:pt x="2167" y="112"/>
                    </a:lnTo>
                    <a:lnTo>
                      <a:pt x="2166" y="112"/>
                    </a:lnTo>
                    <a:lnTo>
                      <a:pt x="2166" y="113"/>
                    </a:lnTo>
                    <a:lnTo>
                      <a:pt x="2165" y="113"/>
                    </a:lnTo>
                    <a:lnTo>
                      <a:pt x="2164" y="113"/>
                    </a:lnTo>
                    <a:lnTo>
                      <a:pt x="2163" y="113"/>
                    </a:lnTo>
                    <a:lnTo>
                      <a:pt x="2162" y="113"/>
                    </a:lnTo>
                    <a:lnTo>
                      <a:pt x="2161" y="113"/>
                    </a:lnTo>
                    <a:lnTo>
                      <a:pt x="2161" y="112"/>
                    </a:lnTo>
                    <a:lnTo>
                      <a:pt x="2162" y="112"/>
                    </a:lnTo>
                    <a:lnTo>
                      <a:pt x="2163" y="112"/>
                    </a:lnTo>
                    <a:lnTo>
                      <a:pt x="2164" y="112"/>
                    </a:lnTo>
                    <a:lnTo>
                      <a:pt x="2165" y="112"/>
                    </a:lnTo>
                    <a:lnTo>
                      <a:pt x="2166" y="112"/>
                    </a:lnTo>
                    <a:lnTo>
                      <a:pt x="2167" y="111"/>
                    </a:lnTo>
                    <a:lnTo>
                      <a:pt x="2168" y="111"/>
                    </a:lnTo>
                    <a:lnTo>
                      <a:pt x="2168" y="110"/>
                    </a:lnTo>
                    <a:lnTo>
                      <a:pt x="2169" y="110"/>
                    </a:lnTo>
                    <a:lnTo>
                      <a:pt x="2170" y="109"/>
                    </a:lnTo>
                    <a:lnTo>
                      <a:pt x="2171" y="108"/>
                    </a:lnTo>
                    <a:lnTo>
                      <a:pt x="2171" y="107"/>
                    </a:lnTo>
                    <a:lnTo>
                      <a:pt x="2171" y="106"/>
                    </a:lnTo>
                    <a:lnTo>
                      <a:pt x="2170" y="106"/>
                    </a:lnTo>
                    <a:lnTo>
                      <a:pt x="2170" y="105"/>
                    </a:lnTo>
                    <a:lnTo>
                      <a:pt x="2169" y="105"/>
                    </a:lnTo>
                    <a:lnTo>
                      <a:pt x="2168" y="104"/>
                    </a:lnTo>
                    <a:lnTo>
                      <a:pt x="2167" y="104"/>
                    </a:lnTo>
                    <a:lnTo>
                      <a:pt x="2167" y="103"/>
                    </a:lnTo>
                    <a:lnTo>
                      <a:pt x="2168" y="103"/>
                    </a:lnTo>
                    <a:lnTo>
                      <a:pt x="2169" y="104"/>
                    </a:lnTo>
                    <a:lnTo>
                      <a:pt x="2170" y="105"/>
                    </a:lnTo>
                    <a:lnTo>
                      <a:pt x="2171" y="105"/>
                    </a:lnTo>
                    <a:lnTo>
                      <a:pt x="2171" y="106"/>
                    </a:lnTo>
                    <a:lnTo>
                      <a:pt x="2172" y="106"/>
                    </a:lnTo>
                    <a:lnTo>
                      <a:pt x="2173" y="106"/>
                    </a:lnTo>
                    <a:lnTo>
                      <a:pt x="2174" y="105"/>
                    </a:lnTo>
                    <a:lnTo>
                      <a:pt x="2175" y="105"/>
                    </a:lnTo>
                    <a:lnTo>
                      <a:pt x="2176" y="105"/>
                    </a:lnTo>
                    <a:lnTo>
                      <a:pt x="2177" y="105"/>
                    </a:lnTo>
                    <a:lnTo>
                      <a:pt x="2177" y="106"/>
                    </a:lnTo>
                    <a:lnTo>
                      <a:pt x="2176" y="105"/>
                    </a:lnTo>
                    <a:lnTo>
                      <a:pt x="2175" y="105"/>
                    </a:lnTo>
                    <a:lnTo>
                      <a:pt x="2175" y="106"/>
                    </a:lnTo>
                    <a:lnTo>
                      <a:pt x="2175" y="105"/>
                    </a:lnTo>
                    <a:lnTo>
                      <a:pt x="2174" y="105"/>
                    </a:lnTo>
                    <a:lnTo>
                      <a:pt x="2174" y="106"/>
                    </a:lnTo>
                    <a:lnTo>
                      <a:pt x="2173" y="106"/>
                    </a:lnTo>
                    <a:lnTo>
                      <a:pt x="2172" y="106"/>
                    </a:lnTo>
                    <a:lnTo>
                      <a:pt x="2172" y="107"/>
                    </a:lnTo>
                    <a:lnTo>
                      <a:pt x="2171" y="107"/>
                    </a:lnTo>
                    <a:lnTo>
                      <a:pt x="2171" y="108"/>
                    </a:lnTo>
                    <a:lnTo>
                      <a:pt x="2171" y="109"/>
                    </a:lnTo>
                    <a:lnTo>
                      <a:pt x="2171" y="110"/>
                    </a:lnTo>
                    <a:lnTo>
                      <a:pt x="2172" y="111"/>
                    </a:lnTo>
                    <a:lnTo>
                      <a:pt x="2173" y="112"/>
                    </a:lnTo>
                    <a:lnTo>
                      <a:pt x="2174" y="113"/>
                    </a:lnTo>
                    <a:lnTo>
                      <a:pt x="2175" y="113"/>
                    </a:lnTo>
                    <a:lnTo>
                      <a:pt x="2176" y="113"/>
                    </a:lnTo>
                    <a:lnTo>
                      <a:pt x="2176" y="114"/>
                    </a:lnTo>
                    <a:lnTo>
                      <a:pt x="2175" y="113"/>
                    </a:lnTo>
                    <a:lnTo>
                      <a:pt x="2174" y="113"/>
                    </a:lnTo>
                    <a:lnTo>
                      <a:pt x="2173" y="113"/>
                    </a:lnTo>
                    <a:lnTo>
                      <a:pt x="2172" y="112"/>
                    </a:lnTo>
                    <a:lnTo>
                      <a:pt x="2171" y="111"/>
                    </a:lnTo>
                    <a:lnTo>
                      <a:pt x="2170" y="110"/>
                    </a:lnTo>
                    <a:lnTo>
                      <a:pt x="2169" y="111"/>
                    </a:lnTo>
                    <a:lnTo>
                      <a:pt x="2168" y="113"/>
                    </a:lnTo>
                    <a:lnTo>
                      <a:pt x="2167" y="114"/>
                    </a:lnTo>
                    <a:lnTo>
                      <a:pt x="2166" y="115"/>
                    </a:lnTo>
                    <a:lnTo>
                      <a:pt x="2166" y="116"/>
                    </a:lnTo>
                    <a:lnTo>
                      <a:pt x="2166" y="117"/>
                    </a:lnTo>
                    <a:lnTo>
                      <a:pt x="2167" y="117"/>
                    </a:lnTo>
                    <a:lnTo>
                      <a:pt x="2167" y="118"/>
                    </a:lnTo>
                    <a:lnTo>
                      <a:pt x="2168" y="118"/>
                    </a:lnTo>
                    <a:lnTo>
                      <a:pt x="2169" y="118"/>
                    </a:lnTo>
                    <a:lnTo>
                      <a:pt x="2170" y="118"/>
                    </a:lnTo>
                    <a:lnTo>
                      <a:pt x="2171" y="118"/>
                    </a:lnTo>
                    <a:lnTo>
                      <a:pt x="2172" y="118"/>
                    </a:lnTo>
                    <a:lnTo>
                      <a:pt x="2173" y="118"/>
                    </a:lnTo>
                    <a:lnTo>
                      <a:pt x="2174" y="118"/>
                    </a:lnTo>
                    <a:lnTo>
                      <a:pt x="2175" y="118"/>
                    </a:lnTo>
                    <a:lnTo>
                      <a:pt x="2176" y="118"/>
                    </a:lnTo>
                    <a:lnTo>
                      <a:pt x="2177" y="118"/>
                    </a:lnTo>
                    <a:lnTo>
                      <a:pt x="2178" y="117"/>
                    </a:lnTo>
                    <a:lnTo>
                      <a:pt x="2179" y="117"/>
                    </a:lnTo>
                    <a:lnTo>
                      <a:pt x="2180" y="117"/>
                    </a:lnTo>
                    <a:lnTo>
                      <a:pt x="2181" y="116"/>
                    </a:lnTo>
                    <a:lnTo>
                      <a:pt x="2182" y="116"/>
                    </a:lnTo>
                    <a:lnTo>
                      <a:pt x="2183" y="116"/>
                    </a:lnTo>
                    <a:lnTo>
                      <a:pt x="2184" y="116"/>
                    </a:lnTo>
                    <a:lnTo>
                      <a:pt x="2184" y="115"/>
                    </a:lnTo>
                    <a:lnTo>
                      <a:pt x="2185" y="115"/>
                    </a:lnTo>
                    <a:lnTo>
                      <a:pt x="2186" y="115"/>
                    </a:lnTo>
                    <a:lnTo>
                      <a:pt x="2186" y="114"/>
                    </a:lnTo>
                    <a:lnTo>
                      <a:pt x="2187" y="114"/>
                    </a:lnTo>
                    <a:lnTo>
                      <a:pt x="2187" y="113"/>
                    </a:lnTo>
                    <a:lnTo>
                      <a:pt x="2187" y="112"/>
                    </a:lnTo>
                    <a:lnTo>
                      <a:pt x="2187" y="111"/>
                    </a:lnTo>
                    <a:lnTo>
                      <a:pt x="2187" y="111"/>
                    </a:lnTo>
                    <a:lnTo>
                      <a:pt x="2187" y="110"/>
                    </a:lnTo>
                    <a:lnTo>
                      <a:pt x="2186" y="110"/>
                    </a:lnTo>
                    <a:lnTo>
                      <a:pt x="2185" y="111"/>
                    </a:lnTo>
                    <a:lnTo>
                      <a:pt x="2183" y="112"/>
                    </a:lnTo>
                    <a:lnTo>
                      <a:pt x="2182" y="113"/>
                    </a:lnTo>
                    <a:lnTo>
                      <a:pt x="2181" y="113"/>
                    </a:lnTo>
                    <a:lnTo>
                      <a:pt x="2180" y="113"/>
                    </a:lnTo>
                    <a:lnTo>
                      <a:pt x="2180" y="114"/>
                    </a:lnTo>
                    <a:lnTo>
                      <a:pt x="2180" y="113"/>
                    </a:lnTo>
                    <a:lnTo>
                      <a:pt x="2179" y="113"/>
                    </a:lnTo>
                    <a:lnTo>
                      <a:pt x="2180" y="113"/>
                    </a:lnTo>
                    <a:lnTo>
                      <a:pt x="2181" y="113"/>
                    </a:lnTo>
                    <a:lnTo>
                      <a:pt x="2181" y="112"/>
                    </a:lnTo>
                    <a:lnTo>
                      <a:pt x="2182" y="112"/>
                    </a:lnTo>
                    <a:lnTo>
                      <a:pt x="2183" y="112"/>
                    </a:lnTo>
                    <a:lnTo>
                      <a:pt x="2183" y="111"/>
                    </a:lnTo>
                    <a:lnTo>
                      <a:pt x="2184" y="111"/>
                    </a:lnTo>
                    <a:lnTo>
                      <a:pt x="2185" y="111"/>
                    </a:lnTo>
                    <a:lnTo>
                      <a:pt x="2185" y="110"/>
                    </a:lnTo>
                    <a:lnTo>
                      <a:pt x="2186" y="110"/>
                    </a:lnTo>
                    <a:lnTo>
                      <a:pt x="2187" y="110"/>
                    </a:lnTo>
                    <a:lnTo>
                      <a:pt x="2187" y="109"/>
                    </a:lnTo>
                    <a:lnTo>
                      <a:pt x="2187" y="107"/>
                    </a:lnTo>
                    <a:lnTo>
                      <a:pt x="2187" y="106"/>
                    </a:lnTo>
                    <a:lnTo>
                      <a:pt x="2186" y="106"/>
                    </a:lnTo>
                    <a:lnTo>
                      <a:pt x="2186" y="105"/>
                    </a:lnTo>
                    <a:lnTo>
                      <a:pt x="2186" y="104"/>
                    </a:lnTo>
                    <a:lnTo>
                      <a:pt x="2185" y="104"/>
                    </a:lnTo>
                    <a:lnTo>
                      <a:pt x="2183" y="103"/>
                    </a:lnTo>
                    <a:lnTo>
                      <a:pt x="2184" y="103"/>
                    </a:lnTo>
                    <a:lnTo>
                      <a:pt x="2185" y="103"/>
                    </a:lnTo>
                    <a:lnTo>
                      <a:pt x="2186" y="104"/>
                    </a:lnTo>
                    <a:lnTo>
                      <a:pt x="2187" y="104"/>
                    </a:lnTo>
                    <a:lnTo>
                      <a:pt x="2187" y="105"/>
                    </a:lnTo>
                    <a:lnTo>
                      <a:pt x="2187" y="106"/>
                    </a:lnTo>
                    <a:lnTo>
                      <a:pt x="2187" y="107"/>
                    </a:lnTo>
                    <a:lnTo>
                      <a:pt x="2187" y="108"/>
                    </a:lnTo>
                    <a:lnTo>
                      <a:pt x="2187" y="108"/>
                    </a:lnTo>
                    <a:lnTo>
                      <a:pt x="2187" y="109"/>
                    </a:lnTo>
                    <a:lnTo>
                      <a:pt x="2187" y="110"/>
                    </a:lnTo>
                    <a:lnTo>
                      <a:pt x="2187" y="111"/>
                    </a:lnTo>
                    <a:lnTo>
                      <a:pt x="2187" y="112"/>
                    </a:lnTo>
                    <a:lnTo>
                      <a:pt x="2187" y="113"/>
                    </a:lnTo>
                    <a:lnTo>
                      <a:pt x="2188" y="113"/>
                    </a:lnTo>
                    <a:lnTo>
                      <a:pt x="2188" y="114"/>
                    </a:lnTo>
                    <a:lnTo>
                      <a:pt x="2189" y="114"/>
                    </a:lnTo>
                    <a:lnTo>
                      <a:pt x="2190" y="114"/>
                    </a:lnTo>
                    <a:lnTo>
                      <a:pt x="2191" y="114"/>
                    </a:lnTo>
                    <a:lnTo>
                      <a:pt x="2192" y="114"/>
                    </a:lnTo>
                    <a:lnTo>
                      <a:pt x="2193" y="114"/>
                    </a:lnTo>
                    <a:lnTo>
                      <a:pt x="2194" y="114"/>
                    </a:lnTo>
                    <a:lnTo>
                      <a:pt x="2195" y="114"/>
                    </a:lnTo>
                    <a:lnTo>
                      <a:pt x="2195" y="113"/>
                    </a:lnTo>
                    <a:lnTo>
                      <a:pt x="2196" y="113"/>
                    </a:lnTo>
                    <a:lnTo>
                      <a:pt x="2196" y="112"/>
                    </a:lnTo>
                    <a:lnTo>
                      <a:pt x="2196" y="111"/>
                    </a:lnTo>
                    <a:lnTo>
                      <a:pt x="2196" y="110"/>
                    </a:lnTo>
                    <a:lnTo>
                      <a:pt x="2196" y="109"/>
                    </a:lnTo>
                    <a:lnTo>
                      <a:pt x="2196" y="107"/>
                    </a:lnTo>
                    <a:lnTo>
                      <a:pt x="2195" y="107"/>
                    </a:lnTo>
                    <a:lnTo>
                      <a:pt x="2194" y="106"/>
                    </a:lnTo>
                    <a:lnTo>
                      <a:pt x="2193" y="105"/>
                    </a:lnTo>
                    <a:lnTo>
                      <a:pt x="2191" y="105"/>
                    </a:lnTo>
                    <a:lnTo>
                      <a:pt x="2191" y="104"/>
                    </a:lnTo>
                    <a:lnTo>
                      <a:pt x="2192" y="104"/>
                    </a:lnTo>
                    <a:lnTo>
                      <a:pt x="2193" y="104"/>
                    </a:lnTo>
                    <a:lnTo>
                      <a:pt x="2194" y="104"/>
                    </a:lnTo>
                    <a:lnTo>
                      <a:pt x="2194" y="105"/>
                    </a:lnTo>
                    <a:lnTo>
                      <a:pt x="2195" y="105"/>
                    </a:lnTo>
                    <a:lnTo>
                      <a:pt x="2195" y="106"/>
                    </a:lnTo>
                    <a:lnTo>
                      <a:pt x="2196" y="106"/>
                    </a:lnTo>
                    <a:lnTo>
                      <a:pt x="2196" y="107"/>
                    </a:lnTo>
                    <a:lnTo>
                      <a:pt x="2197" y="107"/>
                    </a:lnTo>
                    <a:lnTo>
                      <a:pt x="2197" y="108"/>
                    </a:lnTo>
                    <a:lnTo>
                      <a:pt x="2197" y="110"/>
                    </a:lnTo>
                    <a:lnTo>
                      <a:pt x="2197" y="111"/>
                    </a:lnTo>
                    <a:lnTo>
                      <a:pt x="2196" y="112"/>
                    </a:lnTo>
                    <a:lnTo>
                      <a:pt x="2197" y="113"/>
                    </a:lnTo>
                    <a:lnTo>
                      <a:pt x="2198" y="113"/>
                    </a:lnTo>
                    <a:lnTo>
                      <a:pt x="2198" y="114"/>
                    </a:lnTo>
                    <a:lnTo>
                      <a:pt x="2199" y="114"/>
                    </a:lnTo>
                    <a:lnTo>
                      <a:pt x="2200" y="114"/>
                    </a:lnTo>
                    <a:lnTo>
                      <a:pt x="2201" y="114"/>
                    </a:lnTo>
                    <a:lnTo>
                      <a:pt x="2202" y="114"/>
                    </a:lnTo>
                    <a:lnTo>
                      <a:pt x="2204" y="114"/>
                    </a:lnTo>
                    <a:lnTo>
                      <a:pt x="2205" y="114"/>
                    </a:lnTo>
                    <a:lnTo>
                      <a:pt x="2206" y="114"/>
                    </a:lnTo>
                    <a:lnTo>
                      <a:pt x="2207" y="114"/>
                    </a:lnTo>
                    <a:lnTo>
                      <a:pt x="2207" y="113"/>
                    </a:lnTo>
                    <a:lnTo>
                      <a:pt x="2208" y="113"/>
                    </a:lnTo>
                    <a:lnTo>
                      <a:pt x="2209" y="113"/>
                    </a:lnTo>
                    <a:lnTo>
                      <a:pt x="2209" y="112"/>
                    </a:lnTo>
                    <a:lnTo>
                      <a:pt x="2210" y="112"/>
                    </a:lnTo>
                    <a:lnTo>
                      <a:pt x="2211" y="111"/>
                    </a:lnTo>
                    <a:lnTo>
                      <a:pt x="2212" y="110"/>
                    </a:lnTo>
                    <a:lnTo>
                      <a:pt x="2213" y="110"/>
                    </a:lnTo>
                    <a:lnTo>
                      <a:pt x="2213" y="109"/>
                    </a:lnTo>
                    <a:lnTo>
                      <a:pt x="2214" y="109"/>
                    </a:lnTo>
                    <a:lnTo>
                      <a:pt x="2215" y="108"/>
                    </a:lnTo>
                    <a:lnTo>
                      <a:pt x="2215" y="107"/>
                    </a:lnTo>
                    <a:lnTo>
                      <a:pt x="2216" y="107"/>
                    </a:lnTo>
                    <a:lnTo>
                      <a:pt x="2216" y="106"/>
                    </a:lnTo>
                    <a:lnTo>
                      <a:pt x="2217" y="106"/>
                    </a:lnTo>
                    <a:lnTo>
                      <a:pt x="2218" y="106"/>
                    </a:lnTo>
                    <a:lnTo>
                      <a:pt x="2219" y="106"/>
                    </a:lnTo>
                    <a:lnTo>
                      <a:pt x="2220" y="106"/>
                    </a:lnTo>
                    <a:lnTo>
                      <a:pt x="2221" y="106"/>
                    </a:lnTo>
                    <a:lnTo>
                      <a:pt x="2222" y="105"/>
                    </a:lnTo>
                    <a:lnTo>
                      <a:pt x="2223" y="105"/>
                    </a:lnTo>
                    <a:lnTo>
                      <a:pt x="2223" y="104"/>
                    </a:lnTo>
                    <a:lnTo>
                      <a:pt x="2224" y="104"/>
                    </a:lnTo>
                    <a:lnTo>
                      <a:pt x="2225" y="104"/>
                    </a:lnTo>
                    <a:lnTo>
                      <a:pt x="2226" y="104"/>
                    </a:lnTo>
                    <a:lnTo>
                      <a:pt x="2227" y="104"/>
                    </a:lnTo>
                    <a:lnTo>
                      <a:pt x="2228" y="104"/>
                    </a:lnTo>
                    <a:lnTo>
                      <a:pt x="2229" y="104"/>
                    </a:lnTo>
                    <a:lnTo>
                      <a:pt x="2230" y="104"/>
                    </a:lnTo>
                    <a:lnTo>
                      <a:pt x="2232" y="104"/>
                    </a:lnTo>
                    <a:lnTo>
                      <a:pt x="2233" y="104"/>
                    </a:lnTo>
                    <a:lnTo>
                      <a:pt x="2234" y="104"/>
                    </a:lnTo>
                    <a:lnTo>
                      <a:pt x="2234" y="103"/>
                    </a:lnTo>
                    <a:lnTo>
                      <a:pt x="2235" y="103"/>
                    </a:lnTo>
                    <a:lnTo>
                      <a:pt x="2236" y="104"/>
                    </a:lnTo>
                    <a:lnTo>
                      <a:pt x="2237" y="104"/>
                    </a:lnTo>
                    <a:lnTo>
                      <a:pt x="2238" y="104"/>
                    </a:lnTo>
                    <a:lnTo>
                      <a:pt x="2238" y="103"/>
                    </a:lnTo>
                    <a:lnTo>
                      <a:pt x="2238" y="102"/>
                    </a:lnTo>
                    <a:lnTo>
                      <a:pt x="2239" y="102"/>
                    </a:lnTo>
                    <a:lnTo>
                      <a:pt x="2239" y="101"/>
                    </a:lnTo>
                    <a:lnTo>
                      <a:pt x="2240" y="101"/>
                    </a:lnTo>
                    <a:lnTo>
                      <a:pt x="2240" y="100"/>
                    </a:lnTo>
                    <a:lnTo>
                      <a:pt x="2241" y="99"/>
                    </a:lnTo>
                    <a:lnTo>
                      <a:pt x="2241" y="99"/>
                    </a:lnTo>
                    <a:lnTo>
                      <a:pt x="2242" y="98"/>
                    </a:lnTo>
                    <a:lnTo>
                      <a:pt x="2242" y="97"/>
                    </a:lnTo>
                    <a:lnTo>
                      <a:pt x="2243" y="96"/>
                    </a:lnTo>
                    <a:lnTo>
                      <a:pt x="2243" y="95"/>
                    </a:lnTo>
                    <a:lnTo>
                      <a:pt x="2243" y="94"/>
                    </a:lnTo>
                    <a:lnTo>
                      <a:pt x="2244" y="94"/>
                    </a:lnTo>
                    <a:lnTo>
                      <a:pt x="2244" y="93"/>
                    </a:lnTo>
                    <a:lnTo>
                      <a:pt x="2245" y="93"/>
                    </a:lnTo>
                    <a:lnTo>
                      <a:pt x="2245" y="94"/>
                    </a:lnTo>
                    <a:lnTo>
                      <a:pt x="2244" y="94"/>
                    </a:lnTo>
                    <a:lnTo>
                      <a:pt x="2244" y="95"/>
                    </a:lnTo>
                    <a:lnTo>
                      <a:pt x="2244" y="96"/>
                    </a:lnTo>
                    <a:lnTo>
                      <a:pt x="2243" y="96"/>
                    </a:lnTo>
                    <a:lnTo>
                      <a:pt x="2243" y="97"/>
                    </a:lnTo>
                    <a:lnTo>
                      <a:pt x="2243" y="98"/>
                    </a:lnTo>
                    <a:lnTo>
                      <a:pt x="2242" y="99"/>
                    </a:lnTo>
                    <a:lnTo>
                      <a:pt x="2242" y="99"/>
                    </a:lnTo>
                    <a:lnTo>
                      <a:pt x="2241" y="100"/>
                    </a:lnTo>
                    <a:lnTo>
                      <a:pt x="2241" y="101"/>
                    </a:lnTo>
                    <a:lnTo>
                      <a:pt x="2240" y="101"/>
                    </a:lnTo>
                    <a:lnTo>
                      <a:pt x="2240" y="102"/>
                    </a:lnTo>
                    <a:lnTo>
                      <a:pt x="2240" y="103"/>
                    </a:lnTo>
                    <a:lnTo>
                      <a:pt x="2240" y="104"/>
                    </a:lnTo>
                    <a:lnTo>
                      <a:pt x="2241" y="104"/>
                    </a:lnTo>
                    <a:lnTo>
                      <a:pt x="2242" y="104"/>
                    </a:lnTo>
                    <a:lnTo>
                      <a:pt x="2243" y="105"/>
                    </a:lnTo>
                    <a:lnTo>
                      <a:pt x="2243" y="105"/>
                    </a:lnTo>
                    <a:lnTo>
                      <a:pt x="2244" y="106"/>
                    </a:lnTo>
                    <a:lnTo>
                      <a:pt x="2245" y="106"/>
                    </a:lnTo>
                    <a:lnTo>
                      <a:pt x="2245" y="107"/>
                    </a:lnTo>
                    <a:lnTo>
                      <a:pt x="2246" y="108"/>
                    </a:lnTo>
                    <a:lnTo>
                      <a:pt x="2247" y="109"/>
                    </a:lnTo>
                    <a:lnTo>
                      <a:pt x="2247" y="110"/>
                    </a:lnTo>
                    <a:lnTo>
                      <a:pt x="2248" y="110"/>
                    </a:lnTo>
                    <a:lnTo>
                      <a:pt x="2248" y="111"/>
                    </a:lnTo>
                    <a:lnTo>
                      <a:pt x="2249" y="111"/>
                    </a:lnTo>
                    <a:lnTo>
                      <a:pt x="2250" y="111"/>
                    </a:lnTo>
                    <a:lnTo>
                      <a:pt x="2251" y="111"/>
                    </a:lnTo>
                    <a:lnTo>
                      <a:pt x="2251" y="110"/>
                    </a:lnTo>
                    <a:lnTo>
                      <a:pt x="2252" y="109"/>
                    </a:lnTo>
                    <a:lnTo>
                      <a:pt x="2253" y="107"/>
                    </a:lnTo>
                    <a:lnTo>
                      <a:pt x="2254" y="106"/>
                    </a:lnTo>
                    <a:lnTo>
                      <a:pt x="2254" y="105"/>
                    </a:lnTo>
                    <a:lnTo>
                      <a:pt x="2255" y="104"/>
                    </a:lnTo>
                    <a:lnTo>
                      <a:pt x="2255" y="103"/>
                    </a:lnTo>
                    <a:lnTo>
                      <a:pt x="2256" y="103"/>
                    </a:lnTo>
                    <a:lnTo>
                      <a:pt x="2256" y="102"/>
                    </a:lnTo>
                    <a:lnTo>
                      <a:pt x="2257" y="102"/>
                    </a:lnTo>
                    <a:lnTo>
                      <a:pt x="2257" y="103"/>
                    </a:lnTo>
                    <a:lnTo>
                      <a:pt x="2256" y="104"/>
                    </a:lnTo>
                    <a:lnTo>
                      <a:pt x="2256" y="105"/>
                    </a:lnTo>
                    <a:lnTo>
                      <a:pt x="2255" y="105"/>
                    </a:lnTo>
                    <a:lnTo>
                      <a:pt x="2255" y="106"/>
                    </a:lnTo>
                    <a:lnTo>
                      <a:pt x="2254" y="106"/>
                    </a:lnTo>
                    <a:lnTo>
                      <a:pt x="2254" y="107"/>
                    </a:lnTo>
                    <a:lnTo>
                      <a:pt x="2253" y="108"/>
                    </a:lnTo>
                    <a:lnTo>
                      <a:pt x="2253" y="109"/>
                    </a:lnTo>
                    <a:lnTo>
                      <a:pt x="2252" y="110"/>
                    </a:lnTo>
                    <a:lnTo>
                      <a:pt x="2252" y="111"/>
                    </a:lnTo>
                    <a:lnTo>
                      <a:pt x="2252" y="112"/>
                    </a:lnTo>
                    <a:lnTo>
                      <a:pt x="2252" y="113"/>
                    </a:lnTo>
                    <a:lnTo>
                      <a:pt x="2253" y="114"/>
                    </a:lnTo>
                    <a:lnTo>
                      <a:pt x="2254" y="115"/>
                    </a:lnTo>
                    <a:lnTo>
                      <a:pt x="2256" y="116"/>
                    </a:lnTo>
                    <a:lnTo>
                      <a:pt x="2257" y="117"/>
                    </a:lnTo>
                    <a:lnTo>
                      <a:pt x="2258" y="117"/>
                    </a:lnTo>
                    <a:lnTo>
                      <a:pt x="2259" y="117"/>
                    </a:lnTo>
                    <a:lnTo>
                      <a:pt x="2260" y="117"/>
                    </a:lnTo>
                    <a:lnTo>
                      <a:pt x="2261" y="117"/>
                    </a:lnTo>
                    <a:lnTo>
                      <a:pt x="2262" y="117"/>
                    </a:lnTo>
                    <a:lnTo>
                      <a:pt x="2264" y="118"/>
                    </a:lnTo>
                    <a:lnTo>
                      <a:pt x="2265" y="118"/>
                    </a:lnTo>
                    <a:lnTo>
                      <a:pt x="2265" y="117"/>
                    </a:lnTo>
                    <a:lnTo>
                      <a:pt x="2266" y="117"/>
                    </a:lnTo>
                    <a:lnTo>
                      <a:pt x="2267" y="116"/>
                    </a:lnTo>
                    <a:lnTo>
                      <a:pt x="2267" y="115"/>
                    </a:lnTo>
                    <a:lnTo>
                      <a:pt x="2268" y="114"/>
                    </a:lnTo>
                    <a:lnTo>
                      <a:pt x="2268" y="113"/>
                    </a:lnTo>
                    <a:lnTo>
                      <a:pt x="2268" y="112"/>
                    </a:lnTo>
                    <a:lnTo>
                      <a:pt x="2269" y="112"/>
                    </a:lnTo>
                    <a:lnTo>
                      <a:pt x="2269" y="111"/>
                    </a:lnTo>
                    <a:lnTo>
                      <a:pt x="2270" y="110"/>
                    </a:lnTo>
                    <a:lnTo>
                      <a:pt x="2270" y="109"/>
                    </a:lnTo>
                    <a:lnTo>
                      <a:pt x="2269" y="109"/>
                    </a:lnTo>
                    <a:lnTo>
                      <a:pt x="2270" y="108"/>
                    </a:lnTo>
                    <a:lnTo>
                      <a:pt x="2270" y="109"/>
                    </a:lnTo>
                    <a:lnTo>
                      <a:pt x="2271" y="109"/>
                    </a:lnTo>
                    <a:lnTo>
                      <a:pt x="2271" y="110"/>
                    </a:lnTo>
                    <a:lnTo>
                      <a:pt x="2270" y="110"/>
                    </a:lnTo>
                    <a:lnTo>
                      <a:pt x="2270" y="111"/>
                    </a:lnTo>
                    <a:lnTo>
                      <a:pt x="2270" y="112"/>
                    </a:lnTo>
                    <a:lnTo>
                      <a:pt x="2269" y="112"/>
                    </a:lnTo>
                    <a:lnTo>
                      <a:pt x="2269" y="113"/>
                    </a:lnTo>
                    <a:lnTo>
                      <a:pt x="2269" y="114"/>
                    </a:lnTo>
                    <a:lnTo>
                      <a:pt x="2268" y="114"/>
                    </a:lnTo>
                    <a:lnTo>
                      <a:pt x="2267" y="116"/>
                    </a:lnTo>
                    <a:lnTo>
                      <a:pt x="2267" y="117"/>
                    </a:lnTo>
                    <a:lnTo>
                      <a:pt x="2266" y="118"/>
                    </a:lnTo>
                    <a:lnTo>
                      <a:pt x="2267" y="119"/>
                    </a:lnTo>
                    <a:lnTo>
                      <a:pt x="2268" y="120"/>
                    </a:lnTo>
                    <a:lnTo>
                      <a:pt x="2269" y="121"/>
                    </a:lnTo>
                    <a:lnTo>
                      <a:pt x="2270" y="121"/>
                    </a:lnTo>
                    <a:lnTo>
                      <a:pt x="2271" y="122"/>
                    </a:lnTo>
                    <a:lnTo>
                      <a:pt x="2272" y="122"/>
                    </a:lnTo>
                    <a:lnTo>
                      <a:pt x="2272" y="123"/>
                    </a:lnTo>
                    <a:lnTo>
                      <a:pt x="2273" y="123"/>
                    </a:lnTo>
                    <a:lnTo>
                      <a:pt x="2274" y="123"/>
                    </a:lnTo>
                    <a:lnTo>
                      <a:pt x="2275" y="124"/>
                    </a:lnTo>
                    <a:lnTo>
                      <a:pt x="2276" y="124"/>
                    </a:lnTo>
                    <a:lnTo>
                      <a:pt x="2276" y="123"/>
                    </a:lnTo>
                    <a:lnTo>
                      <a:pt x="2277" y="122"/>
                    </a:lnTo>
                    <a:lnTo>
                      <a:pt x="2277" y="121"/>
                    </a:lnTo>
                    <a:lnTo>
                      <a:pt x="2278" y="120"/>
                    </a:lnTo>
                    <a:lnTo>
                      <a:pt x="2279" y="119"/>
                    </a:lnTo>
                    <a:lnTo>
                      <a:pt x="2279" y="118"/>
                    </a:lnTo>
                    <a:lnTo>
                      <a:pt x="2279" y="117"/>
                    </a:lnTo>
                    <a:lnTo>
                      <a:pt x="2280" y="117"/>
                    </a:lnTo>
                    <a:lnTo>
                      <a:pt x="2280" y="115"/>
                    </a:lnTo>
                    <a:lnTo>
                      <a:pt x="2281" y="114"/>
                    </a:lnTo>
                    <a:lnTo>
                      <a:pt x="2282" y="113"/>
                    </a:lnTo>
                    <a:lnTo>
                      <a:pt x="2282" y="114"/>
                    </a:lnTo>
                    <a:lnTo>
                      <a:pt x="2282" y="115"/>
                    </a:lnTo>
                    <a:lnTo>
                      <a:pt x="2281" y="115"/>
                    </a:lnTo>
                    <a:lnTo>
                      <a:pt x="2281" y="116"/>
                    </a:lnTo>
                    <a:lnTo>
                      <a:pt x="2280" y="118"/>
                    </a:lnTo>
                    <a:lnTo>
                      <a:pt x="2279" y="119"/>
                    </a:lnTo>
                    <a:lnTo>
                      <a:pt x="2279" y="120"/>
                    </a:lnTo>
                    <a:lnTo>
                      <a:pt x="2278" y="121"/>
                    </a:lnTo>
                    <a:lnTo>
                      <a:pt x="2278" y="122"/>
                    </a:lnTo>
                    <a:lnTo>
                      <a:pt x="2278" y="123"/>
                    </a:lnTo>
                    <a:lnTo>
                      <a:pt x="2278" y="124"/>
                    </a:lnTo>
                    <a:lnTo>
                      <a:pt x="2277" y="124"/>
                    </a:lnTo>
                    <a:lnTo>
                      <a:pt x="2277" y="125"/>
                    </a:lnTo>
                    <a:lnTo>
                      <a:pt x="2277" y="126"/>
                    </a:lnTo>
                    <a:lnTo>
                      <a:pt x="2276" y="126"/>
                    </a:lnTo>
                    <a:lnTo>
                      <a:pt x="2276" y="127"/>
                    </a:lnTo>
                    <a:lnTo>
                      <a:pt x="2275" y="127"/>
                    </a:lnTo>
                    <a:lnTo>
                      <a:pt x="2276" y="127"/>
                    </a:lnTo>
                    <a:lnTo>
                      <a:pt x="2276" y="127"/>
                    </a:lnTo>
                    <a:lnTo>
                      <a:pt x="2277" y="127"/>
                    </a:lnTo>
                    <a:lnTo>
                      <a:pt x="2277" y="126"/>
                    </a:lnTo>
                    <a:lnTo>
                      <a:pt x="2278" y="125"/>
                    </a:lnTo>
                    <a:lnTo>
                      <a:pt x="2278" y="124"/>
                    </a:lnTo>
                    <a:lnTo>
                      <a:pt x="2279" y="123"/>
                    </a:lnTo>
                    <a:lnTo>
                      <a:pt x="2279" y="122"/>
                    </a:lnTo>
                    <a:lnTo>
                      <a:pt x="2280" y="122"/>
                    </a:lnTo>
                    <a:lnTo>
                      <a:pt x="2280" y="121"/>
                    </a:lnTo>
                    <a:lnTo>
                      <a:pt x="2281" y="120"/>
                    </a:lnTo>
                    <a:lnTo>
                      <a:pt x="2281" y="119"/>
                    </a:lnTo>
                    <a:lnTo>
                      <a:pt x="2282" y="119"/>
                    </a:lnTo>
                    <a:lnTo>
                      <a:pt x="2282" y="120"/>
                    </a:lnTo>
                    <a:lnTo>
                      <a:pt x="2281" y="120"/>
                    </a:lnTo>
                    <a:lnTo>
                      <a:pt x="2281" y="122"/>
                    </a:lnTo>
                    <a:lnTo>
                      <a:pt x="2280" y="122"/>
                    </a:lnTo>
                    <a:lnTo>
                      <a:pt x="2280" y="123"/>
                    </a:lnTo>
                    <a:lnTo>
                      <a:pt x="2279" y="124"/>
                    </a:lnTo>
                    <a:lnTo>
                      <a:pt x="2279" y="125"/>
                    </a:lnTo>
                    <a:lnTo>
                      <a:pt x="2279" y="126"/>
                    </a:lnTo>
                    <a:lnTo>
                      <a:pt x="2280" y="127"/>
                    </a:lnTo>
                    <a:lnTo>
                      <a:pt x="2281" y="127"/>
                    </a:lnTo>
                    <a:lnTo>
                      <a:pt x="2281" y="127"/>
                    </a:lnTo>
                    <a:lnTo>
                      <a:pt x="2281" y="128"/>
                    </a:lnTo>
                    <a:lnTo>
                      <a:pt x="2282" y="128"/>
                    </a:lnTo>
                    <a:lnTo>
                      <a:pt x="2282" y="129"/>
                    </a:lnTo>
                    <a:lnTo>
                      <a:pt x="2283" y="129"/>
                    </a:lnTo>
                    <a:lnTo>
                      <a:pt x="2284" y="130"/>
                    </a:lnTo>
                    <a:lnTo>
                      <a:pt x="2285" y="130"/>
                    </a:lnTo>
                    <a:lnTo>
                      <a:pt x="2285" y="131"/>
                    </a:lnTo>
                    <a:lnTo>
                      <a:pt x="2286" y="131"/>
                    </a:lnTo>
                    <a:lnTo>
                      <a:pt x="2287" y="131"/>
                    </a:lnTo>
                    <a:lnTo>
                      <a:pt x="2288" y="132"/>
                    </a:lnTo>
                    <a:lnTo>
                      <a:pt x="2289" y="132"/>
                    </a:lnTo>
                    <a:lnTo>
                      <a:pt x="2290" y="132"/>
                    </a:lnTo>
                    <a:lnTo>
                      <a:pt x="2291" y="132"/>
                    </a:lnTo>
                    <a:lnTo>
                      <a:pt x="2291" y="131"/>
                    </a:lnTo>
                    <a:lnTo>
                      <a:pt x="2292" y="131"/>
                    </a:lnTo>
                    <a:lnTo>
                      <a:pt x="2292" y="130"/>
                    </a:lnTo>
                    <a:lnTo>
                      <a:pt x="2292" y="129"/>
                    </a:lnTo>
                    <a:lnTo>
                      <a:pt x="2293" y="128"/>
                    </a:lnTo>
                    <a:lnTo>
                      <a:pt x="2293" y="127"/>
                    </a:lnTo>
                    <a:lnTo>
                      <a:pt x="2294" y="127"/>
                    </a:lnTo>
                    <a:lnTo>
                      <a:pt x="2294" y="128"/>
                    </a:lnTo>
                    <a:lnTo>
                      <a:pt x="2293" y="128"/>
                    </a:lnTo>
                    <a:lnTo>
                      <a:pt x="2293" y="129"/>
                    </a:lnTo>
                    <a:lnTo>
                      <a:pt x="2293" y="130"/>
                    </a:lnTo>
                    <a:lnTo>
                      <a:pt x="2293" y="131"/>
                    </a:lnTo>
                    <a:lnTo>
                      <a:pt x="2293" y="132"/>
                    </a:lnTo>
                    <a:lnTo>
                      <a:pt x="2294" y="132"/>
                    </a:lnTo>
                    <a:lnTo>
                      <a:pt x="2295" y="133"/>
                    </a:lnTo>
                    <a:lnTo>
                      <a:pt x="2296" y="133"/>
                    </a:lnTo>
                    <a:lnTo>
                      <a:pt x="2298" y="134"/>
                    </a:lnTo>
                    <a:lnTo>
                      <a:pt x="2299" y="134"/>
                    </a:lnTo>
                    <a:lnTo>
                      <a:pt x="2300" y="134"/>
                    </a:lnTo>
                    <a:lnTo>
                      <a:pt x="2300" y="135"/>
                    </a:lnTo>
                    <a:lnTo>
                      <a:pt x="2301" y="135"/>
                    </a:lnTo>
                    <a:lnTo>
                      <a:pt x="2302" y="135"/>
                    </a:lnTo>
                    <a:lnTo>
                      <a:pt x="2303" y="134"/>
                    </a:lnTo>
                    <a:lnTo>
                      <a:pt x="2304" y="134"/>
                    </a:lnTo>
                    <a:lnTo>
                      <a:pt x="2305" y="133"/>
                    </a:lnTo>
                    <a:lnTo>
                      <a:pt x="2306" y="132"/>
                    </a:lnTo>
                    <a:lnTo>
                      <a:pt x="2307" y="132"/>
                    </a:lnTo>
                    <a:lnTo>
                      <a:pt x="2308" y="131"/>
                    </a:lnTo>
                    <a:lnTo>
                      <a:pt x="2309" y="131"/>
                    </a:lnTo>
                    <a:lnTo>
                      <a:pt x="2310" y="130"/>
                    </a:lnTo>
                    <a:lnTo>
                      <a:pt x="2310" y="129"/>
                    </a:lnTo>
                    <a:lnTo>
                      <a:pt x="2310" y="128"/>
                    </a:lnTo>
                    <a:lnTo>
                      <a:pt x="2309" y="128"/>
                    </a:lnTo>
                    <a:lnTo>
                      <a:pt x="2309" y="127"/>
                    </a:lnTo>
                    <a:lnTo>
                      <a:pt x="2309" y="127"/>
                    </a:lnTo>
                    <a:lnTo>
                      <a:pt x="2309" y="126"/>
                    </a:lnTo>
                    <a:lnTo>
                      <a:pt x="2310" y="126"/>
                    </a:lnTo>
                    <a:lnTo>
                      <a:pt x="2310" y="127"/>
                    </a:lnTo>
                    <a:lnTo>
                      <a:pt x="2311" y="127"/>
                    </a:lnTo>
                    <a:lnTo>
                      <a:pt x="2311" y="127"/>
                    </a:lnTo>
                    <a:lnTo>
                      <a:pt x="2311" y="128"/>
                    </a:lnTo>
                    <a:lnTo>
                      <a:pt x="2312" y="128"/>
                    </a:lnTo>
                    <a:lnTo>
                      <a:pt x="2312" y="129"/>
                    </a:lnTo>
                    <a:lnTo>
                      <a:pt x="2313" y="129"/>
                    </a:lnTo>
                    <a:lnTo>
                      <a:pt x="2314" y="129"/>
                    </a:lnTo>
                    <a:lnTo>
                      <a:pt x="2315" y="129"/>
                    </a:lnTo>
                    <a:lnTo>
                      <a:pt x="2316" y="129"/>
                    </a:lnTo>
                    <a:lnTo>
                      <a:pt x="2319" y="128"/>
                    </a:lnTo>
                    <a:lnTo>
                      <a:pt x="2320" y="129"/>
                    </a:lnTo>
                    <a:lnTo>
                      <a:pt x="2321" y="129"/>
                    </a:lnTo>
                    <a:lnTo>
                      <a:pt x="2322" y="129"/>
                    </a:lnTo>
                    <a:lnTo>
                      <a:pt x="2323" y="129"/>
                    </a:lnTo>
                    <a:lnTo>
                      <a:pt x="2324" y="129"/>
                    </a:lnTo>
                    <a:lnTo>
                      <a:pt x="2325" y="129"/>
                    </a:lnTo>
                    <a:lnTo>
                      <a:pt x="2326" y="129"/>
                    </a:lnTo>
                    <a:lnTo>
                      <a:pt x="2327" y="129"/>
                    </a:lnTo>
                    <a:lnTo>
                      <a:pt x="2328" y="129"/>
                    </a:lnTo>
                    <a:lnTo>
                      <a:pt x="2328" y="130"/>
                    </a:lnTo>
                    <a:lnTo>
                      <a:pt x="2329" y="130"/>
                    </a:lnTo>
                    <a:lnTo>
                      <a:pt x="2331" y="130"/>
                    </a:lnTo>
                    <a:lnTo>
                      <a:pt x="2332" y="130"/>
                    </a:lnTo>
                    <a:lnTo>
                      <a:pt x="2333" y="130"/>
                    </a:lnTo>
                    <a:lnTo>
                      <a:pt x="2333" y="131"/>
                    </a:lnTo>
                    <a:lnTo>
                      <a:pt x="2334" y="131"/>
                    </a:lnTo>
                    <a:lnTo>
                      <a:pt x="2335" y="131"/>
                    </a:lnTo>
                    <a:lnTo>
                      <a:pt x="2336" y="131"/>
                    </a:lnTo>
                    <a:lnTo>
                      <a:pt x="2337" y="132"/>
                    </a:lnTo>
                    <a:lnTo>
                      <a:pt x="2338" y="133"/>
                    </a:lnTo>
                    <a:lnTo>
                      <a:pt x="2339" y="134"/>
                    </a:lnTo>
                    <a:lnTo>
                      <a:pt x="2340" y="135"/>
                    </a:lnTo>
                    <a:lnTo>
                      <a:pt x="2341" y="135"/>
                    </a:lnTo>
                    <a:lnTo>
                      <a:pt x="2342" y="135"/>
                    </a:lnTo>
                    <a:lnTo>
                      <a:pt x="2342" y="136"/>
                    </a:lnTo>
                    <a:lnTo>
                      <a:pt x="2343" y="136"/>
                    </a:lnTo>
                    <a:lnTo>
                      <a:pt x="2344" y="136"/>
                    </a:lnTo>
                    <a:lnTo>
                      <a:pt x="2345" y="137"/>
                    </a:lnTo>
                    <a:lnTo>
                      <a:pt x="2346" y="137"/>
                    </a:lnTo>
                    <a:lnTo>
                      <a:pt x="2346" y="138"/>
                    </a:lnTo>
                    <a:lnTo>
                      <a:pt x="2347" y="138"/>
                    </a:lnTo>
                    <a:lnTo>
                      <a:pt x="2348" y="139"/>
                    </a:lnTo>
                    <a:lnTo>
                      <a:pt x="2349" y="140"/>
                    </a:lnTo>
                    <a:lnTo>
                      <a:pt x="2350" y="140"/>
                    </a:lnTo>
                    <a:lnTo>
                      <a:pt x="2351" y="141"/>
                    </a:lnTo>
                    <a:lnTo>
                      <a:pt x="2352" y="141"/>
                    </a:lnTo>
                    <a:lnTo>
                      <a:pt x="2352" y="142"/>
                    </a:lnTo>
                    <a:lnTo>
                      <a:pt x="2353" y="142"/>
                    </a:lnTo>
                    <a:lnTo>
                      <a:pt x="2353" y="143"/>
                    </a:lnTo>
                    <a:lnTo>
                      <a:pt x="2354" y="143"/>
                    </a:lnTo>
                    <a:lnTo>
                      <a:pt x="2355" y="144"/>
                    </a:lnTo>
                    <a:lnTo>
                      <a:pt x="2356" y="145"/>
                    </a:lnTo>
                    <a:lnTo>
                      <a:pt x="2356" y="145"/>
                    </a:lnTo>
                    <a:lnTo>
                      <a:pt x="2356" y="146"/>
                    </a:lnTo>
                    <a:lnTo>
                      <a:pt x="2357" y="146"/>
                    </a:lnTo>
                    <a:lnTo>
                      <a:pt x="2358" y="147"/>
                    </a:lnTo>
                    <a:lnTo>
                      <a:pt x="2359" y="148"/>
                    </a:lnTo>
                    <a:lnTo>
                      <a:pt x="2360" y="149"/>
                    </a:lnTo>
                    <a:lnTo>
                      <a:pt x="2361" y="150"/>
                    </a:lnTo>
                    <a:lnTo>
                      <a:pt x="2362" y="150"/>
                    </a:lnTo>
                    <a:lnTo>
                      <a:pt x="2362" y="151"/>
                    </a:lnTo>
                    <a:lnTo>
                      <a:pt x="2363" y="151"/>
                    </a:lnTo>
                    <a:lnTo>
                      <a:pt x="2363" y="152"/>
                    </a:lnTo>
                    <a:lnTo>
                      <a:pt x="2363" y="153"/>
                    </a:lnTo>
                    <a:lnTo>
                      <a:pt x="2363" y="154"/>
                    </a:lnTo>
                    <a:lnTo>
                      <a:pt x="2363" y="155"/>
                    </a:lnTo>
                    <a:lnTo>
                      <a:pt x="2364" y="156"/>
                    </a:lnTo>
                    <a:lnTo>
                      <a:pt x="2365" y="156"/>
                    </a:lnTo>
                    <a:lnTo>
                      <a:pt x="2365" y="156"/>
                    </a:lnTo>
                    <a:lnTo>
                      <a:pt x="2366" y="156"/>
                    </a:lnTo>
                    <a:lnTo>
                      <a:pt x="2367" y="156"/>
                    </a:lnTo>
                    <a:lnTo>
                      <a:pt x="2367" y="157"/>
                    </a:lnTo>
                    <a:lnTo>
                      <a:pt x="2368" y="157"/>
                    </a:lnTo>
                    <a:lnTo>
                      <a:pt x="2368" y="158"/>
                    </a:lnTo>
                    <a:lnTo>
                      <a:pt x="2369" y="158"/>
                    </a:lnTo>
                    <a:lnTo>
                      <a:pt x="2370" y="158"/>
                    </a:lnTo>
                    <a:lnTo>
                      <a:pt x="2371" y="159"/>
                    </a:lnTo>
                    <a:lnTo>
                      <a:pt x="2372" y="160"/>
                    </a:lnTo>
                    <a:lnTo>
                      <a:pt x="2373" y="160"/>
                    </a:lnTo>
                    <a:lnTo>
                      <a:pt x="2374" y="161"/>
                    </a:lnTo>
                    <a:lnTo>
                      <a:pt x="2375" y="161"/>
                    </a:lnTo>
                    <a:lnTo>
                      <a:pt x="2376" y="162"/>
                    </a:lnTo>
                    <a:lnTo>
                      <a:pt x="2377" y="162"/>
                    </a:lnTo>
                    <a:lnTo>
                      <a:pt x="2378" y="163"/>
                    </a:lnTo>
                    <a:lnTo>
                      <a:pt x="2379" y="163"/>
                    </a:lnTo>
                    <a:lnTo>
                      <a:pt x="2379" y="164"/>
                    </a:lnTo>
                    <a:lnTo>
                      <a:pt x="2380" y="164"/>
                    </a:lnTo>
                    <a:lnTo>
                      <a:pt x="2381" y="164"/>
                    </a:lnTo>
                    <a:lnTo>
                      <a:pt x="2381" y="165"/>
                    </a:lnTo>
                    <a:lnTo>
                      <a:pt x="2382" y="165"/>
                    </a:lnTo>
                    <a:lnTo>
                      <a:pt x="2383" y="165"/>
                    </a:lnTo>
                    <a:lnTo>
                      <a:pt x="2384" y="165"/>
                    </a:lnTo>
                    <a:lnTo>
                      <a:pt x="2385" y="165"/>
                    </a:lnTo>
                    <a:lnTo>
                      <a:pt x="2385" y="165"/>
                    </a:lnTo>
                    <a:lnTo>
                      <a:pt x="2385" y="166"/>
                    </a:lnTo>
                    <a:lnTo>
                      <a:pt x="2386" y="166"/>
                    </a:lnTo>
                    <a:lnTo>
                      <a:pt x="2387" y="167"/>
                    </a:lnTo>
                    <a:lnTo>
                      <a:pt x="2388" y="167"/>
                    </a:lnTo>
                    <a:lnTo>
                      <a:pt x="2389" y="167"/>
                    </a:lnTo>
                    <a:lnTo>
                      <a:pt x="2389" y="168"/>
                    </a:lnTo>
                    <a:lnTo>
                      <a:pt x="2390" y="168"/>
                    </a:lnTo>
                    <a:lnTo>
                      <a:pt x="2391" y="168"/>
                    </a:lnTo>
                    <a:lnTo>
                      <a:pt x="2392" y="169"/>
                    </a:lnTo>
                    <a:lnTo>
                      <a:pt x="2393" y="169"/>
                    </a:lnTo>
                    <a:lnTo>
                      <a:pt x="2394" y="170"/>
                    </a:lnTo>
                    <a:lnTo>
                      <a:pt x="2395" y="170"/>
                    </a:lnTo>
                    <a:lnTo>
                      <a:pt x="2396" y="170"/>
                    </a:lnTo>
                    <a:lnTo>
                      <a:pt x="2397" y="171"/>
                    </a:lnTo>
                    <a:lnTo>
                      <a:pt x="2398" y="171"/>
                    </a:lnTo>
                    <a:lnTo>
                      <a:pt x="2399" y="171"/>
                    </a:lnTo>
                    <a:lnTo>
                      <a:pt x="2400" y="171"/>
                    </a:lnTo>
                    <a:lnTo>
                      <a:pt x="2401" y="171"/>
                    </a:lnTo>
                    <a:lnTo>
                      <a:pt x="2402" y="171"/>
                    </a:lnTo>
                    <a:lnTo>
                      <a:pt x="2403" y="171"/>
                    </a:lnTo>
                    <a:lnTo>
                      <a:pt x="2404" y="171"/>
                    </a:lnTo>
                    <a:lnTo>
                      <a:pt x="2405" y="171"/>
                    </a:lnTo>
                    <a:lnTo>
                      <a:pt x="2405" y="170"/>
                    </a:lnTo>
                    <a:lnTo>
                      <a:pt x="2406" y="170"/>
                    </a:lnTo>
                    <a:lnTo>
                      <a:pt x="2407" y="170"/>
                    </a:lnTo>
                    <a:lnTo>
                      <a:pt x="2408" y="169"/>
                    </a:lnTo>
                    <a:lnTo>
                      <a:pt x="2409" y="169"/>
                    </a:lnTo>
                    <a:lnTo>
                      <a:pt x="2410" y="169"/>
                    </a:lnTo>
                    <a:lnTo>
                      <a:pt x="2411" y="168"/>
                    </a:lnTo>
                    <a:lnTo>
                      <a:pt x="2412" y="167"/>
                    </a:lnTo>
                    <a:lnTo>
                      <a:pt x="2413" y="167"/>
                    </a:lnTo>
                    <a:lnTo>
                      <a:pt x="2413" y="166"/>
                    </a:lnTo>
                    <a:lnTo>
                      <a:pt x="2413" y="166"/>
                    </a:lnTo>
                    <a:lnTo>
                      <a:pt x="2414" y="166"/>
                    </a:lnTo>
                    <a:lnTo>
                      <a:pt x="2415" y="165"/>
                    </a:lnTo>
                    <a:lnTo>
                      <a:pt x="2416" y="164"/>
                    </a:lnTo>
                    <a:lnTo>
                      <a:pt x="2417" y="164"/>
                    </a:lnTo>
                    <a:lnTo>
                      <a:pt x="2418" y="164"/>
                    </a:lnTo>
                    <a:lnTo>
                      <a:pt x="2419" y="164"/>
                    </a:lnTo>
                    <a:lnTo>
                      <a:pt x="2420" y="165"/>
                    </a:lnTo>
                    <a:lnTo>
                      <a:pt x="2421" y="165"/>
                    </a:lnTo>
                    <a:lnTo>
                      <a:pt x="2422" y="165"/>
                    </a:lnTo>
                    <a:lnTo>
                      <a:pt x="2423" y="164"/>
                    </a:lnTo>
                    <a:lnTo>
                      <a:pt x="2424" y="164"/>
                    </a:lnTo>
                    <a:lnTo>
                      <a:pt x="2425" y="164"/>
                    </a:lnTo>
                    <a:lnTo>
                      <a:pt x="2426" y="164"/>
                    </a:lnTo>
                    <a:lnTo>
                      <a:pt x="2427" y="163"/>
                    </a:lnTo>
                    <a:lnTo>
                      <a:pt x="2428" y="163"/>
                    </a:lnTo>
                    <a:lnTo>
                      <a:pt x="2429" y="163"/>
                    </a:lnTo>
                    <a:lnTo>
                      <a:pt x="2429" y="162"/>
                    </a:lnTo>
                    <a:lnTo>
                      <a:pt x="2430" y="162"/>
                    </a:lnTo>
                    <a:lnTo>
                      <a:pt x="2431" y="162"/>
                    </a:lnTo>
                    <a:lnTo>
                      <a:pt x="2432" y="162"/>
                    </a:lnTo>
                    <a:lnTo>
                      <a:pt x="2432" y="161"/>
                    </a:lnTo>
                    <a:lnTo>
                      <a:pt x="2433" y="161"/>
                    </a:lnTo>
                    <a:lnTo>
                      <a:pt x="2431" y="159"/>
                    </a:lnTo>
                    <a:lnTo>
                      <a:pt x="2431" y="160"/>
                    </a:lnTo>
                    <a:lnTo>
                      <a:pt x="2429" y="158"/>
                    </a:lnTo>
                    <a:lnTo>
                      <a:pt x="2427" y="160"/>
                    </a:lnTo>
                    <a:lnTo>
                      <a:pt x="2427" y="159"/>
                    </a:lnTo>
                    <a:lnTo>
                      <a:pt x="2428" y="158"/>
                    </a:lnTo>
                    <a:lnTo>
                      <a:pt x="2429" y="158"/>
                    </a:lnTo>
                    <a:lnTo>
                      <a:pt x="2428" y="158"/>
                    </a:lnTo>
                    <a:lnTo>
                      <a:pt x="2426" y="158"/>
                    </a:lnTo>
                    <a:lnTo>
                      <a:pt x="2425" y="158"/>
                    </a:lnTo>
                    <a:lnTo>
                      <a:pt x="2425" y="157"/>
                    </a:lnTo>
                    <a:lnTo>
                      <a:pt x="2426" y="157"/>
                    </a:lnTo>
                    <a:lnTo>
                      <a:pt x="2427" y="156"/>
                    </a:lnTo>
                    <a:lnTo>
                      <a:pt x="2428" y="156"/>
                    </a:lnTo>
                    <a:lnTo>
                      <a:pt x="2429" y="156"/>
                    </a:lnTo>
                    <a:lnTo>
                      <a:pt x="2429" y="157"/>
                    </a:lnTo>
                    <a:lnTo>
                      <a:pt x="2430" y="157"/>
                    </a:lnTo>
                    <a:lnTo>
                      <a:pt x="2431" y="157"/>
                    </a:lnTo>
                    <a:lnTo>
                      <a:pt x="2431" y="158"/>
                    </a:lnTo>
                    <a:lnTo>
                      <a:pt x="2432" y="158"/>
                    </a:lnTo>
                    <a:lnTo>
                      <a:pt x="2432" y="159"/>
                    </a:lnTo>
                    <a:lnTo>
                      <a:pt x="2433" y="160"/>
                    </a:lnTo>
                    <a:lnTo>
                      <a:pt x="2434" y="160"/>
                    </a:lnTo>
                    <a:lnTo>
                      <a:pt x="2434" y="159"/>
                    </a:lnTo>
                    <a:lnTo>
                      <a:pt x="2435" y="159"/>
                    </a:lnTo>
                    <a:lnTo>
                      <a:pt x="2436" y="160"/>
                    </a:lnTo>
                    <a:lnTo>
                      <a:pt x="2436" y="161"/>
                    </a:lnTo>
                    <a:lnTo>
                      <a:pt x="2437" y="161"/>
                    </a:lnTo>
                    <a:lnTo>
                      <a:pt x="2438" y="162"/>
                    </a:lnTo>
                    <a:lnTo>
                      <a:pt x="2439" y="162"/>
                    </a:lnTo>
                    <a:lnTo>
                      <a:pt x="2441" y="162"/>
                    </a:lnTo>
                    <a:lnTo>
                      <a:pt x="2441" y="162"/>
                    </a:lnTo>
                    <a:lnTo>
                      <a:pt x="2442" y="161"/>
                    </a:lnTo>
                    <a:lnTo>
                      <a:pt x="2443" y="161"/>
                    </a:lnTo>
                    <a:lnTo>
                      <a:pt x="2444" y="161"/>
                    </a:lnTo>
                    <a:lnTo>
                      <a:pt x="2445" y="161"/>
                    </a:lnTo>
                    <a:lnTo>
                      <a:pt x="2446" y="161"/>
                    </a:lnTo>
                    <a:lnTo>
                      <a:pt x="2447" y="161"/>
                    </a:lnTo>
                    <a:lnTo>
                      <a:pt x="2448" y="160"/>
                    </a:lnTo>
                    <a:lnTo>
                      <a:pt x="2449" y="160"/>
                    </a:lnTo>
                    <a:lnTo>
                      <a:pt x="2449" y="161"/>
                    </a:lnTo>
                    <a:lnTo>
                      <a:pt x="2450" y="161"/>
                    </a:lnTo>
                    <a:lnTo>
                      <a:pt x="2451" y="162"/>
                    </a:lnTo>
                    <a:lnTo>
                      <a:pt x="2452" y="162"/>
                    </a:lnTo>
                    <a:lnTo>
                      <a:pt x="2454" y="163"/>
                    </a:lnTo>
                    <a:lnTo>
                      <a:pt x="2455" y="163"/>
                    </a:lnTo>
                    <a:lnTo>
                      <a:pt x="2455" y="164"/>
                    </a:lnTo>
                    <a:lnTo>
                      <a:pt x="2456" y="164"/>
                    </a:lnTo>
                    <a:lnTo>
                      <a:pt x="2457" y="165"/>
                    </a:lnTo>
                    <a:lnTo>
                      <a:pt x="2458" y="165"/>
                    </a:lnTo>
                    <a:lnTo>
                      <a:pt x="2459" y="166"/>
                    </a:lnTo>
                    <a:lnTo>
                      <a:pt x="2460" y="166"/>
                    </a:lnTo>
                    <a:lnTo>
                      <a:pt x="2461" y="166"/>
                    </a:lnTo>
                    <a:lnTo>
                      <a:pt x="2461" y="165"/>
                    </a:lnTo>
                    <a:lnTo>
                      <a:pt x="2462" y="165"/>
                    </a:lnTo>
                    <a:lnTo>
                      <a:pt x="2464" y="165"/>
                    </a:lnTo>
                    <a:lnTo>
                      <a:pt x="2465" y="165"/>
                    </a:lnTo>
                    <a:lnTo>
                      <a:pt x="2467" y="165"/>
                    </a:lnTo>
                    <a:lnTo>
                      <a:pt x="2467" y="164"/>
                    </a:lnTo>
                    <a:lnTo>
                      <a:pt x="2468" y="164"/>
                    </a:lnTo>
                    <a:lnTo>
                      <a:pt x="2469" y="163"/>
                    </a:lnTo>
                    <a:lnTo>
                      <a:pt x="2469" y="162"/>
                    </a:lnTo>
                    <a:lnTo>
                      <a:pt x="2470" y="162"/>
                    </a:lnTo>
                    <a:lnTo>
                      <a:pt x="2470" y="161"/>
                    </a:lnTo>
                    <a:lnTo>
                      <a:pt x="2471" y="161"/>
                    </a:lnTo>
                    <a:lnTo>
                      <a:pt x="2472" y="160"/>
                    </a:lnTo>
                    <a:lnTo>
                      <a:pt x="2473" y="160"/>
                    </a:lnTo>
                    <a:lnTo>
                      <a:pt x="2474" y="159"/>
                    </a:lnTo>
                    <a:lnTo>
                      <a:pt x="2474" y="158"/>
                    </a:lnTo>
                    <a:lnTo>
                      <a:pt x="2474" y="159"/>
                    </a:lnTo>
                    <a:lnTo>
                      <a:pt x="2475" y="159"/>
                    </a:lnTo>
                    <a:lnTo>
                      <a:pt x="2474" y="160"/>
                    </a:lnTo>
                    <a:lnTo>
                      <a:pt x="2473" y="160"/>
                    </a:lnTo>
                    <a:lnTo>
                      <a:pt x="2473" y="161"/>
                    </a:lnTo>
                    <a:lnTo>
                      <a:pt x="2472" y="162"/>
                    </a:lnTo>
                    <a:lnTo>
                      <a:pt x="2471" y="162"/>
                    </a:lnTo>
                    <a:lnTo>
                      <a:pt x="2471" y="163"/>
                    </a:lnTo>
                    <a:lnTo>
                      <a:pt x="2472" y="162"/>
                    </a:lnTo>
                    <a:lnTo>
                      <a:pt x="2474" y="161"/>
                    </a:lnTo>
                    <a:lnTo>
                      <a:pt x="2475" y="160"/>
                    </a:lnTo>
                    <a:lnTo>
                      <a:pt x="2475" y="161"/>
                    </a:lnTo>
                    <a:lnTo>
                      <a:pt x="2470" y="165"/>
                    </a:lnTo>
                    <a:lnTo>
                      <a:pt x="2468" y="167"/>
                    </a:lnTo>
                    <a:lnTo>
                      <a:pt x="2464" y="169"/>
                    </a:lnTo>
                    <a:lnTo>
                      <a:pt x="2469" y="176"/>
                    </a:lnTo>
                    <a:lnTo>
                      <a:pt x="2485" y="163"/>
                    </a:lnTo>
                    <a:lnTo>
                      <a:pt x="2487" y="165"/>
                    </a:lnTo>
                    <a:lnTo>
                      <a:pt x="2474" y="175"/>
                    </a:lnTo>
                    <a:lnTo>
                      <a:pt x="2475" y="176"/>
                    </a:lnTo>
                    <a:lnTo>
                      <a:pt x="2493" y="175"/>
                    </a:lnTo>
                    <a:lnTo>
                      <a:pt x="2519" y="173"/>
                    </a:lnTo>
                    <a:lnTo>
                      <a:pt x="2523" y="167"/>
                    </a:lnTo>
                    <a:lnTo>
                      <a:pt x="2509" y="167"/>
                    </a:lnTo>
                    <a:lnTo>
                      <a:pt x="2510" y="167"/>
                    </a:lnTo>
                    <a:lnTo>
                      <a:pt x="2510" y="165"/>
                    </a:lnTo>
                    <a:lnTo>
                      <a:pt x="2509" y="165"/>
                    </a:lnTo>
                    <a:lnTo>
                      <a:pt x="2509" y="164"/>
                    </a:lnTo>
                    <a:lnTo>
                      <a:pt x="2525" y="164"/>
                    </a:lnTo>
                    <a:lnTo>
                      <a:pt x="2525" y="163"/>
                    </a:lnTo>
                    <a:lnTo>
                      <a:pt x="2526" y="163"/>
                    </a:lnTo>
                    <a:lnTo>
                      <a:pt x="2525" y="163"/>
                    </a:lnTo>
                    <a:lnTo>
                      <a:pt x="2527" y="158"/>
                    </a:lnTo>
                    <a:lnTo>
                      <a:pt x="2527" y="157"/>
                    </a:lnTo>
                    <a:lnTo>
                      <a:pt x="2526" y="157"/>
                    </a:lnTo>
                    <a:lnTo>
                      <a:pt x="2522" y="157"/>
                    </a:lnTo>
                    <a:lnTo>
                      <a:pt x="2517" y="157"/>
                    </a:lnTo>
                    <a:lnTo>
                      <a:pt x="2515" y="157"/>
                    </a:lnTo>
                    <a:lnTo>
                      <a:pt x="2513" y="157"/>
                    </a:lnTo>
                    <a:lnTo>
                      <a:pt x="2507" y="156"/>
                    </a:lnTo>
                    <a:lnTo>
                      <a:pt x="2504" y="156"/>
                    </a:lnTo>
                    <a:lnTo>
                      <a:pt x="2503" y="156"/>
                    </a:lnTo>
                    <a:lnTo>
                      <a:pt x="2501" y="156"/>
                    </a:lnTo>
                    <a:lnTo>
                      <a:pt x="2497" y="156"/>
                    </a:lnTo>
                    <a:lnTo>
                      <a:pt x="2496" y="155"/>
                    </a:lnTo>
                    <a:lnTo>
                      <a:pt x="2494" y="154"/>
                    </a:lnTo>
                    <a:lnTo>
                      <a:pt x="2493" y="154"/>
                    </a:lnTo>
                    <a:lnTo>
                      <a:pt x="2491" y="153"/>
                    </a:lnTo>
                    <a:lnTo>
                      <a:pt x="2489" y="153"/>
                    </a:lnTo>
                    <a:lnTo>
                      <a:pt x="2485" y="152"/>
                    </a:lnTo>
                    <a:lnTo>
                      <a:pt x="2480" y="151"/>
                    </a:lnTo>
                    <a:lnTo>
                      <a:pt x="2478" y="150"/>
                    </a:lnTo>
                    <a:lnTo>
                      <a:pt x="2474" y="149"/>
                    </a:lnTo>
                    <a:lnTo>
                      <a:pt x="2472" y="148"/>
                    </a:lnTo>
                    <a:lnTo>
                      <a:pt x="2471" y="148"/>
                    </a:lnTo>
                    <a:lnTo>
                      <a:pt x="2472" y="147"/>
                    </a:lnTo>
                    <a:lnTo>
                      <a:pt x="2472" y="146"/>
                    </a:lnTo>
                    <a:lnTo>
                      <a:pt x="2469" y="145"/>
                    </a:lnTo>
                    <a:lnTo>
                      <a:pt x="2469" y="145"/>
                    </a:lnTo>
                    <a:lnTo>
                      <a:pt x="2465" y="144"/>
                    </a:lnTo>
                    <a:lnTo>
                      <a:pt x="2465" y="143"/>
                    </a:lnTo>
                    <a:lnTo>
                      <a:pt x="2466" y="143"/>
                    </a:lnTo>
                    <a:lnTo>
                      <a:pt x="2467" y="143"/>
                    </a:lnTo>
                    <a:lnTo>
                      <a:pt x="2468" y="142"/>
                    </a:lnTo>
                    <a:lnTo>
                      <a:pt x="2468" y="141"/>
                    </a:lnTo>
                    <a:lnTo>
                      <a:pt x="2468" y="140"/>
                    </a:lnTo>
                    <a:lnTo>
                      <a:pt x="2467" y="139"/>
                    </a:lnTo>
                    <a:lnTo>
                      <a:pt x="2467" y="137"/>
                    </a:lnTo>
                    <a:lnTo>
                      <a:pt x="2467" y="136"/>
                    </a:lnTo>
                    <a:lnTo>
                      <a:pt x="2466" y="135"/>
                    </a:lnTo>
                    <a:lnTo>
                      <a:pt x="2465" y="134"/>
                    </a:lnTo>
                    <a:lnTo>
                      <a:pt x="2463" y="133"/>
                    </a:lnTo>
                    <a:lnTo>
                      <a:pt x="2463" y="132"/>
                    </a:lnTo>
                    <a:lnTo>
                      <a:pt x="2462" y="132"/>
                    </a:lnTo>
                    <a:lnTo>
                      <a:pt x="2461" y="131"/>
                    </a:lnTo>
                    <a:lnTo>
                      <a:pt x="2460" y="131"/>
                    </a:lnTo>
                    <a:lnTo>
                      <a:pt x="2459" y="131"/>
                    </a:lnTo>
                    <a:lnTo>
                      <a:pt x="2459" y="130"/>
                    </a:lnTo>
                    <a:lnTo>
                      <a:pt x="2457" y="130"/>
                    </a:lnTo>
                    <a:lnTo>
                      <a:pt x="2456" y="130"/>
                    </a:lnTo>
                    <a:lnTo>
                      <a:pt x="2455" y="129"/>
                    </a:lnTo>
                    <a:lnTo>
                      <a:pt x="2454" y="129"/>
                    </a:lnTo>
                    <a:lnTo>
                      <a:pt x="2452" y="129"/>
                    </a:lnTo>
                    <a:lnTo>
                      <a:pt x="2450" y="129"/>
                    </a:lnTo>
                    <a:lnTo>
                      <a:pt x="2448" y="130"/>
                    </a:lnTo>
                    <a:lnTo>
                      <a:pt x="2447" y="130"/>
                    </a:lnTo>
                    <a:lnTo>
                      <a:pt x="2446" y="130"/>
                    </a:lnTo>
                    <a:lnTo>
                      <a:pt x="2444" y="130"/>
                    </a:lnTo>
                    <a:lnTo>
                      <a:pt x="2443" y="130"/>
                    </a:lnTo>
                    <a:lnTo>
                      <a:pt x="2442" y="130"/>
                    </a:lnTo>
                    <a:lnTo>
                      <a:pt x="2441" y="131"/>
                    </a:lnTo>
                    <a:lnTo>
                      <a:pt x="2441" y="131"/>
                    </a:lnTo>
                    <a:lnTo>
                      <a:pt x="2441" y="130"/>
                    </a:lnTo>
                    <a:lnTo>
                      <a:pt x="2440" y="130"/>
                    </a:lnTo>
                    <a:lnTo>
                      <a:pt x="2440" y="129"/>
                    </a:lnTo>
                    <a:lnTo>
                      <a:pt x="2441" y="129"/>
                    </a:lnTo>
                    <a:lnTo>
                      <a:pt x="2441" y="129"/>
                    </a:lnTo>
                    <a:lnTo>
                      <a:pt x="2442" y="129"/>
                    </a:lnTo>
                    <a:lnTo>
                      <a:pt x="2443" y="128"/>
                    </a:lnTo>
                    <a:lnTo>
                      <a:pt x="2444" y="128"/>
                    </a:lnTo>
                    <a:lnTo>
                      <a:pt x="2445" y="128"/>
                    </a:lnTo>
                    <a:lnTo>
                      <a:pt x="2447" y="128"/>
                    </a:lnTo>
                    <a:lnTo>
                      <a:pt x="2448" y="128"/>
                    </a:lnTo>
                    <a:lnTo>
                      <a:pt x="2451" y="128"/>
                    </a:lnTo>
                    <a:lnTo>
                      <a:pt x="2453" y="128"/>
                    </a:lnTo>
                    <a:lnTo>
                      <a:pt x="2455" y="128"/>
                    </a:lnTo>
                    <a:lnTo>
                      <a:pt x="2456" y="128"/>
                    </a:lnTo>
                    <a:lnTo>
                      <a:pt x="2457" y="129"/>
                    </a:lnTo>
                    <a:lnTo>
                      <a:pt x="2458" y="129"/>
                    </a:lnTo>
                    <a:lnTo>
                      <a:pt x="2459" y="129"/>
                    </a:lnTo>
                    <a:lnTo>
                      <a:pt x="2460" y="130"/>
                    </a:lnTo>
                    <a:lnTo>
                      <a:pt x="2462" y="130"/>
                    </a:lnTo>
                    <a:lnTo>
                      <a:pt x="2463" y="131"/>
                    </a:lnTo>
                    <a:lnTo>
                      <a:pt x="2464" y="131"/>
                    </a:lnTo>
                    <a:lnTo>
                      <a:pt x="2465" y="132"/>
                    </a:lnTo>
                    <a:lnTo>
                      <a:pt x="2466" y="133"/>
                    </a:lnTo>
                    <a:lnTo>
                      <a:pt x="2467" y="134"/>
                    </a:lnTo>
                    <a:lnTo>
                      <a:pt x="2468" y="134"/>
                    </a:lnTo>
                    <a:lnTo>
                      <a:pt x="2469" y="135"/>
                    </a:lnTo>
                    <a:lnTo>
                      <a:pt x="2470" y="136"/>
                    </a:lnTo>
                    <a:lnTo>
                      <a:pt x="2472" y="137"/>
                    </a:lnTo>
                    <a:lnTo>
                      <a:pt x="2473" y="138"/>
                    </a:lnTo>
                    <a:lnTo>
                      <a:pt x="2474" y="139"/>
                    </a:lnTo>
                    <a:lnTo>
                      <a:pt x="2475" y="139"/>
                    </a:lnTo>
                    <a:lnTo>
                      <a:pt x="2478" y="141"/>
                    </a:lnTo>
                    <a:lnTo>
                      <a:pt x="2480" y="143"/>
                    </a:lnTo>
                    <a:lnTo>
                      <a:pt x="2485" y="146"/>
                    </a:lnTo>
                    <a:lnTo>
                      <a:pt x="2487" y="147"/>
                    </a:lnTo>
                    <a:lnTo>
                      <a:pt x="2488" y="148"/>
                    </a:lnTo>
                    <a:lnTo>
                      <a:pt x="2489" y="148"/>
                    </a:lnTo>
                    <a:lnTo>
                      <a:pt x="2490" y="149"/>
                    </a:lnTo>
                    <a:lnTo>
                      <a:pt x="2491" y="149"/>
                    </a:lnTo>
                    <a:lnTo>
                      <a:pt x="2492" y="150"/>
                    </a:lnTo>
                    <a:lnTo>
                      <a:pt x="2493" y="150"/>
                    </a:lnTo>
                    <a:lnTo>
                      <a:pt x="2494" y="150"/>
                    </a:lnTo>
                    <a:lnTo>
                      <a:pt x="2496" y="151"/>
                    </a:lnTo>
                    <a:lnTo>
                      <a:pt x="2497" y="151"/>
                    </a:lnTo>
                    <a:lnTo>
                      <a:pt x="2497" y="151"/>
                    </a:lnTo>
                    <a:lnTo>
                      <a:pt x="2499" y="152"/>
                    </a:lnTo>
                    <a:lnTo>
                      <a:pt x="2500" y="152"/>
                    </a:lnTo>
                    <a:lnTo>
                      <a:pt x="2502" y="153"/>
                    </a:lnTo>
                    <a:lnTo>
                      <a:pt x="2504" y="154"/>
                    </a:lnTo>
                    <a:lnTo>
                      <a:pt x="2505" y="154"/>
                    </a:lnTo>
                    <a:lnTo>
                      <a:pt x="2506" y="154"/>
                    </a:lnTo>
                    <a:lnTo>
                      <a:pt x="2507" y="154"/>
                    </a:lnTo>
                    <a:lnTo>
                      <a:pt x="2508" y="154"/>
                    </a:lnTo>
                    <a:lnTo>
                      <a:pt x="2509" y="154"/>
                    </a:lnTo>
                    <a:lnTo>
                      <a:pt x="2510" y="154"/>
                    </a:lnTo>
                    <a:lnTo>
                      <a:pt x="2512" y="154"/>
                    </a:lnTo>
                    <a:lnTo>
                      <a:pt x="2513" y="154"/>
                    </a:lnTo>
                    <a:lnTo>
                      <a:pt x="2514" y="154"/>
                    </a:lnTo>
                    <a:lnTo>
                      <a:pt x="2515" y="154"/>
                    </a:lnTo>
                    <a:lnTo>
                      <a:pt x="2516" y="154"/>
                    </a:lnTo>
                    <a:lnTo>
                      <a:pt x="2517" y="154"/>
                    </a:lnTo>
                    <a:lnTo>
                      <a:pt x="2518" y="154"/>
                    </a:lnTo>
                    <a:lnTo>
                      <a:pt x="2519" y="154"/>
                    </a:lnTo>
                    <a:lnTo>
                      <a:pt x="2520" y="154"/>
                    </a:lnTo>
                    <a:lnTo>
                      <a:pt x="2521" y="154"/>
                    </a:lnTo>
                    <a:lnTo>
                      <a:pt x="2523" y="154"/>
                    </a:lnTo>
                    <a:lnTo>
                      <a:pt x="2524" y="154"/>
                    </a:lnTo>
                    <a:lnTo>
                      <a:pt x="2525" y="154"/>
                    </a:lnTo>
                    <a:lnTo>
                      <a:pt x="2526" y="154"/>
                    </a:lnTo>
                    <a:lnTo>
                      <a:pt x="2527" y="154"/>
                    </a:lnTo>
                    <a:lnTo>
                      <a:pt x="2530" y="154"/>
                    </a:lnTo>
                    <a:lnTo>
                      <a:pt x="2531" y="154"/>
                    </a:lnTo>
                    <a:lnTo>
                      <a:pt x="2534" y="153"/>
                    </a:lnTo>
                    <a:lnTo>
                      <a:pt x="2537" y="155"/>
                    </a:lnTo>
                    <a:lnTo>
                      <a:pt x="2538" y="154"/>
                    </a:lnTo>
                    <a:lnTo>
                      <a:pt x="2539" y="154"/>
                    </a:lnTo>
                    <a:lnTo>
                      <a:pt x="2540" y="154"/>
                    </a:lnTo>
                    <a:lnTo>
                      <a:pt x="2541" y="154"/>
                    </a:lnTo>
                    <a:lnTo>
                      <a:pt x="2542" y="154"/>
                    </a:lnTo>
                    <a:lnTo>
                      <a:pt x="2543" y="154"/>
                    </a:lnTo>
                    <a:lnTo>
                      <a:pt x="2544" y="154"/>
                    </a:lnTo>
                    <a:lnTo>
                      <a:pt x="2545" y="155"/>
                    </a:lnTo>
                    <a:lnTo>
                      <a:pt x="2546" y="155"/>
                    </a:lnTo>
                    <a:lnTo>
                      <a:pt x="2547" y="155"/>
                    </a:lnTo>
                    <a:lnTo>
                      <a:pt x="2548" y="156"/>
                    </a:lnTo>
                    <a:lnTo>
                      <a:pt x="2549" y="156"/>
                    </a:lnTo>
                    <a:lnTo>
                      <a:pt x="2550" y="156"/>
                    </a:lnTo>
                    <a:lnTo>
                      <a:pt x="2551" y="156"/>
                    </a:lnTo>
                    <a:lnTo>
                      <a:pt x="2552" y="156"/>
                    </a:lnTo>
                    <a:lnTo>
                      <a:pt x="2553" y="156"/>
                    </a:lnTo>
                    <a:lnTo>
                      <a:pt x="2554" y="156"/>
                    </a:lnTo>
                    <a:lnTo>
                      <a:pt x="2554" y="155"/>
                    </a:lnTo>
                    <a:lnTo>
                      <a:pt x="2554" y="155"/>
                    </a:lnTo>
                    <a:lnTo>
                      <a:pt x="2554" y="155"/>
                    </a:lnTo>
                    <a:lnTo>
                      <a:pt x="2554" y="156"/>
                    </a:lnTo>
                    <a:lnTo>
                      <a:pt x="2554" y="157"/>
                    </a:lnTo>
                    <a:lnTo>
                      <a:pt x="2554" y="157"/>
                    </a:lnTo>
                    <a:lnTo>
                      <a:pt x="2555" y="154"/>
                    </a:lnTo>
                    <a:lnTo>
                      <a:pt x="2556" y="154"/>
                    </a:lnTo>
                    <a:lnTo>
                      <a:pt x="2556" y="155"/>
                    </a:lnTo>
                    <a:lnTo>
                      <a:pt x="2555" y="154"/>
                    </a:lnTo>
                    <a:lnTo>
                      <a:pt x="2554" y="157"/>
                    </a:lnTo>
                    <a:lnTo>
                      <a:pt x="2555" y="157"/>
                    </a:lnTo>
                    <a:lnTo>
                      <a:pt x="2556" y="158"/>
                    </a:lnTo>
                    <a:lnTo>
                      <a:pt x="2557" y="158"/>
                    </a:lnTo>
                    <a:lnTo>
                      <a:pt x="2558" y="158"/>
                    </a:lnTo>
                    <a:lnTo>
                      <a:pt x="2559" y="158"/>
                    </a:lnTo>
                    <a:lnTo>
                      <a:pt x="2560" y="158"/>
                    </a:lnTo>
                    <a:lnTo>
                      <a:pt x="2561" y="158"/>
                    </a:lnTo>
                    <a:lnTo>
                      <a:pt x="2562" y="158"/>
                    </a:lnTo>
                    <a:lnTo>
                      <a:pt x="2563" y="158"/>
                    </a:lnTo>
                    <a:lnTo>
                      <a:pt x="2564" y="158"/>
                    </a:lnTo>
                    <a:lnTo>
                      <a:pt x="2565" y="158"/>
                    </a:lnTo>
                    <a:lnTo>
                      <a:pt x="2566" y="157"/>
                    </a:lnTo>
                    <a:lnTo>
                      <a:pt x="2566" y="156"/>
                    </a:lnTo>
                    <a:lnTo>
                      <a:pt x="2567" y="156"/>
                    </a:lnTo>
                    <a:lnTo>
                      <a:pt x="2567" y="157"/>
                    </a:lnTo>
                    <a:lnTo>
                      <a:pt x="2567" y="158"/>
                    </a:lnTo>
                    <a:lnTo>
                      <a:pt x="2568" y="157"/>
                    </a:lnTo>
                    <a:lnTo>
                      <a:pt x="2569" y="157"/>
                    </a:lnTo>
                    <a:lnTo>
                      <a:pt x="2570" y="157"/>
                    </a:lnTo>
                    <a:lnTo>
                      <a:pt x="2571" y="157"/>
                    </a:lnTo>
                    <a:lnTo>
                      <a:pt x="2571" y="156"/>
                    </a:lnTo>
                    <a:lnTo>
                      <a:pt x="2572" y="156"/>
                    </a:lnTo>
                    <a:lnTo>
                      <a:pt x="2573" y="156"/>
                    </a:lnTo>
                    <a:lnTo>
                      <a:pt x="2574" y="156"/>
                    </a:lnTo>
                    <a:lnTo>
                      <a:pt x="2574" y="156"/>
                    </a:lnTo>
                    <a:lnTo>
                      <a:pt x="2575" y="156"/>
                    </a:lnTo>
                    <a:lnTo>
                      <a:pt x="2575" y="155"/>
                    </a:lnTo>
                    <a:lnTo>
                      <a:pt x="2576" y="155"/>
                    </a:lnTo>
                    <a:lnTo>
                      <a:pt x="2577" y="155"/>
                    </a:lnTo>
                    <a:lnTo>
                      <a:pt x="2577" y="154"/>
                    </a:lnTo>
                    <a:lnTo>
                      <a:pt x="2578" y="154"/>
                    </a:lnTo>
                    <a:lnTo>
                      <a:pt x="2578" y="153"/>
                    </a:lnTo>
                    <a:lnTo>
                      <a:pt x="2579" y="153"/>
                    </a:lnTo>
                    <a:lnTo>
                      <a:pt x="2580" y="152"/>
                    </a:lnTo>
                    <a:lnTo>
                      <a:pt x="2581" y="152"/>
                    </a:lnTo>
                    <a:lnTo>
                      <a:pt x="2582" y="151"/>
                    </a:lnTo>
                    <a:lnTo>
                      <a:pt x="2582" y="150"/>
                    </a:lnTo>
                    <a:lnTo>
                      <a:pt x="2582" y="150"/>
                    </a:lnTo>
                    <a:lnTo>
                      <a:pt x="2582" y="149"/>
                    </a:lnTo>
                    <a:lnTo>
                      <a:pt x="2583" y="149"/>
                    </a:lnTo>
                    <a:lnTo>
                      <a:pt x="2583" y="150"/>
                    </a:lnTo>
                    <a:lnTo>
                      <a:pt x="2584" y="149"/>
                    </a:lnTo>
                    <a:lnTo>
                      <a:pt x="2585" y="149"/>
                    </a:lnTo>
                    <a:lnTo>
                      <a:pt x="2586" y="149"/>
                    </a:lnTo>
                    <a:lnTo>
                      <a:pt x="2587" y="149"/>
                    </a:lnTo>
                    <a:lnTo>
                      <a:pt x="2588" y="149"/>
                    </a:lnTo>
                    <a:lnTo>
                      <a:pt x="2588" y="148"/>
                    </a:lnTo>
                    <a:lnTo>
                      <a:pt x="2589" y="148"/>
                    </a:lnTo>
                    <a:lnTo>
                      <a:pt x="2590" y="148"/>
                    </a:lnTo>
                    <a:lnTo>
                      <a:pt x="2591" y="148"/>
                    </a:lnTo>
                    <a:lnTo>
                      <a:pt x="2591" y="147"/>
                    </a:lnTo>
                    <a:lnTo>
                      <a:pt x="2592" y="147"/>
                    </a:lnTo>
                    <a:lnTo>
                      <a:pt x="2592" y="148"/>
                    </a:lnTo>
                    <a:lnTo>
                      <a:pt x="2592" y="147"/>
                    </a:lnTo>
                    <a:lnTo>
                      <a:pt x="2593" y="147"/>
                    </a:lnTo>
                    <a:lnTo>
                      <a:pt x="2594" y="147"/>
                    </a:lnTo>
                    <a:lnTo>
                      <a:pt x="2595" y="147"/>
                    </a:lnTo>
                    <a:lnTo>
                      <a:pt x="2595" y="146"/>
                    </a:lnTo>
                    <a:lnTo>
                      <a:pt x="2596" y="146"/>
                    </a:lnTo>
                    <a:lnTo>
                      <a:pt x="2597" y="146"/>
                    </a:lnTo>
                    <a:lnTo>
                      <a:pt x="2598" y="147"/>
                    </a:lnTo>
                    <a:lnTo>
                      <a:pt x="2599" y="147"/>
                    </a:lnTo>
                    <a:lnTo>
                      <a:pt x="2600" y="147"/>
                    </a:lnTo>
                    <a:lnTo>
                      <a:pt x="2601" y="147"/>
                    </a:lnTo>
                    <a:lnTo>
                      <a:pt x="2602" y="147"/>
                    </a:lnTo>
                    <a:lnTo>
                      <a:pt x="2603" y="147"/>
                    </a:lnTo>
                    <a:lnTo>
                      <a:pt x="2604" y="147"/>
                    </a:lnTo>
                    <a:lnTo>
                      <a:pt x="2605" y="146"/>
                    </a:lnTo>
                    <a:lnTo>
                      <a:pt x="2606" y="146"/>
                    </a:lnTo>
                    <a:lnTo>
                      <a:pt x="2607" y="146"/>
                    </a:lnTo>
                    <a:lnTo>
                      <a:pt x="2608" y="145"/>
                    </a:lnTo>
                    <a:lnTo>
                      <a:pt x="2609" y="145"/>
                    </a:lnTo>
                    <a:lnTo>
                      <a:pt x="2609" y="144"/>
                    </a:lnTo>
                    <a:lnTo>
                      <a:pt x="2610" y="144"/>
                    </a:lnTo>
                    <a:lnTo>
                      <a:pt x="2610" y="143"/>
                    </a:lnTo>
                    <a:lnTo>
                      <a:pt x="2610" y="143"/>
                    </a:lnTo>
                    <a:lnTo>
                      <a:pt x="2611" y="142"/>
                    </a:lnTo>
                    <a:lnTo>
                      <a:pt x="2612" y="142"/>
                    </a:lnTo>
                    <a:lnTo>
                      <a:pt x="2612" y="141"/>
                    </a:lnTo>
                    <a:lnTo>
                      <a:pt x="2613" y="141"/>
                    </a:lnTo>
                    <a:lnTo>
                      <a:pt x="2613" y="140"/>
                    </a:lnTo>
                    <a:lnTo>
                      <a:pt x="2614" y="140"/>
                    </a:lnTo>
                    <a:lnTo>
                      <a:pt x="2615" y="139"/>
                    </a:lnTo>
                    <a:lnTo>
                      <a:pt x="2616" y="139"/>
                    </a:lnTo>
                    <a:lnTo>
                      <a:pt x="2616" y="138"/>
                    </a:lnTo>
                    <a:lnTo>
                      <a:pt x="2618" y="138"/>
                    </a:lnTo>
                    <a:lnTo>
                      <a:pt x="2619" y="138"/>
                    </a:lnTo>
                    <a:lnTo>
                      <a:pt x="2619" y="137"/>
                    </a:lnTo>
                    <a:lnTo>
                      <a:pt x="2620" y="137"/>
                    </a:lnTo>
                    <a:lnTo>
                      <a:pt x="2621" y="137"/>
                    </a:lnTo>
                    <a:lnTo>
                      <a:pt x="2622" y="137"/>
                    </a:lnTo>
                    <a:lnTo>
                      <a:pt x="2623" y="137"/>
                    </a:lnTo>
                    <a:lnTo>
                      <a:pt x="2624" y="137"/>
                    </a:lnTo>
                    <a:lnTo>
                      <a:pt x="2625" y="137"/>
                    </a:lnTo>
                    <a:lnTo>
                      <a:pt x="2626" y="137"/>
                    </a:lnTo>
                    <a:lnTo>
                      <a:pt x="2627" y="137"/>
                    </a:lnTo>
                    <a:lnTo>
                      <a:pt x="2628" y="137"/>
                    </a:lnTo>
                    <a:lnTo>
                      <a:pt x="2629" y="138"/>
                    </a:lnTo>
                    <a:lnTo>
                      <a:pt x="2630" y="138"/>
                    </a:lnTo>
                    <a:lnTo>
                      <a:pt x="2631" y="139"/>
                    </a:lnTo>
                    <a:lnTo>
                      <a:pt x="2631" y="140"/>
                    </a:lnTo>
                    <a:lnTo>
                      <a:pt x="2632" y="141"/>
                    </a:lnTo>
                    <a:lnTo>
                      <a:pt x="2633" y="141"/>
                    </a:lnTo>
                    <a:lnTo>
                      <a:pt x="2633" y="142"/>
                    </a:lnTo>
                    <a:lnTo>
                      <a:pt x="2634" y="142"/>
                    </a:lnTo>
                    <a:lnTo>
                      <a:pt x="2635" y="143"/>
                    </a:lnTo>
                    <a:lnTo>
                      <a:pt x="2636" y="144"/>
                    </a:lnTo>
                    <a:lnTo>
                      <a:pt x="2637" y="144"/>
                    </a:lnTo>
                    <a:lnTo>
                      <a:pt x="2637" y="145"/>
                    </a:lnTo>
                    <a:lnTo>
                      <a:pt x="2639" y="145"/>
                    </a:lnTo>
                    <a:lnTo>
                      <a:pt x="2639" y="146"/>
                    </a:lnTo>
                    <a:lnTo>
                      <a:pt x="2639" y="146"/>
                    </a:lnTo>
                    <a:lnTo>
                      <a:pt x="2640" y="147"/>
                    </a:lnTo>
                    <a:lnTo>
                      <a:pt x="2641" y="147"/>
                    </a:lnTo>
                    <a:lnTo>
                      <a:pt x="2642" y="148"/>
                    </a:lnTo>
                    <a:lnTo>
                      <a:pt x="2644" y="149"/>
                    </a:lnTo>
                    <a:lnTo>
                      <a:pt x="2645" y="150"/>
                    </a:lnTo>
                    <a:lnTo>
                      <a:pt x="2647" y="151"/>
                    </a:lnTo>
                    <a:lnTo>
                      <a:pt x="2649" y="151"/>
                    </a:lnTo>
                    <a:lnTo>
                      <a:pt x="2650" y="152"/>
                    </a:lnTo>
                    <a:lnTo>
                      <a:pt x="2653" y="153"/>
                    </a:lnTo>
                    <a:lnTo>
                      <a:pt x="2656" y="154"/>
                    </a:lnTo>
                    <a:lnTo>
                      <a:pt x="2659" y="155"/>
                    </a:lnTo>
                    <a:lnTo>
                      <a:pt x="2660" y="156"/>
                    </a:lnTo>
                    <a:lnTo>
                      <a:pt x="2662" y="156"/>
                    </a:lnTo>
                    <a:lnTo>
                      <a:pt x="2664" y="156"/>
                    </a:lnTo>
                    <a:lnTo>
                      <a:pt x="2666" y="156"/>
                    </a:lnTo>
                    <a:lnTo>
                      <a:pt x="2667" y="156"/>
                    </a:lnTo>
                    <a:lnTo>
                      <a:pt x="2668" y="157"/>
                    </a:lnTo>
                    <a:lnTo>
                      <a:pt x="2670" y="157"/>
                    </a:lnTo>
                    <a:lnTo>
                      <a:pt x="2671" y="157"/>
                    </a:lnTo>
                    <a:lnTo>
                      <a:pt x="2672" y="157"/>
                    </a:lnTo>
                    <a:lnTo>
                      <a:pt x="2672" y="156"/>
                    </a:lnTo>
                    <a:lnTo>
                      <a:pt x="2673" y="156"/>
                    </a:lnTo>
                    <a:lnTo>
                      <a:pt x="2674" y="156"/>
                    </a:lnTo>
                    <a:lnTo>
                      <a:pt x="2674" y="155"/>
                    </a:lnTo>
                    <a:lnTo>
                      <a:pt x="2675" y="155"/>
                    </a:lnTo>
                    <a:lnTo>
                      <a:pt x="2675" y="154"/>
                    </a:lnTo>
                    <a:lnTo>
                      <a:pt x="2676" y="153"/>
                    </a:lnTo>
                    <a:lnTo>
                      <a:pt x="2676" y="152"/>
                    </a:lnTo>
                    <a:lnTo>
                      <a:pt x="2677" y="152"/>
                    </a:lnTo>
                    <a:lnTo>
                      <a:pt x="2677" y="151"/>
                    </a:lnTo>
                    <a:lnTo>
                      <a:pt x="2678" y="151"/>
                    </a:lnTo>
                    <a:lnTo>
                      <a:pt x="2678" y="150"/>
                    </a:lnTo>
                    <a:lnTo>
                      <a:pt x="2678" y="149"/>
                    </a:lnTo>
                    <a:lnTo>
                      <a:pt x="2678" y="148"/>
                    </a:lnTo>
                    <a:lnTo>
                      <a:pt x="2679" y="148"/>
                    </a:lnTo>
                    <a:lnTo>
                      <a:pt x="2680" y="148"/>
                    </a:lnTo>
                    <a:lnTo>
                      <a:pt x="2680" y="147"/>
                    </a:lnTo>
                    <a:lnTo>
                      <a:pt x="2681" y="147"/>
                    </a:lnTo>
                    <a:lnTo>
                      <a:pt x="2682" y="146"/>
                    </a:lnTo>
                    <a:lnTo>
                      <a:pt x="2683" y="146"/>
                    </a:lnTo>
                    <a:lnTo>
                      <a:pt x="2684" y="146"/>
                    </a:lnTo>
                    <a:lnTo>
                      <a:pt x="2685" y="146"/>
                    </a:lnTo>
                    <a:lnTo>
                      <a:pt x="2686" y="145"/>
                    </a:lnTo>
                    <a:lnTo>
                      <a:pt x="2687" y="145"/>
                    </a:lnTo>
                    <a:lnTo>
                      <a:pt x="2688" y="145"/>
                    </a:lnTo>
                    <a:lnTo>
                      <a:pt x="2689" y="145"/>
                    </a:lnTo>
                    <a:lnTo>
                      <a:pt x="2690" y="145"/>
                    </a:lnTo>
                    <a:lnTo>
                      <a:pt x="2691" y="145"/>
                    </a:lnTo>
                    <a:lnTo>
                      <a:pt x="2692" y="145"/>
                    </a:lnTo>
                    <a:lnTo>
                      <a:pt x="2692" y="146"/>
                    </a:lnTo>
                    <a:lnTo>
                      <a:pt x="2693" y="146"/>
                    </a:lnTo>
                    <a:lnTo>
                      <a:pt x="2694" y="146"/>
                    </a:lnTo>
                    <a:lnTo>
                      <a:pt x="2695" y="146"/>
                    </a:lnTo>
                    <a:lnTo>
                      <a:pt x="2695" y="146"/>
                    </a:lnTo>
                    <a:lnTo>
                      <a:pt x="2696" y="146"/>
                    </a:lnTo>
                    <a:lnTo>
                      <a:pt x="2698" y="145"/>
                    </a:lnTo>
                    <a:lnTo>
                      <a:pt x="2699" y="145"/>
                    </a:lnTo>
                    <a:lnTo>
                      <a:pt x="2700" y="145"/>
                    </a:lnTo>
                    <a:lnTo>
                      <a:pt x="2701" y="144"/>
                    </a:lnTo>
                    <a:lnTo>
                      <a:pt x="2702" y="144"/>
                    </a:lnTo>
                    <a:lnTo>
                      <a:pt x="2703" y="143"/>
                    </a:lnTo>
                    <a:lnTo>
                      <a:pt x="2704" y="143"/>
                    </a:lnTo>
                    <a:lnTo>
                      <a:pt x="2704" y="142"/>
                    </a:lnTo>
                    <a:lnTo>
                      <a:pt x="2705" y="142"/>
                    </a:lnTo>
                    <a:lnTo>
                      <a:pt x="2705" y="141"/>
                    </a:lnTo>
                    <a:lnTo>
                      <a:pt x="2706" y="141"/>
                    </a:lnTo>
                    <a:lnTo>
                      <a:pt x="2707" y="141"/>
                    </a:lnTo>
                    <a:lnTo>
                      <a:pt x="2707" y="140"/>
                    </a:lnTo>
                    <a:lnTo>
                      <a:pt x="2708" y="140"/>
                    </a:lnTo>
                    <a:lnTo>
                      <a:pt x="2708" y="139"/>
                    </a:lnTo>
                    <a:lnTo>
                      <a:pt x="2709" y="139"/>
                    </a:lnTo>
                    <a:lnTo>
                      <a:pt x="2710" y="138"/>
                    </a:lnTo>
                    <a:lnTo>
                      <a:pt x="2711" y="138"/>
                    </a:lnTo>
                    <a:lnTo>
                      <a:pt x="2712" y="137"/>
                    </a:lnTo>
                    <a:lnTo>
                      <a:pt x="2713" y="137"/>
                    </a:lnTo>
                    <a:lnTo>
                      <a:pt x="2714" y="137"/>
                    </a:lnTo>
                    <a:lnTo>
                      <a:pt x="2715" y="137"/>
                    </a:lnTo>
                    <a:lnTo>
                      <a:pt x="2715" y="136"/>
                    </a:lnTo>
                    <a:lnTo>
                      <a:pt x="2716" y="136"/>
                    </a:lnTo>
                    <a:lnTo>
                      <a:pt x="2717" y="136"/>
                    </a:lnTo>
                    <a:lnTo>
                      <a:pt x="2718" y="136"/>
                    </a:lnTo>
                    <a:lnTo>
                      <a:pt x="2719" y="136"/>
                    </a:lnTo>
                    <a:lnTo>
                      <a:pt x="2720" y="136"/>
                    </a:lnTo>
                    <a:lnTo>
                      <a:pt x="2722" y="136"/>
                    </a:lnTo>
                    <a:lnTo>
                      <a:pt x="2723" y="136"/>
                    </a:lnTo>
                    <a:lnTo>
                      <a:pt x="2724" y="136"/>
                    </a:lnTo>
                    <a:lnTo>
                      <a:pt x="2725" y="136"/>
                    </a:lnTo>
                    <a:lnTo>
                      <a:pt x="2725" y="135"/>
                    </a:lnTo>
                    <a:lnTo>
                      <a:pt x="2725" y="136"/>
                    </a:lnTo>
                    <a:lnTo>
                      <a:pt x="2726" y="135"/>
                    </a:lnTo>
                    <a:lnTo>
                      <a:pt x="2727" y="135"/>
                    </a:lnTo>
                    <a:lnTo>
                      <a:pt x="2728" y="135"/>
                    </a:lnTo>
                    <a:lnTo>
                      <a:pt x="2729" y="135"/>
                    </a:lnTo>
                    <a:lnTo>
                      <a:pt x="2730" y="135"/>
                    </a:lnTo>
                    <a:lnTo>
                      <a:pt x="2731" y="134"/>
                    </a:lnTo>
                    <a:lnTo>
                      <a:pt x="2731" y="133"/>
                    </a:lnTo>
                    <a:lnTo>
                      <a:pt x="2731" y="132"/>
                    </a:lnTo>
                    <a:lnTo>
                      <a:pt x="2732" y="132"/>
                    </a:lnTo>
                    <a:lnTo>
                      <a:pt x="2732" y="133"/>
                    </a:lnTo>
                    <a:lnTo>
                      <a:pt x="2731" y="134"/>
                    </a:lnTo>
                    <a:lnTo>
                      <a:pt x="2731" y="135"/>
                    </a:lnTo>
                    <a:lnTo>
                      <a:pt x="2732" y="136"/>
                    </a:lnTo>
                    <a:lnTo>
                      <a:pt x="2733" y="136"/>
                    </a:lnTo>
                    <a:lnTo>
                      <a:pt x="2734" y="136"/>
                    </a:lnTo>
                    <a:lnTo>
                      <a:pt x="2735" y="136"/>
                    </a:lnTo>
                    <a:lnTo>
                      <a:pt x="2735" y="135"/>
                    </a:lnTo>
                    <a:lnTo>
                      <a:pt x="2736" y="135"/>
                    </a:lnTo>
                    <a:lnTo>
                      <a:pt x="2736" y="134"/>
                    </a:lnTo>
                    <a:lnTo>
                      <a:pt x="2737" y="134"/>
                    </a:lnTo>
                    <a:lnTo>
                      <a:pt x="2736" y="133"/>
                    </a:lnTo>
                    <a:lnTo>
                      <a:pt x="2735" y="133"/>
                    </a:lnTo>
                    <a:lnTo>
                      <a:pt x="2735" y="132"/>
                    </a:lnTo>
                    <a:lnTo>
                      <a:pt x="2734" y="132"/>
                    </a:lnTo>
                    <a:lnTo>
                      <a:pt x="2734" y="131"/>
                    </a:lnTo>
                    <a:lnTo>
                      <a:pt x="2735" y="131"/>
                    </a:lnTo>
                    <a:lnTo>
                      <a:pt x="2736" y="131"/>
                    </a:lnTo>
                    <a:lnTo>
                      <a:pt x="2736" y="132"/>
                    </a:lnTo>
                    <a:lnTo>
                      <a:pt x="2737" y="133"/>
                    </a:lnTo>
                    <a:lnTo>
                      <a:pt x="2738" y="133"/>
                    </a:lnTo>
                    <a:lnTo>
                      <a:pt x="2739" y="133"/>
                    </a:lnTo>
                    <a:lnTo>
                      <a:pt x="2740" y="134"/>
                    </a:lnTo>
                    <a:lnTo>
                      <a:pt x="2741" y="134"/>
                    </a:lnTo>
                    <a:lnTo>
                      <a:pt x="2741" y="135"/>
                    </a:lnTo>
                    <a:lnTo>
                      <a:pt x="2742" y="135"/>
                    </a:lnTo>
                    <a:lnTo>
                      <a:pt x="2743" y="135"/>
                    </a:lnTo>
                    <a:lnTo>
                      <a:pt x="2743" y="134"/>
                    </a:lnTo>
                    <a:lnTo>
                      <a:pt x="2744" y="133"/>
                    </a:lnTo>
                    <a:lnTo>
                      <a:pt x="2744" y="132"/>
                    </a:lnTo>
                    <a:lnTo>
                      <a:pt x="2743" y="131"/>
                    </a:lnTo>
                    <a:lnTo>
                      <a:pt x="2742" y="131"/>
                    </a:lnTo>
                    <a:lnTo>
                      <a:pt x="2741" y="131"/>
                    </a:lnTo>
                    <a:lnTo>
                      <a:pt x="2742" y="131"/>
                    </a:lnTo>
                    <a:lnTo>
                      <a:pt x="2743" y="131"/>
                    </a:lnTo>
                    <a:lnTo>
                      <a:pt x="2743" y="130"/>
                    </a:lnTo>
                    <a:lnTo>
                      <a:pt x="2744" y="130"/>
                    </a:lnTo>
                    <a:lnTo>
                      <a:pt x="2745" y="129"/>
                    </a:lnTo>
                    <a:lnTo>
                      <a:pt x="2745" y="130"/>
                    </a:lnTo>
                    <a:lnTo>
                      <a:pt x="2744" y="130"/>
                    </a:lnTo>
                    <a:lnTo>
                      <a:pt x="2744" y="131"/>
                    </a:lnTo>
                    <a:lnTo>
                      <a:pt x="2745" y="131"/>
                    </a:lnTo>
                    <a:lnTo>
                      <a:pt x="2745" y="132"/>
                    </a:lnTo>
                    <a:lnTo>
                      <a:pt x="2746" y="132"/>
                    </a:lnTo>
                    <a:lnTo>
                      <a:pt x="2746" y="133"/>
                    </a:lnTo>
                    <a:lnTo>
                      <a:pt x="2747" y="132"/>
                    </a:lnTo>
                    <a:lnTo>
                      <a:pt x="2748" y="131"/>
                    </a:lnTo>
                    <a:lnTo>
                      <a:pt x="2749" y="131"/>
                    </a:lnTo>
                    <a:lnTo>
                      <a:pt x="2749" y="130"/>
                    </a:lnTo>
                    <a:lnTo>
                      <a:pt x="2750" y="129"/>
                    </a:lnTo>
                    <a:lnTo>
                      <a:pt x="2750" y="128"/>
                    </a:lnTo>
                    <a:lnTo>
                      <a:pt x="2749" y="128"/>
                    </a:lnTo>
                    <a:lnTo>
                      <a:pt x="2749" y="127"/>
                    </a:lnTo>
                    <a:lnTo>
                      <a:pt x="2748" y="127"/>
                    </a:lnTo>
                    <a:lnTo>
                      <a:pt x="2748" y="128"/>
                    </a:lnTo>
                    <a:lnTo>
                      <a:pt x="2747" y="128"/>
                    </a:lnTo>
                    <a:lnTo>
                      <a:pt x="2746" y="128"/>
                    </a:lnTo>
                    <a:lnTo>
                      <a:pt x="2746" y="127"/>
                    </a:lnTo>
                    <a:lnTo>
                      <a:pt x="2747" y="127"/>
                    </a:lnTo>
                    <a:lnTo>
                      <a:pt x="2747" y="127"/>
                    </a:lnTo>
                    <a:lnTo>
                      <a:pt x="2748" y="127"/>
                    </a:lnTo>
                    <a:lnTo>
                      <a:pt x="2749" y="126"/>
                    </a:lnTo>
                    <a:lnTo>
                      <a:pt x="2750" y="126"/>
                    </a:lnTo>
                    <a:lnTo>
                      <a:pt x="2751" y="125"/>
                    </a:lnTo>
                    <a:lnTo>
                      <a:pt x="2751" y="125"/>
                    </a:lnTo>
                    <a:lnTo>
                      <a:pt x="2752" y="124"/>
                    </a:lnTo>
                    <a:lnTo>
                      <a:pt x="2754" y="123"/>
                    </a:lnTo>
                    <a:lnTo>
                      <a:pt x="2755" y="122"/>
                    </a:lnTo>
                    <a:lnTo>
                      <a:pt x="2756" y="122"/>
                    </a:lnTo>
                    <a:lnTo>
                      <a:pt x="2757" y="121"/>
                    </a:lnTo>
                    <a:lnTo>
                      <a:pt x="2758" y="120"/>
                    </a:lnTo>
                    <a:lnTo>
                      <a:pt x="2759" y="119"/>
                    </a:lnTo>
                    <a:lnTo>
                      <a:pt x="2760" y="119"/>
                    </a:lnTo>
                    <a:lnTo>
                      <a:pt x="2761" y="118"/>
                    </a:lnTo>
                    <a:lnTo>
                      <a:pt x="2762" y="117"/>
                    </a:lnTo>
                    <a:lnTo>
                      <a:pt x="2764" y="116"/>
                    </a:lnTo>
                    <a:lnTo>
                      <a:pt x="2764" y="115"/>
                    </a:lnTo>
                    <a:lnTo>
                      <a:pt x="2765" y="115"/>
                    </a:lnTo>
                    <a:lnTo>
                      <a:pt x="2765" y="114"/>
                    </a:lnTo>
                    <a:lnTo>
                      <a:pt x="2765" y="113"/>
                    </a:lnTo>
                    <a:lnTo>
                      <a:pt x="2766" y="113"/>
                    </a:lnTo>
                    <a:lnTo>
                      <a:pt x="2767" y="112"/>
                    </a:lnTo>
                    <a:lnTo>
                      <a:pt x="2769" y="112"/>
                    </a:lnTo>
                    <a:lnTo>
                      <a:pt x="2770" y="111"/>
                    </a:lnTo>
                    <a:lnTo>
                      <a:pt x="2771" y="111"/>
                    </a:lnTo>
                    <a:lnTo>
                      <a:pt x="2772" y="110"/>
                    </a:lnTo>
                    <a:lnTo>
                      <a:pt x="2773" y="110"/>
                    </a:lnTo>
                    <a:lnTo>
                      <a:pt x="2773" y="109"/>
                    </a:lnTo>
                    <a:lnTo>
                      <a:pt x="2774" y="109"/>
                    </a:lnTo>
                    <a:lnTo>
                      <a:pt x="2775" y="108"/>
                    </a:lnTo>
                    <a:lnTo>
                      <a:pt x="2776" y="107"/>
                    </a:lnTo>
                    <a:lnTo>
                      <a:pt x="2777" y="107"/>
                    </a:lnTo>
                    <a:lnTo>
                      <a:pt x="2778" y="106"/>
                    </a:lnTo>
                    <a:lnTo>
                      <a:pt x="2779" y="106"/>
                    </a:lnTo>
                    <a:lnTo>
                      <a:pt x="2780" y="105"/>
                    </a:lnTo>
                    <a:lnTo>
                      <a:pt x="2780" y="105"/>
                    </a:lnTo>
                    <a:lnTo>
                      <a:pt x="2781" y="105"/>
                    </a:lnTo>
                    <a:lnTo>
                      <a:pt x="2782" y="105"/>
                    </a:lnTo>
                    <a:lnTo>
                      <a:pt x="2783" y="105"/>
                    </a:lnTo>
                    <a:lnTo>
                      <a:pt x="2784" y="105"/>
                    </a:lnTo>
                    <a:lnTo>
                      <a:pt x="2785" y="105"/>
                    </a:lnTo>
                    <a:lnTo>
                      <a:pt x="2786" y="105"/>
                    </a:lnTo>
                    <a:lnTo>
                      <a:pt x="2787" y="105"/>
                    </a:lnTo>
                    <a:lnTo>
                      <a:pt x="2788" y="105"/>
                    </a:lnTo>
                    <a:lnTo>
                      <a:pt x="2789" y="105"/>
                    </a:lnTo>
                    <a:lnTo>
                      <a:pt x="2790" y="105"/>
                    </a:lnTo>
                    <a:lnTo>
                      <a:pt x="2791" y="105"/>
                    </a:lnTo>
                    <a:lnTo>
                      <a:pt x="2792" y="105"/>
                    </a:lnTo>
                    <a:lnTo>
                      <a:pt x="2793" y="105"/>
                    </a:lnTo>
                    <a:lnTo>
                      <a:pt x="2793" y="106"/>
                    </a:lnTo>
                    <a:lnTo>
                      <a:pt x="2794" y="106"/>
                    </a:lnTo>
                    <a:lnTo>
                      <a:pt x="2794" y="107"/>
                    </a:lnTo>
                    <a:lnTo>
                      <a:pt x="2795" y="108"/>
                    </a:lnTo>
                    <a:lnTo>
                      <a:pt x="2796" y="108"/>
                    </a:lnTo>
                    <a:lnTo>
                      <a:pt x="2796" y="109"/>
                    </a:lnTo>
                    <a:lnTo>
                      <a:pt x="2797" y="109"/>
                    </a:lnTo>
                    <a:lnTo>
                      <a:pt x="2798" y="109"/>
                    </a:lnTo>
                    <a:lnTo>
                      <a:pt x="2799" y="110"/>
                    </a:lnTo>
                    <a:lnTo>
                      <a:pt x="2800" y="111"/>
                    </a:lnTo>
                    <a:lnTo>
                      <a:pt x="2801" y="111"/>
                    </a:lnTo>
                    <a:lnTo>
                      <a:pt x="2801" y="112"/>
                    </a:lnTo>
                    <a:lnTo>
                      <a:pt x="2803" y="112"/>
                    </a:lnTo>
                    <a:lnTo>
                      <a:pt x="2804" y="113"/>
                    </a:lnTo>
                    <a:lnTo>
                      <a:pt x="2805" y="113"/>
                    </a:lnTo>
                    <a:lnTo>
                      <a:pt x="2806" y="114"/>
                    </a:lnTo>
                    <a:lnTo>
                      <a:pt x="2807" y="114"/>
                    </a:lnTo>
                    <a:lnTo>
                      <a:pt x="2807" y="115"/>
                    </a:lnTo>
                    <a:lnTo>
                      <a:pt x="2808" y="115"/>
                    </a:lnTo>
                    <a:lnTo>
                      <a:pt x="2808" y="115"/>
                    </a:lnTo>
                    <a:lnTo>
                      <a:pt x="2808" y="114"/>
                    </a:lnTo>
                    <a:lnTo>
                      <a:pt x="2809" y="114"/>
                    </a:lnTo>
                    <a:lnTo>
                      <a:pt x="2814" y="115"/>
                    </a:lnTo>
                    <a:lnTo>
                      <a:pt x="2815" y="115"/>
                    </a:lnTo>
                    <a:lnTo>
                      <a:pt x="2817" y="115"/>
                    </a:lnTo>
                    <a:lnTo>
                      <a:pt x="2818" y="116"/>
                    </a:lnTo>
                    <a:lnTo>
                      <a:pt x="2819" y="116"/>
                    </a:lnTo>
                    <a:lnTo>
                      <a:pt x="2820" y="117"/>
                    </a:lnTo>
                    <a:lnTo>
                      <a:pt x="2820" y="118"/>
                    </a:lnTo>
                    <a:lnTo>
                      <a:pt x="2820" y="119"/>
                    </a:lnTo>
                    <a:lnTo>
                      <a:pt x="2821" y="120"/>
                    </a:lnTo>
                    <a:lnTo>
                      <a:pt x="2822" y="120"/>
                    </a:lnTo>
                    <a:lnTo>
                      <a:pt x="2823" y="121"/>
                    </a:lnTo>
                    <a:lnTo>
                      <a:pt x="2824" y="121"/>
                    </a:lnTo>
                    <a:lnTo>
                      <a:pt x="2825" y="121"/>
                    </a:lnTo>
                    <a:lnTo>
                      <a:pt x="2826" y="121"/>
                    </a:lnTo>
                    <a:lnTo>
                      <a:pt x="2827" y="121"/>
                    </a:lnTo>
                    <a:lnTo>
                      <a:pt x="2828" y="121"/>
                    </a:lnTo>
                    <a:lnTo>
                      <a:pt x="2829" y="121"/>
                    </a:lnTo>
                    <a:lnTo>
                      <a:pt x="2830" y="121"/>
                    </a:lnTo>
                    <a:lnTo>
                      <a:pt x="2830" y="120"/>
                    </a:lnTo>
                    <a:lnTo>
                      <a:pt x="2831" y="120"/>
                    </a:lnTo>
                    <a:lnTo>
                      <a:pt x="2831" y="118"/>
                    </a:lnTo>
                    <a:lnTo>
                      <a:pt x="2831" y="117"/>
                    </a:lnTo>
                    <a:lnTo>
                      <a:pt x="2831" y="116"/>
                    </a:lnTo>
                    <a:lnTo>
                      <a:pt x="2832" y="116"/>
                    </a:lnTo>
                    <a:lnTo>
                      <a:pt x="2832" y="115"/>
                    </a:lnTo>
                    <a:lnTo>
                      <a:pt x="2832" y="116"/>
                    </a:lnTo>
                    <a:lnTo>
                      <a:pt x="2832" y="117"/>
                    </a:lnTo>
                    <a:lnTo>
                      <a:pt x="2832" y="119"/>
                    </a:lnTo>
                    <a:lnTo>
                      <a:pt x="2832" y="120"/>
                    </a:lnTo>
                    <a:lnTo>
                      <a:pt x="2832" y="121"/>
                    </a:lnTo>
                    <a:lnTo>
                      <a:pt x="2833" y="121"/>
                    </a:lnTo>
                    <a:lnTo>
                      <a:pt x="2834" y="121"/>
                    </a:lnTo>
                    <a:lnTo>
                      <a:pt x="2835" y="122"/>
                    </a:lnTo>
                    <a:lnTo>
                      <a:pt x="2836" y="122"/>
                    </a:lnTo>
                    <a:lnTo>
                      <a:pt x="2836" y="122"/>
                    </a:lnTo>
                    <a:lnTo>
                      <a:pt x="2837" y="121"/>
                    </a:lnTo>
                    <a:lnTo>
                      <a:pt x="2838" y="120"/>
                    </a:lnTo>
                    <a:lnTo>
                      <a:pt x="2839" y="120"/>
                    </a:lnTo>
                    <a:lnTo>
                      <a:pt x="2840" y="120"/>
                    </a:lnTo>
                    <a:lnTo>
                      <a:pt x="2840" y="119"/>
                    </a:lnTo>
                    <a:lnTo>
                      <a:pt x="2840" y="118"/>
                    </a:lnTo>
                    <a:lnTo>
                      <a:pt x="2841" y="118"/>
                    </a:lnTo>
                    <a:lnTo>
                      <a:pt x="2841" y="119"/>
                    </a:lnTo>
                    <a:lnTo>
                      <a:pt x="2842" y="119"/>
                    </a:lnTo>
                    <a:lnTo>
                      <a:pt x="2843" y="119"/>
                    </a:lnTo>
                    <a:lnTo>
                      <a:pt x="2844" y="119"/>
                    </a:lnTo>
                    <a:lnTo>
                      <a:pt x="2845" y="118"/>
                    </a:lnTo>
                    <a:lnTo>
                      <a:pt x="2846" y="118"/>
                    </a:lnTo>
                    <a:lnTo>
                      <a:pt x="2847" y="117"/>
                    </a:lnTo>
                    <a:lnTo>
                      <a:pt x="2848" y="116"/>
                    </a:lnTo>
                    <a:lnTo>
                      <a:pt x="2848" y="115"/>
                    </a:lnTo>
                    <a:lnTo>
                      <a:pt x="2849" y="115"/>
                    </a:lnTo>
                    <a:lnTo>
                      <a:pt x="2848" y="114"/>
                    </a:lnTo>
                    <a:lnTo>
                      <a:pt x="2848" y="113"/>
                    </a:lnTo>
                    <a:lnTo>
                      <a:pt x="2847" y="112"/>
                    </a:lnTo>
                    <a:lnTo>
                      <a:pt x="2847" y="111"/>
                    </a:lnTo>
                    <a:lnTo>
                      <a:pt x="2846" y="110"/>
                    </a:lnTo>
                    <a:lnTo>
                      <a:pt x="2845" y="110"/>
                    </a:lnTo>
                    <a:lnTo>
                      <a:pt x="2844" y="110"/>
                    </a:lnTo>
                    <a:lnTo>
                      <a:pt x="2844" y="111"/>
                    </a:lnTo>
                    <a:lnTo>
                      <a:pt x="2843" y="111"/>
                    </a:lnTo>
                    <a:lnTo>
                      <a:pt x="2843" y="110"/>
                    </a:lnTo>
                    <a:lnTo>
                      <a:pt x="2844" y="110"/>
                    </a:lnTo>
                    <a:lnTo>
                      <a:pt x="2845" y="110"/>
                    </a:lnTo>
                    <a:lnTo>
                      <a:pt x="2845" y="109"/>
                    </a:lnTo>
                    <a:lnTo>
                      <a:pt x="2847" y="109"/>
                    </a:lnTo>
                    <a:lnTo>
                      <a:pt x="2848" y="109"/>
                    </a:lnTo>
                    <a:lnTo>
                      <a:pt x="2848" y="110"/>
                    </a:lnTo>
                    <a:lnTo>
                      <a:pt x="2847" y="110"/>
                    </a:lnTo>
                    <a:lnTo>
                      <a:pt x="2848" y="111"/>
                    </a:lnTo>
                    <a:lnTo>
                      <a:pt x="2848" y="112"/>
                    </a:lnTo>
                    <a:lnTo>
                      <a:pt x="2849" y="113"/>
                    </a:lnTo>
                    <a:lnTo>
                      <a:pt x="2850" y="113"/>
                    </a:lnTo>
                    <a:lnTo>
                      <a:pt x="2851" y="114"/>
                    </a:lnTo>
                    <a:lnTo>
                      <a:pt x="2852" y="114"/>
                    </a:lnTo>
                    <a:lnTo>
                      <a:pt x="2853" y="114"/>
                    </a:lnTo>
                    <a:lnTo>
                      <a:pt x="2854" y="114"/>
                    </a:lnTo>
                    <a:lnTo>
                      <a:pt x="2855" y="114"/>
                    </a:lnTo>
                    <a:lnTo>
                      <a:pt x="2856" y="114"/>
                    </a:lnTo>
                    <a:lnTo>
                      <a:pt x="2857" y="113"/>
                    </a:lnTo>
                    <a:lnTo>
                      <a:pt x="2858" y="112"/>
                    </a:lnTo>
                    <a:lnTo>
                      <a:pt x="2858" y="111"/>
                    </a:lnTo>
                    <a:lnTo>
                      <a:pt x="2858" y="112"/>
                    </a:lnTo>
                    <a:lnTo>
                      <a:pt x="2859" y="112"/>
                    </a:lnTo>
                    <a:lnTo>
                      <a:pt x="2860" y="112"/>
                    </a:lnTo>
                    <a:lnTo>
                      <a:pt x="2861" y="111"/>
                    </a:lnTo>
                    <a:lnTo>
                      <a:pt x="2862" y="111"/>
                    </a:lnTo>
                    <a:lnTo>
                      <a:pt x="2863" y="111"/>
                    </a:lnTo>
                    <a:lnTo>
                      <a:pt x="2864" y="110"/>
                    </a:lnTo>
                    <a:lnTo>
                      <a:pt x="2864" y="110"/>
                    </a:lnTo>
                    <a:lnTo>
                      <a:pt x="2864" y="109"/>
                    </a:lnTo>
                    <a:lnTo>
                      <a:pt x="2865" y="108"/>
                    </a:lnTo>
                    <a:lnTo>
                      <a:pt x="2865" y="107"/>
                    </a:lnTo>
                    <a:lnTo>
                      <a:pt x="2865" y="106"/>
                    </a:lnTo>
                    <a:lnTo>
                      <a:pt x="2865" y="105"/>
                    </a:lnTo>
                    <a:lnTo>
                      <a:pt x="2864" y="104"/>
                    </a:lnTo>
                    <a:lnTo>
                      <a:pt x="2864" y="103"/>
                    </a:lnTo>
                    <a:lnTo>
                      <a:pt x="2864" y="103"/>
                    </a:lnTo>
                    <a:lnTo>
                      <a:pt x="2864" y="102"/>
                    </a:lnTo>
                    <a:lnTo>
                      <a:pt x="2864" y="103"/>
                    </a:lnTo>
                    <a:lnTo>
                      <a:pt x="2863" y="103"/>
                    </a:lnTo>
                    <a:lnTo>
                      <a:pt x="2863" y="102"/>
                    </a:lnTo>
                    <a:lnTo>
                      <a:pt x="2864" y="102"/>
                    </a:lnTo>
                    <a:lnTo>
                      <a:pt x="2864" y="102"/>
                    </a:lnTo>
                    <a:lnTo>
                      <a:pt x="2865" y="101"/>
                    </a:lnTo>
                    <a:lnTo>
                      <a:pt x="2865" y="102"/>
                    </a:lnTo>
                    <a:lnTo>
                      <a:pt x="2865" y="103"/>
                    </a:lnTo>
                    <a:lnTo>
                      <a:pt x="2865" y="104"/>
                    </a:lnTo>
                    <a:lnTo>
                      <a:pt x="2865" y="105"/>
                    </a:lnTo>
                    <a:lnTo>
                      <a:pt x="2866" y="105"/>
                    </a:lnTo>
                    <a:lnTo>
                      <a:pt x="2866" y="106"/>
                    </a:lnTo>
                    <a:lnTo>
                      <a:pt x="2866" y="107"/>
                    </a:lnTo>
                    <a:lnTo>
                      <a:pt x="2866" y="108"/>
                    </a:lnTo>
                    <a:lnTo>
                      <a:pt x="2867" y="108"/>
                    </a:lnTo>
                    <a:lnTo>
                      <a:pt x="2868" y="108"/>
                    </a:lnTo>
                    <a:lnTo>
                      <a:pt x="2869" y="108"/>
                    </a:lnTo>
                    <a:lnTo>
                      <a:pt x="2870" y="108"/>
                    </a:lnTo>
                    <a:lnTo>
                      <a:pt x="2872" y="108"/>
                    </a:lnTo>
                    <a:lnTo>
                      <a:pt x="2873" y="108"/>
                    </a:lnTo>
                    <a:lnTo>
                      <a:pt x="2875" y="107"/>
                    </a:lnTo>
                    <a:lnTo>
                      <a:pt x="2876" y="107"/>
                    </a:lnTo>
                    <a:lnTo>
                      <a:pt x="2878" y="106"/>
                    </a:lnTo>
                    <a:lnTo>
                      <a:pt x="2878" y="105"/>
                    </a:lnTo>
                    <a:lnTo>
                      <a:pt x="2878" y="104"/>
                    </a:lnTo>
                    <a:lnTo>
                      <a:pt x="2878" y="103"/>
                    </a:lnTo>
                    <a:lnTo>
                      <a:pt x="2877" y="101"/>
                    </a:lnTo>
                    <a:lnTo>
                      <a:pt x="2877" y="100"/>
                    </a:lnTo>
                    <a:lnTo>
                      <a:pt x="2878" y="100"/>
                    </a:lnTo>
                    <a:lnTo>
                      <a:pt x="2878" y="101"/>
                    </a:lnTo>
                    <a:lnTo>
                      <a:pt x="2878" y="102"/>
                    </a:lnTo>
                    <a:lnTo>
                      <a:pt x="2879" y="102"/>
                    </a:lnTo>
                    <a:lnTo>
                      <a:pt x="2879" y="103"/>
                    </a:lnTo>
                    <a:lnTo>
                      <a:pt x="2878" y="103"/>
                    </a:lnTo>
                    <a:lnTo>
                      <a:pt x="2878" y="104"/>
                    </a:lnTo>
                    <a:lnTo>
                      <a:pt x="2879" y="105"/>
                    </a:lnTo>
                    <a:lnTo>
                      <a:pt x="2879" y="106"/>
                    </a:lnTo>
                    <a:lnTo>
                      <a:pt x="2880" y="107"/>
                    </a:lnTo>
                    <a:lnTo>
                      <a:pt x="2880" y="108"/>
                    </a:lnTo>
                    <a:lnTo>
                      <a:pt x="2881" y="108"/>
                    </a:lnTo>
                    <a:lnTo>
                      <a:pt x="2882" y="108"/>
                    </a:lnTo>
                    <a:lnTo>
                      <a:pt x="2883" y="108"/>
                    </a:lnTo>
                    <a:lnTo>
                      <a:pt x="2884" y="108"/>
                    </a:lnTo>
                    <a:lnTo>
                      <a:pt x="2885" y="108"/>
                    </a:lnTo>
                    <a:lnTo>
                      <a:pt x="2886" y="108"/>
                    </a:lnTo>
                    <a:lnTo>
                      <a:pt x="2887" y="108"/>
                    </a:lnTo>
                    <a:lnTo>
                      <a:pt x="2888" y="108"/>
                    </a:lnTo>
                    <a:lnTo>
                      <a:pt x="2889" y="107"/>
                    </a:lnTo>
                    <a:lnTo>
                      <a:pt x="2890" y="106"/>
                    </a:lnTo>
                    <a:lnTo>
                      <a:pt x="2891" y="105"/>
                    </a:lnTo>
                    <a:lnTo>
                      <a:pt x="2891" y="104"/>
                    </a:lnTo>
                    <a:lnTo>
                      <a:pt x="2891" y="103"/>
                    </a:lnTo>
                    <a:lnTo>
                      <a:pt x="2890" y="103"/>
                    </a:lnTo>
                    <a:lnTo>
                      <a:pt x="2889" y="103"/>
                    </a:lnTo>
                    <a:lnTo>
                      <a:pt x="2889" y="102"/>
                    </a:lnTo>
                    <a:lnTo>
                      <a:pt x="2891" y="102"/>
                    </a:lnTo>
                    <a:lnTo>
                      <a:pt x="2891" y="103"/>
                    </a:lnTo>
                    <a:lnTo>
                      <a:pt x="2891" y="104"/>
                    </a:lnTo>
                    <a:lnTo>
                      <a:pt x="2891" y="105"/>
                    </a:lnTo>
                    <a:lnTo>
                      <a:pt x="2892" y="105"/>
                    </a:lnTo>
                    <a:lnTo>
                      <a:pt x="2892" y="106"/>
                    </a:lnTo>
                    <a:lnTo>
                      <a:pt x="2893" y="106"/>
                    </a:lnTo>
                    <a:lnTo>
                      <a:pt x="2893" y="106"/>
                    </a:lnTo>
                    <a:lnTo>
                      <a:pt x="2895" y="106"/>
                    </a:lnTo>
                    <a:lnTo>
                      <a:pt x="2896" y="106"/>
                    </a:lnTo>
                    <a:lnTo>
                      <a:pt x="2897" y="105"/>
                    </a:lnTo>
                    <a:lnTo>
                      <a:pt x="2898" y="105"/>
                    </a:lnTo>
                    <a:lnTo>
                      <a:pt x="2899" y="105"/>
                    </a:lnTo>
                    <a:lnTo>
                      <a:pt x="2899" y="104"/>
                    </a:lnTo>
                    <a:lnTo>
                      <a:pt x="2900" y="104"/>
                    </a:lnTo>
                    <a:lnTo>
                      <a:pt x="2900" y="103"/>
                    </a:lnTo>
                    <a:lnTo>
                      <a:pt x="2900" y="102"/>
                    </a:lnTo>
                    <a:lnTo>
                      <a:pt x="2900" y="101"/>
                    </a:lnTo>
                    <a:lnTo>
                      <a:pt x="2901" y="101"/>
                    </a:lnTo>
                    <a:lnTo>
                      <a:pt x="2901" y="100"/>
                    </a:lnTo>
                    <a:lnTo>
                      <a:pt x="2901" y="101"/>
                    </a:lnTo>
                    <a:lnTo>
                      <a:pt x="2902" y="101"/>
                    </a:lnTo>
                    <a:lnTo>
                      <a:pt x="2902" y="102"/>
                    </a:lnTo>
                    <a:lnTo>
                      <a:pt x="2903" y="103"/>
                    </a:lnTo>
                    <a:lnTo>
                      <a:pt x="2904" y="103"/>
                    </a:lnTo>
                    <a:lnTo>
                      <a:pt x="2905" y="103"/>
                    </a:lnTo>
                    <a:lnTo>
                      <a:pt x="2905" y="102"/>
                    </a:lnTo>
                    <a:lnTo>
                      <a:pt x="2906" y="102"/>
                    </a:lnTo>
                    <a:lnTo>
                      <a:pt x="2907" y="102"/>
                    </a:lnTo>
                    <a:lnTo>
                      <a:pt x="2908" y="102"/>
                    </a:lnTo>
                    <a:lnTo>
                      <a:pt x="2908" y="101"/>
                    </a:lnTo>
                    <a:lnTo>
                      <a:pt x="2908" y="100"/>
                    </a:lnTo>
                    <a:lnTo>
                      <a:pt x="2909" y="100"/>
                    </a:lnTo>
                    <a:lnTo>
                      <a:pt x="2909" y="99"/>
                    </a:lnTo>
                    <a:lnTo>
                      <a:pt x="2910" y="99"/>
                    </a:lnTo>
                    <a:lnTo>
                      <a:pt x="2910" y="98"/>
                    </a:lnTo>
                    <a:lnTo>
                      <a:pt x="2911" y="98"/>
                    </a:lnTo>
                    <a:lnTo>
                      <a:pt x="2911" y="97"/>
                    </a:lnTo>
                    <a:lnTo>
                      <a:pt x="2911" y="96"/>
                    </a:lnTo>
                    <a:lnTo>
                      <a:pt x="2911" y="95"/>
                    </a:lnTo>
                    <a:lnTo>
                      <a:pt x="2912" y="95"/>
                    </a:lnTo>
                    <a:lnTo>
                      <a:pt x="2912" y="96"/>
                    </a:lnTo>
                    <a:lnTo>
                      <a:pt x="2913" y="96"/>
                    </a:lnTo>
                    <a:lnTo>
                      <a:pt x="2914" y="96"/>
                    </a:lnTo>
                    <a:lnTo>
                      <a:pt x="2915" y="95"/>
                    </a:lnTo>
                    <a:lnTo>
                      <a:pt x="2915" y="94"/>
                    </a:lnTo>
                    <a:lnTo>
                      <a:pt x="2915" y="93"/>
                    </a:lnTo>
                    <a:lnTo>
                      <a:pt x="2914" y="93"/>
                    </a:lnTo>
                    <a:lnTo>
                      <a:pt x="2913" y="93"/>
                    </a:lnTo>
                    <a:lnTo>
                      <a:pt x="2913" y="94"/>
                    </a:lnTo>
                    <a:lnTo>
                      <a:pt x="2912" y="93"/>
                    </a:lnTo>
                    <a:lnTo>
                      <a:pt x="2913" y="92"/>
                    </a:lnTo>
                    <a:lnTo>
                      <a:pt x="2914" y="92"/>
                    </a:lnTo>
                    <a:lnTo>
                      <a:pt x="2914" y="91"/>
                    </a:lnTo>
                    <a:lnTo>
                      <a:pt x="2915" y="91"/>
                    </a:lnTo>
                    <a:lnTo>
                      <a:pt x="2916" y="91"/>
                    </a:lnTo>
                    <a:lnTo>
                      <a:pt x="2917" y="90"/>
                    </a:lnTo>
                    <a:lnTo>
                      <a:pt x="2918" y="90"/>
                    </a:lnTo>
                    <a:lnTo>
                      <a:pt x="2919" y="89"/>
                    </a:lnTo>
                    <a:lnTo>
                      <a:pt x="2919" y="88"/>
                    </a:lnTo>
                    <a:lnTo>
                      <a:pt x="2920" y="87"/>
                    </a:lnTo>
                    <a:lnTo>
                      <a:pt x="2920" y="86"/>
                    </a:lnTo>
                    <a:lnTo>
                      <a:pt x="2921" y="86"/>
                    </a:lnTo>
                    <a:lnTo>
                      <a:pt x="2921" y="85"/>
                    </a:lnTo>
                    <a:lnTo>
                      <a:pt x="2922" y="84"/>
                    </a:lnTo>
                    <a:lnTo>
                      <a:pt x="2923" y="84"/>
                    </a:lnTo>
                    <a:lnTo>
                      <a:pt x="2924" y="83"/>
                    </a:lnTo>
                    <a:lnTo>
                      <a:pt x="2925" y="82"/>
                    </a:lnTo>
                    <a:lnTo>
                      <a:pt x="2926" y="81"/>
                    </a:lnTo>
                    <a:lnTo>
                      <a:pt x="2926" y="80"/>
                    </a:lnTo>
                    <a:lnTo>
                      <a:pt x="2927" y="80"/>
                    </a:lnTo>
                    <a:lnTo>
                      <a:pt x="2927" y="79"/>
                    </a:lnTo>
                    <a:lnTo>
                      <a:pt x="2928" y="79"/>
                    </a:lnTo>
                    <a:lnTo>
                      <a:pt x="2929" y="78"/>
                    </a:lnTo>
                    <a:lnTo>
                      <a:pt x="2930" y="78"/>
                    </a:lnTo>
                    <a:lnTo>
                      <a:pt x="2930" y="77"/>
                    </a:lnTo>
                    <a:lnTo>
                      <a:pt x="2931" y="77"/>
                    </a:lnTo>
                    <a:lnTo>
                      <a:pt x="2932" y="76"/>
                    </a:lnTo>
                    <a:lnTo>
                      <a:pt x="2933" y="75"/>
                    </a:lnTo>
                    <a:lnTo>
                      <a:pt x="2934" y="74"/>
                    </a:lnTo>
                    <a:lnTo>
                      <a:pt x="2935" y="74"/>
                    </a:lnTo>
                    <a:lnTo>
                      <a:pt x="2935" y="73"/>
                    </a:lnTo>
                    <a:lnTo>
                      <a:pt x="2936" y="73"/>
                    </a:lnTo>
                    <a:lnTo>
                      <a:pt x="2937" y="73"/>
                    </a:lnTo>
                    <a:lnTo>
                      <a:pt x="2938" y="72"/>
                    </a:lnTo>
                    <a:lnTo>
                      <a:pt x="2939" y="72"/>
                    </a:lnTo>
                    <a:lnTo>
                      <a:pt x="2940" y="72"/>
                    </a:lnTo>
                    <a:lnTo>
                      <a:pt x="2941" y="72"/>
                    </a:lnTo>
                    <a:lnTo>
                      <a:pt x="2941" y="71"/>
                    </a:lnTo>
                    <a:lnTo>
                      <a:pt x="2942" y="71"/>
                    </a:lnTo>
                    <a:lnTo>
                      <a:pt x="2943" y="71"/>
                    </a:lnTo>
                    <a:lnTo>
                      <a:pt x="2944" y="71"/>
                    </a:lnTo>
                    <a:lnTo>
                      <a:pt x="2945" y="71"/>
                    </a:lnTo>
                    <a:lnTo>
                      <a:pt x="2946" y="71"/>
                    </a:lnTo>
                    <a:lnTo>
                      <a:pt x="2947" y="71"/>
                    </a:lnTo>
                    <a:lnTo>
                      <a:pt x="2948" y="71"/>
                    </a:lnTo>
                    <a:lnTo>
                      <a:pt x="2949" y="70"/>
                    </a:lnTo>
                    <a:lnTo>
                      <a:pt x="2949" y="70"/>
                    </a:lnTo>
                    <a:lnTo>
                      <a:pt x="2950" y="70"/>
                    </a:lnTo>
                    <a:lnTo>
                      <a:pt x="2951" y="70"/>
                    </a:lnTo>
                    <a:lnTo>
                      <a:pt x="2951" y="70"/>
                    </a:lnTo>
                    <a:lnTo>
                      <a:pt x="2952" y="70"/>
                    </a:lnTo>
                    <a:lnTo>
                      <a:pt x="2953" y="70"/>
                    </a:lnTo>
                    <a:lnTo>
                      <a:pt x="2954" y="70"/>
                    </a:lnTo>
                    <a:lnTo>
                      <a:pt x="2955" y="70"/>
                    </a:lnTo>
                    <a:lnTo>
                      <a:pt x="2956" y="70"/>
                    </a:lnTo>
                    <a:lnTo>
                      <a:pt x="2956" y="69"/>
                    </a:lnTo>
                    <a:lnTo>
                      <a:pt x="2957" y="69"/>
                    </a:lnTo>
                    <a:lnTo>
                      <a:pt x="2958" y="68"/>
                    </a:lnTo>
                    <a:lnTo>
                      <a:pt x="2959" y="68"/>
                    </a:lnTo>
                    <a:lnTo>
                      <a:pt x="2960" y="68"/>
                    </a:lnTo>
                    <a:lnTo>
                      <a:pt x="2961" y="68"/>
                    </a:lnTo>
                    <a:lnTo>
                      <a:pt x="2962" y="67"/>
                    </a:lnTo>
                    <a:lnTo>
                      <a:pt x="2963" y="67"/>
                    </a:lnTo>
                    <a:lnTo>
                      <a:pt x="2964" y="67"/>
                    </a:lnTo>
                    <a:lnTo>
                      <a:pt x="2965" y="67"/>
                    </a:lnTo>
                    <a:lnTo>
                      <a:pt x="2967" y="66"/>
                    </a:lnTo>
                    <a:lnTo>
                      <a:pt x="2968" y="66"/>
                    </a:lnTo>
                    <a:lnTo>
                      <a:pt x="2968" y="67"/>
                    </a:lnTo>
                    <a:lnTo>
                      <a:pt x="2968" y="69"/>
                    </a:lnTo>
                    <a:lnTo>
                      <a:pt x="2969" y="69"/>
                    </a:lnTo>
                    <a:lnTo>
                      <a:pt x="2969" y="68"/>
                    </a:lnTo>
                    <a:lnTo>
                      <a:pt x="2969" y="67"/>
                    </a:lnTo>
                    <a:lnTo>
                      <a:pt x="2969" y="66"/>
                    </a:lnTo>
                    <a:lnTo>
                      <a:pt x="2969" y="65"/>
                    </a:lnTo>
                    <a:lnTo>
                      <a:pt x="2970" y="64"/>
                    </a:lnTo>
                    <a:lnTo>
                      <a:pt x="2970" y="63"/>
                    </a:lnTo>
                    <a:lnTo>
                      <a:pt x="2970" y="62"/>
                    </a:lnTo>
                    <a:lnTo>
                      <a:pt x="2971" y="61"/>
                    </a:lnTo>
                    <a:lnTo>
                      <a:pt x="2971" y="62"/>
                    </a:lnTo>
                    <a:lnTo>
                      <a:pt x="2970" y="63"/>
                    </a:lnTo>
                    <a:lnTo>
                      <a:pt x="2970" y="64"/>
                    </a:lnTo>
                    <a:lnTo>
                      <a:pt x="2970" y="65"/>
                    </a:lnTo>
                    <a:lnTo>
                      <a:pt x="2970" y="66"/>
                    </a:lnTo>
                    <a:lnTo>
                      <a:pt x="2970" y="67"/>
                    </a:lnTo>
                    <a:lnTo>
                      <a:pt x="2971" y="67"/>
                    </a:lnTo>
                    <a:lnTo>
                      <a:pt x="2972" y="67"/>
                    </a:lnTo>
                    <a:lnTo>
                      <a:pt x="2973" y="67"/>
                    </a:lnTo>
                    <a:lnTo>
                      <a:pt x="2974" y="67"/>
                    </a:lnTo>
                    <a:lnTo>
                      <a:pt x="2974" y="66"/>
                    </a:lnTo>
                    <a:lnTo>
                      <a:pt x="2974" y="65"/>
                    </a:lnTo>
                    <a:lnTo>
                      <a:pt x="2974" y="64"/>
                    </a:lnTo>
                    <a:lnTo>
                      <a:pt x="2975" y="63"/>
                    </a:lnTo>
                    <a:lnTo>
                      <a:pt x="2975" y="62"/>
                    </a:lnTo>
                    <a:lnTo>
                      <a:pt x="2975" y="61"/>
                    </a:lnTo>
                    <a:lnTo>
                      <a:pt x="2974" y="61"/>
                    </a:lnTo>
                    <a:lnTo>
                      <a:pt x="2975" y="61"/>
                    </a:lnTo>
                    <a:lnTo>
                      <a:pt x="2976" y="61"/>
                    </a:lnTo>
                    <a:lnTo>
                      <a:pt x="2976" y="60"/>
                    </a:lnTo>
                    <a:lnTo>
                      <a:pt x="2977" y="60"/>
                    </a:lnTo>
                    <a:lnTo>
                      <a:pt x="2977" y="59"/>
                    </a:lnTo>
                    <a:lnTo>
                      <a:pt x="2978" y="59"/>
                    </a:lnTo>
                    <a:lnTo>
                      <a:pt x="2978" y="60"/>
                    </a:lnTo>
                    <a:lnTo>
                      <a:pt x="2977" y="60"/>
                    </a:lnTo>
                    <a:lnTo>
                      <a:pt x="2977" y="61"/>
                    </a:lnTo>
                    <a:lnTo>
                      <a:pt x="2976" y="61"/>
                    </a:lnTo>
                    <a:lnTo>
                      <a:pt x="2976" y="62"/>
                    </a:lnTo>
                    <a:lnTo>
                      <a:pt x="2975" y="62"/>
                    </a:lnTo>
                    <a:lnTo>
                      <a:pt x="2975" y="63"/>
                    </a:lnTo>
                    <a:lnTo>
                      <a:pt x="2975" y="64"/>
                    </a:lnTo>
                    <a:lnTo>
                      <a:pt x="2975" y="65"/>
                    </a:lnTo>
                    <a:lnTo>
                      <a:pt x="2975" y="66"/>
                    </a:lnTo>
                    <a:lnTo>
                      <a:pt x="2975" y="67"/>
                    </a:lnTo>
                    <a:lnTo>
                      <a:pt x="2977" y="68"/>
                    </a:lnTo>
                    <a:lnTo>
                      <a:pt x="2978" y="69"/>
                    </a:lnTo>
                    <a:lnTo>
                      <a:pt x="2979" y="69"/>
                    </a:lnTo>
                    <a:lnTo>
                      <a:pt x="2980" y="69"/>
                    </a:lnTo>
                    <a:lnTo>
                      <a:pt x="2981" y="68"/>
                    </a:lnTo>
                    <a:lnTo>
                      <a:pt x="2981" y="67"/>
                    </a:lnTo>
                    <a:lnTo>
                      <a:pt x="2981" y="66"/>
                    </a:lnTo>
                    <a:lnTo>
                      <a:pt x="2981" y="65"/>
                    </a:lnTo>
                    <a:lnTo>
                      <a:pt x="2981" y="64"/>
                    </a:lnTo>
                    <a:lnTo>
                      <a:pt x="2982" y="65"/>
                    </a:lnTo>
                    <a:lnTo>
                      <a:pt x="2982" y="66"/>
                    </a:lnTo>
                    <a:lnTo>
                      <a:pt x="2982" y="67"/>
                    </a:lnTo>
                    <a:lnTo>
                      <a:pt x="2982" y="68"/>
                    </a:lnTo>
                    <a:lnTo>
                      <a:pt x="2983" y="68"/>
                    </a:lnTo>
                    <a:lnTo>
                      <a:pt x="2985" y="68"/>
                    </a:lnTo>
                    <a:lnTo>
                      <a:pt x="2987" y="68"/>
                    </a:lnTo>
                    <a:lnTo>
                      <a:pt x="2989" y="68"/>
                    </a:lnTo>
                    <a:lnTo>
                      <a:pt x="2990" y="67"/>
                    </a:lnTo>
                    <a:lnTo>
                      <a:pt x="2991" y="67"/>
                    </a:lnTo>
                    <a:lnTo>
                      <a:pt x="2992" y="67"/>
                    </a:lnTo>
                    <a:lnTo>
                      <a:pt x="2991" y="66"/>
                    </a:lnTo>
                    <a:lnTo>
                      <a:pt x="2992" y="66"/>
                    </a:lnTo>
                    <a:lnTo>
                      <a:pt x="2992" y="65"/>
                    </a:lnTo>
                    <a:lnTo>
                      <a:pt x="2992" y="64"/>
                    </a:lnTo>
                    <a:lnTo>
                      <a:pt x="2993" y="65"/>
                    </a:lnTo>
                    <a:lnTo>
                      <a:pt x="2994" y="65"/>
                    </a:lnTo>
                    <a:lnTo>
                      <a:pt x="2995" y="65"/>
                    </a:lnTo>
                    <a:lnTo>
                      <a:pt x="2996" y="65"/>
                    </a:lnTo>
                    <a:lnTo>
                      <a:pt x="2997" y="65"/>
                    </a:lnTo>
                    <a:lnTo>
                      <a:pt x="2998" y="65"/>
                    </a:lnTo>
                    <a:lnTo>
                      <a:pt x="2999" y="64"/>
                    </a:lnTo>
                    <a:lnTo>
                      <a:pt x="2999" y="63"/>
                    </a:lnTo>
                    <a:lnTo>
                      <a:pt x="2999" y="62"/>
                    </a:lnTo>
                    <a:lnTo>
                      <a:pt x="3000" y="62"/>
                    </a:lnTo>
                    <a:lnTo>
                      <a:pt x="3001" y="62"/>
                    </a:lnTo>
                    <a:lnTo>
                      <a:pt x="3002" y="62"/>
                    </a:lnTo>
                    <a:lnTo>
                      <a:pt x="3003" y="63"/>
                    </a:lnTo>
                    <a:lnTo>
                      <a:pt x="3003" y="64"/>
                    </a:lnTo>
                    <a:lnTo>
                      <a:pt x="3003" y="65"/>
                    </a:lnTo>
                    <a:lnTo>
                      <a:pt x="3004" y="66"/>
                    </a:lnTo>
                    <a:lnTo>
                      <a:pt x="3004" y="67"/>
                    </a:lnTo>
                    <a:lnTo>
                      <a:pt x="3002" y="67"/>
                    </a:lnTo>
                    <a:lnTo>
                      <a:pt x="3003" y="69"/>
                    </a:lnTo>
                    <a:lnTo>
                      <a:pt x="3004" y="69"/>
                    </a:lnTo>
                    <a:lnTo>
                      <a:pt x="3003" y="69"/>
                    </a:lnTo>
                    <a:lnTo>
                      <a:pt x="3004" y="69"/>
                    </a:lnTo>
                    <a:lnTo>
                      <a:pt x="3005" y="69"/>
                    </a:lnTo>
                    <a:lnTo>
                      <a:pt x="3005" y="70"/>
                    </a:lnTo>
                    <a:lnTo>
                      <a:pt x="3005" y="70"/>
                    </a:lnTo>
                    <a:lnTo>
                      <a:pt x="3005" y="70"/>
                    </a:lnTo>
                    <a:lnTo>
                      <a:pt x="3005" y="71"/>
                    </a:lnTo>
                    <a:lnTo>
                      <a:pt x="3005" y="72"/>
                    </a:lnTo>
                    <a:lnTo>
                      <a:pt x="3006" y="73"/>
                    </a:lnTo>
                    <a:lnTo>
                      <a:pt x="3006" y="74"/>
                    </a:lnTo>
                    <a:lnTo>
                      <a:pt x="3007" y="74"/>
                    </a:lnTo>
                    <a:lnTo>
                      <a:pt x="3008" y="75"/>
                    </a:lnTo>
                    <a:lnTo>
                      <a:pt x="3008" y="76"/>
                    </a:lnTo>
                    <a:lnTo>
                      <a:pt x="3009" y="77"/>
                    </a:lnTo>
                    <a:lnTo>
                      <a:pt x="3009" y="78"/>
                    </a:lnTo>
                    <a:lnTo>
                      <a:pt x="3010" y="79"/>
                    </a:lnTo>
                    <a:lnTo>
                      <a:pt x="3011" y="80"/>
                    </a:lnTo>
                    <a:lnTo>
                      <a:pt x="3011" y="81"/>
                    </a:lnTo>
                    <a:lnTo>
                      <a:pt x="3012" y="81"/>
                    </a:lnTo>
                    <a:lnTo>
                      <a:pt x="3013" y="82"/>
                    </a:lnTo>
                    <a:lnTo>
                      <a:pt x="3014" y="82"/>
                    </a:lnTo>
                    <a:lnTo>
                      <a:pt x="3015" y="82"/>
                    </a:lnTo>
                    <a:lnTo>
                      <a:pt x="3018" y="82"/>
                    </a:lnTo>
                    <a:lnTo>
                      <a:pt x="3020" y="82"/>
                    </a:lnTo>
                    <a:lnTo>
                      <a:pt x="3021" y="82"/>
                    </a:lnTo>
                    <a:lnTo>
                      <a:pt x="3022" y="83"/>
                    </a:lnTo>
                    <a:lnTo>
                      <a:pt x="3023" y="83"/>
                    </a:lnTo>
                    <a:lnTo>
                      <a:pt x="3024" y="83"/>
                    </a:lnTo>
                    <a:lnTo>
                      <a:pt x="3025" y="82"/>
                    </a:lnTo>
                    <a:lnTo>
                      <a:pt x="3024" y="81"/>
                    </a:lnTo>
                    <a:lnTo>
                      <a:pt x="3024" y="80"/>
                    </a:lnTo>
                    <a:lnTo>
                      <a:pt x="3024" y="79"/>
                    </a:lnTo>
                    <a:lnTo>
                      <a:pt x="3023" y="79"/>
                    </a:lnTo>
                    <a:lnTo>
                      <a:pt x="3023" y="78"/>
                    </a:lnTo>
                    <a:lnTo>
                      <a:pt x="3022" y="78"/>
                    </a:lnTo>
                    <a:lnTo>
                      <a:pt x="3022" y="77"/>
                    </a:lnTo>
                    <a:lnTo>
                      <a:pt x="3021" y="76"/>
                    </a:lnTo>
                    <a:lnTo>
                      <a:pt x="3020" y="75"/>
                    </a:lnTo>
                    <a:lnTo>
                      <a:pt x="3019" y="75"/>
                    </a:lnTo>
                    <a:lnTo>
                      <a:pt x="3019" y="74"/>
                    </a:lnTo>
                    <a:lnTo>
                      <a:pt x="3018" y="73"/>
                    </a:lnTo>
                    <a:lnTo>
                      <a:pt x="3017" y="74"/>
                    </a:lnTo>
                    <a:lnTo>
                      <a:pt x="3017" y="75"/>
                    </a:lnTo>
                    <a:lnTo>
                      <a:pt x="3018" y="75"/>
                    </a:lnTo>
                    <a:lnTo>
                      <a:pt x="3018" y="76"/>
                    </a:lnTo>
                    <a:lnTo>
                      <a:pt x="3018" y="77"/>
                    </a:lnTo>
                    <a:lnTo>
                      <a:pt x="3017" y="77"/>
                    </a:lnTo>
                    <a:lnTo>
                      <a:pt x="3021" y="80"/>
                    </a:lnTo>
                    <a:lnTo>
                      <a:pt x="3021" y="79"/>
                    </a:lnTo>
                    <a:lnTo>
                      <a:pt x="3021" y="80"/>
                    </a:lnTo>
                    <a:lnTo>
                      <a:pt x="3020" y="80"/>
                    </a:lnTo>
                    <a:lnTo>
                      <a:pt x="3017" y="78"/>
                    </a:lnTo>
                    <a:lnTo>
                      <a:pt x="3017" y="77"/>
                    </a:lnTo>
                    <a:lnTo>
                      <a:pt x="3016" y="77"/>
                    </a:lnTo>
                    <a:lnTo>
                      <a:pt x="3015" y="77"/>
                    </a:lnTo>
                    <a:lnTo>
                      <a:pt x="3015" y="76"/>
                    </a:lnTo>
                    <a:lnTo>
                      <a:pt x="3014" y="76"/>
                    </a:lnTo>
                    <a:lnTo>
                      <a:pt x="3013" y="76"/>
                    </a:lnTo>
                    <a:lnTo>
                      <a:pt x="3013" y="75"/>
                    </a:lnTo>
                    <a:lnTo>
                      <a:pt x="3013" y="74"/>
                    </a:lnTo>
                    <a:lnTo>
                      <a:pt x="3013" y="73"/>
                    </a:lnTo>
                    <a:lnTo>
                      <a:pt x="3014" y="73"/>
                    </a:lnTo>
                    <a:lnTo>
                      <a:pt x="3014" y="74"/>
                    </a:lnTo>
                    <a:lnTo>
                      <a:pt x="3015" y="74"/>
                    </a:lnTo>
                    <a:lnTo>
                      <a:pt x="3014" y="73"/>
                    </a:lnTo>
                    <a:lnTo>
                      <a:pt x="3015" y="73"/>
                    </a:lnTo>
                    <a:lnTo>
                      <a:pt x="3016" y="74"/>
                    </a:lnTo>
                    <a:lnTo>
                      <a:pt x="3017" y="72"/>
                    </a:lnTo>
                    <a:lnTo>
                      <a:pt x="3015" y="71"/>
                    </a:lnTo>
                    <a:lnTo>
                      <a:pt x="3014" y="71"/>
                    </a:lnTo>
                    <a:lnTo>
                      <a:pt x="3013" y="71"/>
                    </a:lnTo>
                    <a:lnTo>
                      <a:pt x="3012" y="71"/>
                    </a:lnTo>
                    <a:lnTo>
                      <a:pt x="3012" y="70"/>
                    </a:lnTo>
                    <a:lnTo>
                      <a:pt x="3011" y="72"/>
                    </a:lnTo>
                    <a:lnTo>
                      <a:pt x="3009" y="73"/>
                    </a:lnTo>
                    <a:lnTo>
                      <a:pt x="3008" y="72"/>
                    </a:lnTo>
                    <a:lnTo>
                      <a:pt x="3007" y="71"/>
                    </a:lnTo>
                    <a:lnTo>
                      <a:pt x="3007" y="70"/>
                    </a:lnTo>
                    <a:lnTo>
                      <a:pt x="3007" y="70"/>
                    </a:lnTo>
                    <a:lnTo>
                      <a:pt x="3007" y="69"/>
                    </a:lnTo>
                    <a:lnTo>
                      <a:pt x="3006" y="68"/>
                    </a:lnTo>
                    <a:lnTo>
                      <a:pt x="3006" y="67"/>
                    </a:lnTo>
                    <a:lnTo>
                      <a:pt x="3005" y="67"/>
                    </a:lnTo>
                    <a:lnTo>
                      <a:pt x="3005" y="66"/>
                    </a:lnTo>
                    <a:lnTo>
                      <a:pt x="3005" y="65"/>
                    </a:lnTo>
                    <a:lnTo>
                      <a:pt x="3005" y="64"/>
                    </a:lnTo>
                    <a:lnTo>
                      <a:pt x="3005" y="63"/>
                    </a:lnTo>
                    <a:lnTo>
                      <a:pt x="3005" y="62"/>
                    </a:lnTo>
                    <a:lnTo>
                      <a:pt x="3004" y="62"/>
                    </a:lnTo>
                    <a:lnTo>
                      <a:pt x="3004" y="61"/>
                    </a:lnTo>
                    <a:lnTo>
                      <a:pt x="3004" y="60"/>
                    </a:lnTo>
                    <a:lnTo>
                      <a:pt x="3003" y="60"/>
                    </a:lnTo>
                    <a:lnTo>
                      <a:pt x="3003" y="59"/>
                    </a:lnTo>
                    <a:lnTo>
                      <a:pt x="3003" y="58"/>
                    </a:lnTo>
                    <a:lnTo>
                      <a:pt x="3002" y="58"/>
                    </a:lnTo>
                    <a:lnTo>
                      <a:pt x="3003" y="58"/>
                    </a:lnTo>
                    <a:lnTo>
                      <a:pt x="3003" y="57"/>
                    </a:lnTo>
                    <a:lnTo>
                      <a:pt x="3003" y="56"/>
                    </a:lnTo>
                    <a:lnTo>
                      <a:pt x="3004" y="57"/>
                    </a:lnTo>
                    <a:lnTo>
                      <a:pt x="3005" y="58"/>
                    </a:lnTo>
                    <a:lnTo>
                      <a:pt x="3005" y="59"/>
                    </a:lnTo>
                    <a:lnTo>
                      <a:pt x="3005" y="60"/>
                    </a:lnTo>
                    <a:lnTo>
                      <a:pt x="3006" y="60"/>
                    </a:lnTo>
                    <a:lnTo>
                      <a:pt x="3007" y="60"/>
                    </a:lnTo>
                    <a:lnTo>
                      <a:pt x="3007" y="59"/>
                    </a:lnTo>
                    <a:lnTo>
                      <a:pt x="3008" y="59"/>
                    </a:lnTo>
                    <a:lnTo>
                      <a:pt x="3007" y="58"/>
                    </a:lnTo>
                    <a:lnTo>
                      <a:pt x="3006" y="56"/>
                    </a:lnTo>
                    <a:lnTo>
                      <a:pt x="3007" y="57"/>
                    </a:lnTo>
                    <a:lnTo>
                      <a:pt x="3008" y="58"/>
                    </a:lnTo>
                    <a:lnTo>
                      <a:pt x="3008" y="59"/>
                    </a:lnTo>
                    <a:lnTo>
                      <a:pt x="3009" y="59"/>
                    </a:lnTo>
                    <a:lnTo>
                      <a:pt x="3010" y="59"/>
                    </a:lnTo>
                    <a:lnTo>
                      <a:pt x="3009" y="57"/>
                    </a:lnTo>
                    <a:lnTo>
                      <a:pt x="3008" y="56"/>
                    </a:lnTo>
                    <a:lnTo>
                      <a:pt x="3009" y="56"/>
                    </a:lnTo>
                    <a:lnTo>
                      <a:pt x="3010" y="57"/>
                    </a:lnTo>
                    <a:lnTo>
                      <a:pt x="3010" y="59"/>
                    </a:lnTo>
                    <a:lnTo>
                      <a:pt x="3011" y="58"/>
                    </a:lnTo>
                    <a:lnTo>
                      <a:pt x="3011" y="57"/>
                    </a:lnTo>
                    <a:lnTo>
                      <a:pt x="3012" y="57"/>
                    </a:lnTo>
                    <a:lnTo>
                      <a:pt x="3011" y="56"/>
                    </a:lnTo>
                    <a:lnTo>
                      <a:pt x="3012" y="57"/>
                    </a:lnTo>
                    <a:lnTo>
                      <a:pt x="3013" y="57"/>
                    </a:lnTo>
                    <a:lnTo>
                      <a:pt x="3013" y="56"/>
                    </a:lnTo>
                    <a:lnTo>
                      <a:pt x="3014" y="56"/>
                    </a:lnTo>
                    <a:lnTo>
                      <a:pt x="3015" y="57"/>
                    </a:lnTo>
                    <a:lnTo>
                      <a:pt x="3016" y="58"/>
                    </a:lnTo>
                    <a:lnTo>
                      <a:pt x="3017" y="58"/>
                    </a:lnTo>
                    <a:lnTo>
                      <a:pt x="3018" y="58"/>
                    </a:lnTo>
                    <a:lnTo>
                      <a:pt x="3019" y="58"/>
                    </a:lnTo>
                    <a:lnTo>
                      <a:pt x="3019" y="57"/>
                    </a:lnTo>
                    <a:lnTo>
                      <a:pt x="3020" y="56"/>
                    </a:lnTo>
                    <a:lnTo>
                      <a:pt x="3021" y="56"/>
                    </a:lnTo>
                    <a:lnTo>
                      <a:pt x="3020" y="56"/>
                    </a:lnTo>
                    <a:lnTo>
                      <a:pt x="3020" y="58"/>
                    </a:lnTo>
                    <a:lnTo>
                      <a:pt x="3019" y="59"/>
                    </a:lnTo>
                    <a:lnTo>
                      <a:pt x="3019" y="60"/>
                    </a:lnTo>
                    <a:lnTo>
                      <a:pt x="3019" y="61"/>
                    </a:lnTo>
                    <a:lnTo>
                      <a:pt x="3020" y="61"/>
                    </a:lnTo>
                    <a:lnTo>
                      <a:pt x="3020" y="62"/>
                    </a:lnTo>
                    <a:lnTo>
                      <a:pt x="3021" y="62"/>
                    </a:lnTo>
                    <a:lnTo>
                      <a:pt x="3022" y="63"/>
                    </a:lnTo>
                    <a:lnTo>
                      <a:pt x="3022" y="64"/>
                    </a:lnTo>
                    <a:lnTo>
                      <a:pt x="3023" y="64"/>
                    </a:lnTo>
                    <a:lnTo>
                      <a:pt x="3023" y="65"/>
                    </a:lnTo>
                    <a:lnTo>
                      <a:pt x="3024" y="65"/>
                    </a:lnTo>
                    <a:lnTo>
                      <a:pt x="3025" y="66"/>
                    </a:lnTo>
                    <a:lnTo>
                      <a:pt x="3026" y="66"/>
                    </a:lnTo>
                    <a:lnTo>
                      <a:pt x="3028" y="66"/>
                    </a:lnTo>
                    <a:lnTo>
                      <a:pt x="3029" y="65"/>
                    </a:lnTo>
                    <a:lnTo>
                      <a:pt x="3030" y="65"/>
                    </a:lnTo>
                    <a:lnTo>
                      <a:pt x="3028" y="67"/>
                    </a:lnTo>
                    <a:lnTo>
                      <a:pt x="3029" y="68"/>
                    </a:lnTo>
                    <a:lnTo>
                      <a:pt x="3030" y="69"/>
                    </a:lnTo>
                    <a:lnTo>
                      <a:pt x="3031" y="70"/>
                    </a:lnTo>
                    <a:lnTo>
                      <a:pt x="3032" y="70"/>
                    </a:lnTo>
                    <a:lnTo>
                      <a:pt x="3033" y="70"/>
                    </a:lnTo>
                    <a:lnTo>
                      <a:pt x="3034" y="70"/>
                    </a:lnTo>
                    <a:lnTo>
                      <a:pt x="3034" y="70"/>
                    </a:lnTo>
                    <a:lnTo>
                      <a:pt x="3034" y="70"/>
                    </a:lnTo>
                    <a:lnTo>
                      <a:pt x="3034" y="69"/>
                    </a:lnTo>
                    <a:lnTo>
                      <a:pt x="3034" y="68"/>
                    </a:lnTo>
                    <a:lnTo>
                      <a:pt x="3034" y="67"/>
                    </a:lnTo>
                    <a:lnTo>
                      <a:pt x="3034" y="66"/>
                    </a:lnTo>
                    <a:lnTo>
                      <a:pt x="3035" y="66"/>
                    </a:lnTo>
                    <a:lnTo>
                      <a:pt x="3035" y="67"/>
                    </a:lnTo>
                    <a:lnTo>
                      <a:pt x="3035" y="68"/>
                    </a:lnTo>
                    <a:lnTo>
                      <a:pt x="3035" y="69"/>
                    </a:lnTo>
                    <a:lnTo>
                      <a:pt x="3035" y="70"/>
                    </a:lnTo>
                    <a:lnTo>
                      <a:pt x="3034" y="70"/>
                    </a:lnTo>
                    <a:lnTo>
                      <a:pt x="3034" y="71"/>
                    </a:lnTo>
                    <a:lnTo>
                      <a:pt x="3034" y="72"/>
                    </a:lnTo>
                    <a:lnTo>
                      <a:pt x="3034" y="73"/>
                    </a:lnTo>
                    <a:lnTo>
                      <a:pt x="3034" y="74"/>
                    </a:lnTo>
                    <a:lnTo>
                      <a:pt x="3033" y="74"/>
                    </a:lnTo>
                    <a:lnTo>
                      <a:pt x="3033" y="75"/>
                    </a:lnTo>
                    <a:lnTo>
                      <a:pt x="3034" y="76"/>
                    </a:lnTo>
                    <a:lnTo>
                      <a:pt x="3034" y="77"/>
                    </a:lnTo>
                    <a:lnTo>
                      <a:pt x="3034" y="77"/>
                    </a:lnTo>
                    <a:lnTo>
                      <a:pt x="3034" y="78"/>
                    </a:lnTo>
                    <a:lnTo>
                      <a:pt x="3035" y="78"/>
                    </a:lnTo>
                    <a:lnTo>
                      <a:pt x="3035" y="79"/>
                    </a:lnTo>
                    <a:lnTo>
                      <a:pt x="3036" y="79"/>
                    </a:lnTo>
                    <a:lnTo>
                      <a:pt x="3037" y="80"/>
                    </a:lnTo>
                    <a:lnTo>
                      <a:pt x="3038" y="81"/>
                    </a:lnTo>
                    <a:lnTo>
                      <a:pt x="3040" y="82"/>
                    </a:lnTo>
                    <a:lnTo>
                      <a:pt x="3040" y="83"/>
                    </a:lnTo>
                    <a:lnTo>
                      <a:pt x="3041" y="83"/>
                    </a:lnTo>
                    <a:lnTo>
                      <a:pt x="3042" y="83"/>
                    </a:lnTo>
                    <a:lnTo>
                      <a:pt x="3043" y="83"/>
                    </a:lnTo>
                    <a:lnTo>
                      <a:pt x="3044" y="83"/>
                    </a:lnTo>
                    <a:lnTo>
                      <a:pt x="3044" y="84"/>
                    </a:lnTo>
                    <a:lnTo>
                      <a:pt x="3045" y="85"/>
                    </a:lnTo>
                    <a:lnTo>
                      <a:pt x="3045" y="86"/>
                    </a:lnTo>
                    <a:lnTo>
                      <a:pt x="3046" y="86"/>
                    </a:lnTo>
                    <a:lnTo>
                      <a:pt x="3046" y="87"/>
                    </a:lnTo>
                    <a:lnTo>
                      <a:pt x="3048" y="88"/>
                    </a:lnTo>
                    <a:lnTo>
                      <a:pt x="3049" y="89"/>
                    </a:lnTo>
                    <a:lnTo>
                      <a:pt x="3050" y="89"/>
                    </a:lnTo>
                    <a:lnTo>
                      <a:pt x="3051" y="90"/>
                    </a:lnTo>
                    <a:lnTo>
                      <a:pt x="3053" y="91"/>
                    </a:lnTo>
                    <a:lnTo>
                      <a:pt x="3054" y="92"/>
                    </a:lnTo>
                    <a:lnTo>
                      <a:pt x="3055" y="92"/>
                    </a:lnTo>
                    <a:lnTo>
                      <a:pt x="3056" y="93"/>
                    </a:lnTo>
                    <a:lnTo>
                      <a:pt x="3057" y="93"/>
                    </a:lnTo>
                    <a:lnTo>
                      <a:pt x="3058" y="94"/>
                    </a:lnTo>
                    <a:lnTo>
                      <a:pt x="3059" y="94"/>
                    </a:lnTo>
                    <a:lnTo>
                      <a:pt x="3061" y="95"/>
                    </a:lnTo>
                    <a:lnTo>
                      <a:pt x="3063" y="96"/>
                    </a:lnTo>
                    <a:lnTo>
                      <a:pt x="3065" y="97"/>
                    </a:lnTo>
                    <a:lnTo>
                      <a:pt x="3066" y="97"/>
                    </a:lnTo>
                    <a:lnTo>
                      <a:pt x="3067" y="98"/>
                    </a:lnTo>
                    <a:lnTo>
                      <a:pt x="3068" y="98"/>
                    </a:lnTo>
                    <a:lnTo>
                      <a:pt x="3069" y="98"/>
                    </a:lnTo>
                    <a:lnTo>
                      <a:pt x="3071" y="99"/>
                    </a:lnTo>
                    <a:lnTo>
                      <a:pt x="3073" y="99"/>
                    </a:lnTo>
                    <a:lnTo>
                      <a:pt x="3074" y="99"/>
                    </a:lnTo>
                    <a:lnTo>
                      <a:pt x="3075" y="99"/>
                    </a:lnTo>
                    <a:lnTo>
                      <a:pt x="3076" y="99"/>
                    </a:lnTo>
                    <a:lnTo>
                      <a:pt x="3077" y="99"/>
                    </a:lnTo>
                    <a:lnTo>
                      <a:pt x="3078" y="99"/>
                    </a:lnTo>
                    <a:lnTo>
                      <a:pt x="3079" y="99"/>
                    </a:lnTo>
                    <a:lnTo>
                      <a:pt x="3080" y="99"/>
                    </a:lnTo>
                    <a:lnTo>
                      <a:pt x="3081" y="99"/>
                    </a:lnTo>
                    <a:lnTo>
                      <a:pt x="3081" y="99"/>
                    </a:lnTo>
                    <a:lnTo>
                      <a:pt x="3080" y="98"/>
                    </a:lnTo>
                    <a:lnTo>
                      <a:pt x="3081" y="98"/>
                    </a:lnTo>
                    <a:lnTo>
                      <a:pt x="3081" y="99"/>
                    </a:lnTo>
                    <a:lnTo>
                      <a:pt x="3081" y="99"/>
                    </a:lnTo>
                    <a:lnTo>
                      <a:pt x="3082" y="99"/>
                    </a:lnTo>
                    <a:lnTo>
                      <a:pt x="3084" y="99"/>
                    </a:lnTo>
                    <a:lnTo>
                      <a:pt x="3086" y="99"/>
                    </a:lnTo>
                    <a:lnTo>
                      <a:pt x="3087" y="99"/>
                    </a:lnTo>
                    <a:lnTo>
                      <a:pt x="3089" y="99"/>
                    </a:lnTo>
                    <a:lnTo>
                      <a:pt x="3090" y="99"/>
                    </a:lnTo>
                    <a:lnTo>
                      <a:pt x="3090" y="99"/>
                    </a:lnTo>
                    <a:lnTo>
                      <a:pt x="3091" y="99"/>
                    </a:lnTo>
                    <a:lnTo>
                      <a:pt x="3092" y="99"/>
                    </a:lnTo>
                    <a:lnTo>
                      <a:pt x="3093" y="99"/>
                    </a:lnTo>
                    <a:lnTo>
                      <a:pt x="3094" y="99"/>
                    </a:lnTo>
                    <a:lnTo>
                      <a:pt x="3095" y="99"/>
                    </a:lnTo>
                    <a:lnTo>
                      <a:pt x="3096" y="99"/>
                    </a:lnTo>
                    <a:lnTo>
                      <a:pt x="3098" y="99"/>
                    </a:lnTo>
                    <a:lnTo>
                      <a:pt x="3099" y="99"/>
                    </a:lnTo>
                    <a:lnTo>
                      <a:pt x="3100" y="99"/>
                    </a:lnTo>
                    <a:lnTo>
                      <a:pt x="3100" y="99"/>
                    </a:lnTo>
                    <a:lnTo>
                      <a:pt x="3100" y="99"/>
                    </a:lnTo>
                    <a:lnTo>
                      <a:pt x="3101" y="99"/>
                    </a:lnTo>
                    <a:lnTo>
                      <a:pt x="3102" y="99"/>
                    </a:lnTo>
                    <a:lnTo>
                      <a:pt x="3103" y="99"/>
                    </a:lnTo>
                    <a:lnTo>
                      <a:pt x="3104" y="98"/>
                    </a:lnTo>
                    <a:lnTo>
                      <a:pt x="3105" y="98"/>
                    </a:lnTo>
                    <a:lnTo>
                      <a:pt x="3106" y="98"/>
                    </a:lnTo>
                    <a:lnTo>
                      <a:pt x="3109" y="98"/>
                    </a:lnTo>
                    <a:lnTo>
                      <a:pt x="3111" y="98"/>
                    </a:lnTo>
                    <a:lnTo>
                      <a:pt x="3113" y="98"/>
                    </a:lnTo>
                    <a:lnTo>
                      <a:pt x="3114" y="98"/>
                    </a:lnTo>
                    <a:lnTo>
                      <a:pt x="3115" y="98"/>
                    </a:lnTo>
                    <a:lnTo>
                      <a:pt x="3115" y="99"/>
                    </a:lnTo>
                    <a:lnTo>
                      <a:pt x="3116" y="99"/>
                    </a:lnTo>
                    <a:lnTo>
                      <a:pt x="3116" y="99"/>
                    </a:lnTo>
                    <a:lnTo>
                      <a:pt x="3117" y="99"/>
                    </a:lnTo>
                    <a:lnTo>
                      <a:pt x="3118" y="99"/>
                    </a:lnTo>
                    <a:lnTo>
                      <a:pt x="3118" y="100"/>
                    </a:lnTo>
                    <a:lnTo>
                      <a:pt x="3118" y="100"/>
                    </a:lnTo>
                    <a:lnTo>
                      <a:pt x="3119" y="100"/>
                    </a:lnTo>
                    <a:lnTo>
                      <a:pt x="3119" y="101"/>
                    </a:lnTo>
                    <a:lnTo>
                      <a:pt x="3120" y="101"/>
                    </a:lnTo>
                    <a:lnTo>
                      <a:pt x="3121" y="102"/>
                    </a:lnTo>
                    <a:lnTo>
                      <a:pt x="3122" y="102"/>
                    </a:lnTo>
                    <a:lnTo>
                      <a:pt x="3122" y="103"/>
                    </a:lnTo>
                    <a:lnTo>
                      <a:pt x="3123" y="103"/>
                    </a:lnTo>
                    <a:lnTo>
                      <a:pt x="3124" y="104"/>
                    </a:lnTo>
                    <a:lnTo>
                      <a:pt x="3124" y="105"/>
                    </a:lnTo>
                    <a:lnTo>
                      <a:pt x="3125" y="105"/>
                    </a:lnTo>
                    <a:lnTo>
                      <a:pt x="3127" y="106"/>
                    </a:lnTo>
                    <a:lnTo>
                      <a:pt x="3127" y="107"/>
                    </a:lnTo>
                    <a:lnTo>
                      <a:pt x="3128" y="107"/>
                    </a:lnTo>
                    <a:lnTo>
                      <a:pt x="3129" y="107"/>
                    </a:lnTo>
                    <a:lnTo>
                      <a:pt x="3130" y="107"/>
                    </a:lnTo>
                    <a:lnTo>
                      <a:pt x="3131" y="107"/>
                    </a:lnTo>
                    <a:lnTo>
                      <a:pt x="3132" y="107"/>
                    </a:lnTo>
                    <a:lnTo>
                      <a:pt x="3133" y="106"/>
                    </a:lnTo>
                    <a:lnTo>
                      <a:pt x="3134" y="106"/>
                    </a:lnTo>
                    <a:lnTo>
                      <a:pt x="3136" y="107"/>
                    </a:lnTo>
                    <a:lnTo>
                      <a:pt x="3135" y="107"/>
                    </a:lnTo>
                    <a:lnTo>
                      <a:pt x="3134" y="107"/>
                    </a:lnTo>
                    <a:lnTo>
                      <a:pt x="3134" y="108"/>
                    </a:lnTo>
                    <a:lnTo>
                      <a:pt x="3133" y="108"/>
                    </a:lnTo>
                    <a:lnTo>
                      <a:pt x="3133" y="109"/>
                    </a:lnTo>
                    <a:lnTo>
                      <a:pt x="3134" y="109"/>
                    </a:lnTo>
                    <a:lnTo>
                      <a:pt x="3134" y="110"/>
                    </a:lnTo>
                    <a:lnTo>
                      <a:pt x="3134" y="111"/>
                    </a:lnTo>
                    <a:lnTo>
                      <a:pt x="3135" y="111"/>
                    </a:lnTo>
                    <a:lnTo>
                      <a:pt x="3135" y="112"/>
                    </a:lnTo>
                    <a:lnTo>
                      <a:pt x="3136" y="112"/>
                    </a:lnTo>
                    <a:lnTo>
                      <a:pt x="3137" y="113"/>
                    </a:lnTo>
                    <a:lnTo>
                      <a:pt x="3138" y="113"/>
                    </a:lnTo>
                    <a:lnTo>
                      <a:pt x="3139" y="113"/>
                    </a:lnTo>
                    <a:lnTo>
                      <a:pt x="3140" y="113"/>
                    </a:lnTo>
                    <a:lnTo>
                      <a:pt x="3141" y="113"/>
                    </a:lnTo>
                    <a:lnTo>
                      <a:pt x="3141" y="112"/>
                    </a:lnTo>
                    <a:lnTo>
                      <a:pt x="3142" y="112"/>
                    </a:lnTo>
                    <a:lnTo>
                      <a:pt x="3143" y="111"/>
                    </a:lnTo>
                    <a:lnTo>
                      <a:pt x="3143" y="110"/>
                    </a:lnTo>
                    <a:lnTo>
                      <a:pt x="3144" y="110"/>
                    </a:lnTo>
                    <a:lnTo>
                      <a:pt x="3144" y="109"/>
                    </a:lnTo>
                    <a:lnTo>
                      <a:pt x="3144" y="108"/>
                    </a:lnTo>
                    <a:lnTo>
                      <a:pt x="3144" y="107"/>
                    </a:lnTo>
                    <a:lnTo>
                      <a:pt x="3143" y="107"/>
                    </a:lnTo>
                    <a:lnTo>
                      <a:pt x="3142" y="107"/>
                    </a:lnTo>
                    <a:lnTo>
                      <a:pt x="3141" y="107"/>
                    </a:lnTo>
                    <a:lnTo>
                      <a:pt x="3141" y="106"/>
                    </a:lnTo>
                    <a:lnTo>
                      <a:pt x="3141" y="105"/>
                    </a:lnTo>
                    <a:lnTo>
                      <a:pt x="3142" y="105"/>
                    </a:lnTo>
                    <a:lnTo>
                      <a:pt x="3143" y="105"/>
                    </a:lnTo>
                    <a:lnTo>
                      <a:pt x="3144" y="105"/>
                    </a:lnTo>
                    <a:lnTo>
                      <a:pt x="3144" y="104"/>
                    </a:lnTo>
                    <a:lnTo>
                      <a:pt x="3145" y="104"/>
                    </a:lnTo>
                    <a:lnTo>
                      <a:pt x="3146" y="103"/>
                    </a:lnTo>
                    <a:lnTo>
                      <a:pt x="3147" y="103"/>
                    </a:lnTo>
                    <a:lnTo>
                      <a:pt x="3147" y="104"/>
                    </a:lnTo>
                    <a:lnTo>
                      <a:pt x="3147" y="105"/>
                    </a:lnTo>
                    <a:lnTo>
                      <a:pt x="3147" y="106"/>
                    </a:lnTo>
                    <a:lnTo>
                      <a:pt x="3147" y="106"/>
                    </a:lnTo>
                    <a:lnTo>
                      <a:pt x="3148" y="106"/>
                    </a:lnTo>
                    <a:lnTo>
                      <a:pt x="3149" y="106"/>
                    </a:lnTo>
                    <a:lnTo>
                      <a:pt x="3149" y="107"/>
                    </a:lnTo>
                    <a:lnTo>
                      <a:pt x="3150" y="107"/>
                    </a:lnTo>
                    <a:lnTo>
                      <a:pt x="3151" y="107"/>
                    </a:lnTo>
                    <a:lnTo>
                      <a:pt x="3151" y="108"/>
                    </a:lnTo>
                    <a:lnTo>
                      <a:pt x="3152" y="108"/>
                    </a:lnTo>
                    <a:lnTo>
                      <a:pt x="3153" y="108"/>
                    </a:lnTo>
                    <a:lnTo>
                      <a:pt x="3154" y="109"/>
                    </a:lnTo>
                    <a:lnTo>
                      <a:pt x="3155" y="109"/>
                    </a:lnTo>
                    <a:lnTo>
                      <a:pt x="3156" y="110"/>
                    </a:lnTo>
                    <a:lnTo>
                      <a:pt x="3157" y="110"/>
                    </a:lnTo>
                    <a:lnTo>
                      <a:pt x="3158" y="110"/>
                    </a:lnTo>
                    <a:lnTo>
                      <a:pt x="3159" y="110"/>
                    </a:lnTo>
                    <a:lnTo>
                      <a:pt x="3160" y="110"/>
                    </a:lnTo>
                    <a:lnTo>
                      <a:pt x="3160" y="109"/>
                    </a:lnTo>
                    <a:lnTo>
                      <a:pt x="3161" y="109"/>
                    </a:lnTo>
                    <a:lnTo>
                      <a:pt x="3162" y="110"/>
                    </a:lnTo>
                    <a:lnTo>
                      <a:pt x="3163" y="110"/>
                    </a:lnTo>
                    <a:lnTo>
                      <a:pt x="3165" y="111"/>
                    </a:lnTo>
                    <a:lnTo>
                      <a:pt x="3166" y="111"/>
                    </a:lnTo>
                    <a:lnTo>
                      <a:pt x="3168" y="111"/>
                    </a:lnTo>
                    <a:lnTo>
                      <a:pt x="3169" y="111"/>
                    </a:lnTo>
                    <a:lnTo>
                      <a:pt x="3169" y="110"/>
                    </a:lnTo>
                    <a:lnTo>
                      <a:pt x="3170" y="110"/>
                    </a:lnTo>
                    <a:lnTo>
                      <a:pt x="3170" y="111"/>
                    </a:lnTo>
                    <a:lnTo>
                      <a:pt x="3171" y="110"/>
                    </a:lnTo>
                    <a:lnTo>
                      <a:pt x="3172" y="110"/>
                    </a:lnTo>
                    <a:lnTo>
                      <a:pt x="3173" y="110"/>
                    </a:lnTo>
                    <a:lnTo>
                      <a:pt x="3174" y="110"/>
                    </a:lnTo>
                    <a:lnTo>
                      <a:pt x="3175" y="110"/>
                    </a:lnTo>
                    <a:lnTo>
                      <a:pt x="3175" y="110"/>
                    </a:lnTo>
                    <a:lnTo>
                      <a:pt x="3175" y="109"/>
                    </a:lnTo>
                    <a:lnTo>
                      <a:pt x="3176" y="109"/>
                    </a:lnTo>
                    <a:lnTo>
                      <a:pt x="3176" y="110"/>
                    </a:lnTo>
                    <a:lnTo>
                      <a:pt x="3175" y="110"/>
                    </a:lnTo>
                    <a:lnTo>
                      <a:pt x="3175" y="111"/>
                    </a:lnTo>
                    <a:lnTo>
                      <a:pt x="3176" y="111"/>
                    </a:lnTo>
                    <a:lnTo>
                      <a:pt x="3177" y="112"/>
                    </a:lnTo>
                    <a:lnTo>
                      <a:pt x="3178" y="112"/>
                    </a:lnTo>
                    <a:lnTo>
                      <a:pt x="3179" y="112"/>
                    </a:lnTo>
                    <a:lnTo>
                      <a:pt x="3180" y="113"/>
                    </a:lnTo>
                    <a:lnTo>
                      <a:pt x="3181" y="113"/>
                    </a:lnTo>
                    <a:lnTo>
                      <a:pt x="3183" y="114"/>
                    </a:lnTo>
                    <a:lnTo>
                      <a:pt x="3184" y="114"/>
                    </a:lnTo>
                    <a:lnTo>
                      <a:pt x="3185" y="114"/>
                    </a:lnTo>
                    <a:lnTo>
                      <a:pt x="3186" y="114"/>
                    </a:lnTo>
                    <a:lnTo>
                      <a:pt x="3187" y="114"/>
                    </a:lnTo>
                    <a:lnTo>
                      <a:pt x="3189" y="114"/>
                    </a:lnTo>
                    <a:lnTo>
                      <a:pt x="3190" y="113"/>
                    </a:lnTo>
                    <a:lnTo>
                      <a:pt x="3191" y="113"/>
                    </a:lnTo>
                    <a:lnTo>
                      <a:pt x="3192" y="113"/>
                    </a:lnTo>
                    <a:lnTo>
                      <a:pt x="3192" y="112"/>
                    </a:lnTo>
                    <a:lnTo>
                      <a:pt x="3192" y="113"/>
                    </a:lnTo>
                    <a:lnTo>
                      <a:pt x="3193" y="113"/>
                    </a:lnTo>
                    <a:lnTo>
                      <a:pt x="3194" y="114"/>
                    </a:lnTo>
                    <a:lnTo>
                      <a:pt x="3195" y="114"/>
                    </a:lnTo>
                    <a:lnTo>
                      <a:pt x="3196" y="114"/>
                    </a:lnTo>
                    <a:lnTo>
                      <a:pt x="3197" y="115"/>
                    </a:lnTo>
                    <a:lnTo>
                      <a:pt x="3198" y="115"/>
                    </a:lnTo>
                    <a:lnTo>
                      <a:pt x="3199" y="115"/>
                    </a:lnTo>
                    <a:lnTo>
                      <a:pt x="3200" y="115"/>
                    </a:lnTo>
                    <a:lnTo>
                      <a:pt x="3201" y="115"/>
                    </a:lnTo>
                    <a:lnTo>
                      <a:pt x="3202" y="115"/>
                    </a:lnTo>
                    <a:lnTo>
                      <a:pt x="3202" y="116"/>
                    </a:lnTo>
                    <a:lnTo>
                      <a:pt x="3203" y="116"/>
                    </a:lnTo>
                    <a:lnTo>
                      <a:pt x="3203" y="117"/>
                    </a:lnTo>
                    <a:lnTo>
                      <a:pt x="3205" y="117"/>
                    </a:lnTo>
                    <a:lnTo>
                      <a:pt x="3208" y="118"/>
                    </a:lnTo>
                    <a:lnTo>
                      <a:pt x="3209" y="118"/>
                    </a:lnTo>
                    <a:lnTo>
                      <a:pt x="3210" y="118"/>
                    </a:lnTo>
                    <a:lnTo>
                      <a:pt x="3211" y="118"/>
                    </a:lnTo>
                    <a:lnTo>
                      <a:pt x="3212" y="118"/>
                    </a:lnTo>
                    <a:lnTo>
                      <a:pt x="3213" y="118"/>
                    </a:lnTo>
                    <a:lnTo>
                      <a:pt x="3214" y="118"/>
                    </a:lnTo>
                    <a:lnTo>
                      <a:pt x="3214" y="117"/>
                    </a:lnTo>
                    <a:lnTo>
                      <a:pt x="3215" y="117"/>
                    </a:lnTo>
                    <a:lnTo>
                      <a:pt x="3216" y="116"/>
                    </a:lnTo>
                    <a:lnTo>
                      <a:pt x="3217" y="115"/>
                    </a:lnTo>
                    <a:lnTo>
                      <a:pt x="3217" y="114"/>
                    </a:lnTo>
                    <a:lnTo>
                      <a:pt x="3218" y="114"/>
                    </a:lnTo>
                    <a:lnTo>
                      <a:pt x="3218" y="113"/>
                    </a:lnTo>
                    <a:lnTo>
                      <a:pt x="3219" y="113"/>
                    </a:lnTo>
                    <a:lnTo>
                      <a:pt x="3220" y="113"/>
                    </a:lnTo>
                    <a:lnTo>
                      <a:pt x="3220" y="112"/>
                    </a:lnTo>
                    <a:lnTo>
                      <a:pt x="3221" y="112"/>
                    </a:lnTo>
                    <a:lnTo>
                      <a:pt x="3222" y="111"/>
                    </a:lnTo>
                    <a:lnTo>
                      <a:pt x="3223" y="111"/>
                    </a:lnTo>
                    <a:lnTo>
                      <a:pt x="3224" y="111"/>
                    </a:lnTo>
                    <a:lnTo>
                      <a:pt x="3225" y="111"/>
                    </a:lnTo>
                    <a:lnTo>
                      <a:pt x="3226" y="111"/>
                    </a:lnTo>
                    <a:lnTo>
                      <a:pt x="3227" y="111"/>
                    </a:lnTo>
                    <a:lnTo>
                      <a:pt x="3228" y="111"/>
                    </a:lnTo>
                    <a:lnTo>
                      <a:pt x="3229" y="111"/>
                    </a:lnTo>
                    <a:lnTo>
                      <a:pt x="3229" y="112"/>
                    </a:lnTo>
                    <a:lnTo>
                      <a:pt x="3230" y="112"/>
                    </a:lnTo>
                    <a:lnTo>
                      <a:pt x="3230" y="113"/>
                    </a:lnTo>
                    <a:lnTo>
                      <a:pt x="3231" y="113"/>
                    </a:lnTo>
                    <a:lnTo>
                      <a:pt x="3231" y="113"/>
                    </a:lnTo>
                    <a:lnTo>
                      <a:pt x="3232" y="113"/>
                    </a:lnTo>
                    <a:lnTo>
                      <a:pt x="3233" y="113"/>
                    </a:lnTo>
                    <a:lnTo>
                      <a:pt x="3234" y="114"/>
                    </a:lnTo>
                    <a:lnTo>
                      <a:pt x="3235" y="114"/>
                    </a:lnTo>
                    <a:lnTo>
                      <a:pt x="3236" y="114"/>
                    </a:lnTo>
                    <a:lnTo>
                      <a:pt x="3237" y="114"/>
                    </a:lnTo>
                    <a:lnTo>
                      <a:pt x="3238" y="114"/>
                    </a:lnTo>
                    <a:lnTo>
                      <a:pt x="3239" y="114"/>
                    </a:lnTo>
                    <a:lnTo>
                      <a:pt x="3240" y="113"/>
                    </a:lnTo>
                    <a:lnTo>
                      <a:pt x="3241" y="113"/>
                    </a:lnTo>
                    <a:lnTo>
                      <a:pt x="3242" y="113"/>
                    </a:lnTo>
                    <a:lnTo>
                      <a:pt x="3243" y="113"/>
                    </a:lnTo>
                    <a:lnTo>
                      <a:pt x="3244" y="113"/>
                    </a:lnTo>
                    <a:lnTo>
                      <a:pt x="3246" y="113"/>
                    </a:lnTo>
                    <a:lnTo>
                      <a:pt x="3247" y="113"/>
                    </a:lnTo>
                    <a:lnTo>
                      <a:pt x="3248" y="113"/>
                    </a:lnTo>
                    <a:lnTo>
                      <a:pt x="3249" y="113"/>
                    </a:lnTo>
                    <a:lnTo>
                      <a:pt x="3250" y="113"/>
                    </a:lnTo>
                    <a:lnTo>
                      <a:pt x="3251" y="114"/>
                    </a:lnTo>
                    <a:lnTo>
                      <a:pt x="3252" y="114"/>
                    </a:lnTo>
                    <a:lnTo>
                      <a:pt x="3253" y="114"/>
                    </a:lnTo>
                    <a:lnTo>
                      <a:pt x="3254" y="114"/>
                    </a:lnTo>
                    <a:lnTo>
                      <a:pt x="3255" y="114"/>
                    </a:lnTo>
                    <a:lnTo>
                      <a:pt x="3256" y="114"/>
                    </a:lnTo>
                    <a:lnTo>
                      <a:pt x="3257" y="114"/>
                    </a:lnTo>
                    <a:lnTo>
                      <a:pt x="3258" y="114"/>
                    </a:lnTo>
                    <a:lnTo>
                      <a:pt x="3259" y="114"/>
                    </a:lnTo>
                    <a:lnTo>
                      <a:pt x="3259" y="115"/>
                    </a:lnTo>
                    <a:lnTo>
                      <a:pt x="3260" y="115"/>
                    </a:lnTo>
                    <a:lnTo>
                      <a:pt x="3261" y="114"/>
                    </a:lnTo>
                    <a:lnTo>
                      <a:pt x="3262" y="114"/>
                    </a:lnTo>
                    <a:lnTo>
                      <a:pt x="3263" y="114"/>
                    </a:lnTo>
                    <a:lnTo>
                      <a:pt x="3264" y="113"/>
                    </a:lnTo>
                    <a:lnTo>
                      <a:pt x="3265" y="113"/>
                    </a:lnTo>
                    <a:lnTo>
                      <a:pt x="3266" y="113"/>
                    </a:lnTo>
                    <a:lnTo>
                      <a:pt x="3267" y="112"/>
                    </a:lnTo>
                    <a:lnTo>
                      <a:pt x="3268" y="112"/>
                    </a:lnTo>
                    <a:lnTo>
                      <a:pt x="3269" y="111"/>
                    </a:lnTo>
                    <a:lnTo>
                      <a:pt x="3270" y="111"/>
                    </a:lnTo>
                    <a:lnTo>
                      <a:pt x="3271" y="111"/>
                    </a:lnTo>
                    <a:lnTo>
                      <a:pt x="3272" y="111"/>
                    </a:lnTo>
                    <a:lnTo>
                      <a:pt x="3273" y="111"/>
                    </a:lnTo>
                    <a:lnTo>
                      <a:pt x="3274" y="111"/>
                    </a:lnTo>
                    <a:lnTo>
                      <a:pt x="3275" y="111"/>
                    </a:lnTo>
                    <a:lnTo>
                      <a:pt x="3276" y="111"/>
                    </a:lnTo>
                    <a:lnTo>
                      <a:pt x="3277" y="111"/>
                    </a:lnTo>
                    <a:lnTo>
                      <a:pt x="3278" y="111"/>
                    </a:lnTo>
                    <a:lnTo>
                      <a:pt x="3279" y="111"/>
                    </a:lnTo>
                    <a:lnTo>
                      <a:pt x="3280" y="111"/>
                    </a:lnTo>
                    <a:lnTo>
                      <a:pt x="3280" y="110"/>
                    </a:lnTo>
                    <a:lnTo>
                      <a:pt x="3281" y="110"/>
                    </a:lnTo>
                    <a:lnTo>
                      <a:pt x="3282" y="110"/>
                    </a:lnTo>
                    <a:lnTo>
                      <a:pt x="3282" y="109"/>
                    </a:lnTo>
                    <a:lnTo>
                      <a:pt x="3283" y="109"/>
                    </a:lnTo>
                    <a:lnTo>
                      <a:pt x="3283" y="110"/>
                    </a:lnTo>
                    <a:lnTo>
                      <a:pt x="3284" y="110"/>
                    </a:lnTo>
                    <a:lnTo>
                      <a:pt x="3285" y="110"/>
                    </a:lnTo>
                    <a:lnTo>
                      <a:pt x="3286" y="110"/>
                    </a:lnTo>
                    <a:lnTo>
                      <a:pt x="3287" y="110"/>
                    </a:lnTo>
                    <a:lnTo>
                      <a:pt x="3288" y="110"/>
                    </a:lnTo>
                    <a:lnTo>
                      <a:pt x="3288" y="109"/>
                    </a:lnTo>
                    <a:lnTo>
                      <a:pt x="3289" y="109"/>
                    </a:lnTo>
                    <a:lnTo>
                      <a:pt x="3290" y="109"/>
                    </a:lnTo>
                    <a:lnTo>
                      <a:pt x="3291" y="109"/>
                    </a:lnTo>
                    <a:lnTo>
                      <a:pt x="3292" y="108"/>
                    </a:lnTo>
                    <a:lnTo>
                      <a:pt x="3294" y="108"/>
                    </a:lnTo>
                    <a:lnTo>
                      <a:pt x="3294" y="107"/>
                    </a:lnTo>
                    <a:lnTo>
                      <a:pt x="3295" y="107"/>
                    </a:lnTo>
                    <a:lnTo>
                      <a:pt x="3296" y="107"/>
                    </a:lnTo>
                    <a:lnTo>
                      <a:pt x="3297" y="107"/>
                    </a:lnTo>
                    <a:lnTo>
                      <a:pt x="3298" y="106"/>
                    </a:lnTo>
                    <a:lnTo>
                      <a:pt x="3299" y="106"/>
                    </a:lnTo>
                    <a:lnTo>
                      <a:pt x="3300" y="106"/>
                    </a:lnTo>
                    <a:lnTo>
                      <a:pt x="3302" y="106"/>
                    </a:lnTo>
                    <a:lnTo>
                      <a:pt x="3303" y="106"/>
                    </a:lnTo>
                    <a:lnTo>
                      <a:pt x="3305" y="106"/>
                    </a:lnTo>
                    <a:lnTo>
                      <a:pt x="3307" y="106"/>
                    </a:lnTo>
                    <a:lnTo>
                      <a:pt x="3309" y="106"/>
                    </a:lnTo>
                    <a:lnTo>
                      <a:pt x="3311" y="107"/>
                    </a:lnTo>
                    <a:lnTo>
                      <a:pt x="3314" y="107"/>
                    </a:lnTo>
                    <a:lnTo>
                      <a:pt x="3315" y="107"/>
                    </a:lnTo>
                    <a:lnTo>
                      <a:pt x="3316" y="107"/>
                    </a:lnTo>
                    <a:lnTo>
                      <a:pt x="3316" y="107"/>
                    </a:lnTo>
                    <a:lnTo>
                      <a:pt x="3318" y="107"/>
                    </a:lnTo>
                    <a:lnTo>
                      <a:pt x="3319" y="107"/>
                    </a:lnTo>
                    <a:lnTo>
                      <a:pt x="3320" y="107"/>
                    </a:lnTo>
                    <a:lnTo>
                      <a:pt x="3320" y="106"/>
                    </a:lnTo>
                    <a:lnTo>
                      <a:pt x="3321" y="106"/>
                    </a:lnTo>
                    <a:lnTo>
                      <a:pt x="3322" y="106"/>
                    </a:lnTo>
                    <a:lnTo>
                      <a:pt x="3323" y="105"/>
                    </a:lnTo>
                    <a:lnTo>
                      <a:pt x="3324" y="104"/>
                    </a:lnTo>
                    <a:lnTo>
                      <a:pt x="3325" y="104"/>
                    </a:lnTo>
                    <a:lnTo>
                      <a:pt x="3326" y="103"/>
                    </a:lnTo>
                    <a:lnTo>
                      <a:pt x="3327" y="103"/>
                    </a:lnTo>
                    <a:lnTo>
                      <a:pt x="3328" y="102"/>
                    </a:lnTo>
                    <a:lnTo>
                      <a:pt x="3329" y="102"/>
                    </a:lnTo>
                    <a:lnTo>
                      <a:pt x="3329" y="101"/>
                    </a:lnTo>
                    <a:lnTo>
                      <a:pt x="3330" y="101"/>
                    </a:lnTo>
                    <a:lnTo>
                      <a:pt x="3331" y="101"/>
                    </a:lnTo>
                    <a:lnTo>
                      <a:pt x="3332" y="101"/>
                    </a:lnTo>
                    <a:lnTo>
                      <a:pt x="3333" y="100"/>
                    </a:lnTo>
                    <a:lnTo>
                      <a:pt x="3334" y="100"/>
                    </a:lnTo>
                    <a:lnTo>
                      <a:pt x="3335" y="100"/>
                    </a:lnTo>
                    <a:lnTo>
                      <a:pt x="3336" y="100"/>
                    </a:lnTo>
                    <a:lnTo>
                      <a:pt x="3337" y="101"/>
                    </a:lnTo>
                    <a:lnTo>
                      <a:pt x="3338" y="101"/>
                    </a:lnTo>
                    <a:lnTo>
                      <a:pt x="3339" y="101"/>
                    </a:lnTo>
                    <a:lnTo>
                      <a:pt x="3340" y="102"/>
                    </a:lnTo>
                    <a:lnTo>
                      <a:pt x="3341" y="102"/>
                    </a:lnTo>
                    <a:lnTo>
                      <a:pt x="3342" y="102"/>
                    </a:lnTo>
                    <a:lnTo>
                      <a:pt x="3342" y="103"/>
                    </a:lnTo>
                    <a:lnTo>
                      <a:pt x="3343" y="103"/>
                    </a:lnTo>
                    <a:lnTo>
                      <a:pt x="3344" y="103"/>
                    </a:lnTo>
                    <a:lnTo>
                      <a:pt x="3344" y="103"/>
                    </a:lnTo>
                    <a:lnTo>
                      <a:pt x="3345" y="103"/>
                    </a:lnTo>
                    <a:lnTo>
                      <a:pt x="3346" y="103"/>
                    </a:lnTo>
                    <a:lnTo>
                      <a:pt x="3347" y="103"/>
                    </a:lnTo>
                    <a:lnTo>
                      <a:pt x="3348" y="103"/>
                    </a:lnTo>
                    <a:lnTo>
                      <a:pt x="3349" y="103"/>
                    </a:lnTo>
                    <a:lnTo>
                      <a:pt x="3350" y="103"/>
                    </a:lnTo>
                    <a:lnTo>
                      <a:pt x="3351" y="102"/>
                    </a:lnTo>
                    <a:lnTo>
                      <a:pt x="3352" y="102"/>
                    </a:lnTo>
                    <a:lnTo>
                      <a:pt x="3353" y="102"/>
                    </a:lnTo>
                    <a:lnTo>
                      <a:pt x="3354" y="101"/>
                    </a:lnTo>
                    <a:lnTo>
                      <a:pt x="3355" y="101"/>
                    </a:lnTo>
                    <a:lnTo>
                      <a:pt x="3356" y="101"/>
                    </a:lnTo>
                    <a:lnTo>
                      <a:pt x="3357" y="101"/>
                    </a:lnTo>
                    <a:lnTo>
                      <a:pt x="3357" y="100"/>
                    </a:lnTo>
                    <a:lnTo>
                      <a:pt x="3358" y="100"/>
                    </a:lnTo>
                    <a:lnTo>
                      <a:pt x="3358" y="99"/>
                    </a:lnTo>
                    <a:lnTo>
                      <a:pt x="3359" y="100"/>
                    </a:lnTo>
                    <a:lnTo>
                      <a:pt x="3359" y="99"/>
                    </a:lnTo>
                    <a:lnTo>
                      <a:pt x="3360" y="99"/>
                    </a:lnTo>
                    <a:lnTo>
                      <a:pt x="3361" y="99"/>
                    </a:lnTo>
                    <a:lnTo>
                      <a:pt x="3362" y="99"/>
                    </a:lnTo>
                    <a:lnTo>
                      <a:pt x="3362" y="99"/>
                    </a:lnTo>
                    <a:lnTo>
                      <a:pt x="3362" y="98"/>
                    </a:lnTo>
                    <a:lnTo>
                      <a:pt x="3363" y="98"/>
                    </a:lnTo>
                    <a:lnTo>
                      <a:pt x="3364" y="98"/>
                    </a:lnTo>
                    <a:lnTo>
                      <a:pt x="3364" y="97"/>
                    </a:lnTo>
                    <a:lnTo>
                      <a:pt x="3365" y="97"/>
                    </a:lnTo>
                    <a:lnTo>
                      <a:pt x="3365" y="96"/>
                    </a:lnTo>
                    <a:lnTo>
                      <a:pt x="3366" y="96"/>
                    </a:lnTo>
                    <a:lnTo>
                      <a:pt x="3366" y="97"/>
                    </a:lnTo>
                    <a:lnTo>
                      <a:pt x="3367" y="97"/>
                    </a:lnTo>
                    <a:lnTo>
                      <a:pt x="3367" y="98"/>
                    </a:lnTo>
                    <a:lnTo>
                      <a:pt x="3368" y="98"/>
                    </a:lnTo>
                    <a:lnTo>
                      <a:pt x="3369" y="98"/>
                    </a:lnTo>
                    <a:lnTo>
                      <a:pt x="3370" y="98"/>
                    </a:lnTo>
                    <a:lnTo>
                      <a:pt x="3371" y="99"/>
                    </a:lnTo>
                    <a:lnTo>
                      <a:pt x="3372" y="99"/>
                    </a:lnTo>
                    <a:lnTo>
                      <a:pt x="3372" y="99"/>
                    </a:lnTo>
                    <a:lnTo>
                      <a:pt x="3373" y="99"/>
                    </a:lnTo>
                    <a:lnTo>
                      <a:pt x="3374" y="99"/>
                    </a:lnTo>
                    <a:lnTo>
                      <a:pt x="3375" y="99"/>
                    </a:lnTo>
                    <a:lnTo>
                      <a:pt x="3375" y="99"/>
                    </a:lnTo>
                    <a:lnTo>
                      <a:pt x="3376" y="99"/>
                    </a:lnTo>
                    <a:lnTo>
                      <a:pt x="3377" y="99"/>
                    </a:lnTo>
                    <a:lnTo>
                      <a:pt x="3378" y="99"/>
                    </a:lnTo>
                    <a:lnTo>
                      <a:pt x="3380" y="99"/>
                    </a:lnTo>
                    <a:lnTo>
                      <a:pt x="3381" y="99"/>
                    </a:lnTo>
                    <a:lnTo>
                      <a:pt x="3382" y="99"/>
                    </a:lnTo>
                    <a:lnTo>
                      <a:pt x="3383" y="99"/>
                    </a:lnTo>
                    <a:lnTo>
                      <a:pt x="3384" y="99"/>
                    </a:lnTo>
                    <a:lnTo>
                      <a:pt x="3385" y="99"/>
                    </a:lnTo>
                    <a:lnTo>
                      <a:pt x="3386" y="99"/>
                    </a:lnTo>
                    <a:lnTo>
                      <a:pt x="3387" y="99"/>
                    </a:lnTo>
                    <a:lnTo>
                      <a:pt x="3388" y="99"/>
                    </a:lnTo>
                    <a:lnTo>
                      <a:pt x="3388" y="99"/>
                    </a:lnTo>
                    <a:lnTo>
                      <a:pt x="3388" y="99"/>
                    </a:lnTo>
                    <a:lnTo>
                      <a:pt x="3389" y="99"/>
                    </a:lnTo>
                    <a:lnTo>
                      <a:pt x="3389" y="99"/>
                    </a:lnTo>
                    <a:lnTo>
                      <a:pt x="3390" y="99"/>
                    </a:lnTo>
                    <a:lnTo>
                      <a:pt x="3391" y="99"/>
                    </a:lnTo>
                    <a:lnTo>
                      <a:pt x="3393" y="99"/>
                    </a:lnTo>
                    <a:lnTo>
                      <a:pt x="3394" y="99"/>
                    </a:lnTo>
                    <a:lnTo>
                      <a:pt x="3395" y="99"/>
                    </a:lnTo>
                    <a:lnTo>
                      <a:pt x="3396" y="99"/>
                    </a:lnTo>
                    <a:lnTo>
                      <a:pt x="3396" y="98"/>
                    </a:lnTo>
                    <a:lnTo>
                      <a:pt x="3397" y="98"/>
                    </a:lnTo>
                    <a:lnTo>
                      <a:pt x="3398" y="98"/>
                    </a:lnTo>
                    <a:lnTo>
                      <a:pt x="3399" y="98"/>
                    </a:lnTo>
                    <a:lnTo>
                      <a:pt x="3400" y="98"/>
                    </a:lnTo>
                    <a:lnTo>
                      <a:pt x="3400" y="97"/>
                    </a:lnTo>
                    <a:lnTo>
                      <a:pt x="3400" y="96"/>
                    </a:lnTo>
                    <a:lnTo>
                      <a:pt x="3401" y="97"/>
                    </a:lnTo>
                    <a:lnTo>
                      <a:pt x="3401" y="98"/>
                    </a:lnTo>
                    <a:lnTo>
                      <a:pt x="3401" y="97"/>
                    </a:lnTo>
                    <a:lnTo>
                      <a:pt x="3401" y="97"/>
                    </a:lnTo>
                    <a:lnTo>
                      <a:pt x="3401" y="97"/>
                    </a:lnTo>
                    <a:lnTo>
                      <a:pt x="3401" y="96"/>
                    </a:lnTo>
                    <a:lnTo>
                      <a:pt x="3401" y="96"/>
                    </a:lnTo>
                    <a:lnTo>
                      <a:pt x="3401" y="97"/>
                    </a:lnTo>
                    <a:lnTo>
                      <a:pt x="3402" y="97"/>
                    </a:lnTo>
                    <a:lnTo>
                      <a:pt x="3402" y="96"/>
                    </a:lnTo>
                    <a:lnTo>
                      <a:pt x="3403" y="96"/>
                    </a:lnTo>
                    <a:lnTo>
                      <a:pt x="3404" y="96"/>
                    </a:lnTo>
                    <a:lnTo>
                      <a:pt x="3404" y="95"/>
                    </a:lnTo>
                    <a:lnTo>
                      <a:pt x="3405" y="95"/>
                    </a:lnTo>
                    <a:lnTo>
                      <a:pt x="3405" y="94"/>
                    </a:lnTo>
                    <a:lnTo>
                      <a:pt x="3406" y="94"/>
                    </a:lnTo>
                    <a:lnTo>
                      <a:pt x="3406" y="93"/>
                    </a:lnTo>
                    <a:lnTo>
                      <a:pt x="3406" y="92"/>
                    </a:lnTo>
                    <a:lnTo>
                      <a:pt x="3407" y="92"/>
                    </a:lnTo>
                    <a:lnTo>
                      <a:pt x="3407" y="91"/>
                    </a:lnTo>
                    <a:lnTo>
                      <a:pt x="3408" y="91"/>
                    </a:lnTo>
                    <a:lnTo>
                      <a:pt x="3408" y="90"/>
                    </a:lnTo>
                    <a:lnTo>
                      <a:pt x="3409" y="90"/>
                    </a:lnTo>
                    <a:lnTo>
                      <a:pt x="3410" y="90"/>
                    </a:lnTo>
                    <a:lnTo>
                      <a:pt x="3410" y="89"/>
                    </a:lnTo>
                    <a:lnTo>
                      <a:pt x="3411" y="89"/>
                    </a:lnTo>
                    <a:lnTo>
                      <a:pt x="3411" y="88"/>
                    </a:lnTo>
                    <a:lnTo>
                      <a:pt x="3412" y="88"/>
                    </a:lnTo>
                    <a:lnTo>
                      <a:pt x="3412" y="87"/>
                    </a:lnTo>
                    <a:lnTo>
                      <a:pt x="3413" y="87"/>
                    </a:lnTo>
                    <a:lnTo>
                      <a:pt x="3414" y="87"/>
                    </a:lnTo>
                    <a:lnTo>
                      <a:pt x="3414" y="86"/>
                    </a:lnTo>
                    <a:lnTo>
                      <a:pt x="3415" y="86"/>
                    </a:lnTo>
                    <a:lnTo>
                      <a:pt x="3415" y="85"/>
                    </a:lnTo>
                    <a:lnTo>
                      <a:pt x="3416" y="85"/>
                    </a:lnTo>
                    <a:lnTo>
                      <a:pt x="3416" y="84"/>
                    </a:lnTo>
                    <a:lnTo>
                      <a:pt x="3415" y="84"/>
                    </a:lnTo>
                    <a:lnTo>
                      <a:pt x="3416" y="84"/>
                    </a:lnTo>
                    <a:lnTo>
                      <a:pt x="3416" y="83"/>
                    </a:lnTo>
                    <a:lnTo>
                      <a:pt x="3416" y="84"/>
                    </a:lnTo>
                    <a:lnTo>
                      <a:pt x="3417" y="84"/>
                    </a:lnTo>
                    <a:lnTo>
                      <a:pt x="3418" y="84"/>
                    </a:lnTo>
                    <a:lnTo>
                      <a:pt x="3418" y="83"/>
                    </a:lnTo>
                    <a:lnTo>
                      <a:pt x="3419" y="83"/>
                    </a:lnTo>
                    <a:lnTo>
                      <a:pt x="3420" y="83"/>
                    </a:lnTo>
                    <a:lnTo>
                      <a:pt x="3421" y="83"/>
                    </a:lnTo>
                    <a:lnTo>
                      <a:pt x="3422" y="83"/>
                    </a:lnTo>
                    <a:lnTo>
                      <a:pt x="3422" y="84"/>
                    </a:lnTo>
                    <a:lnTo>
                      <a:pt x="3423" y="84"/>
                    </a:lnTo>
                    <a:lnTo>
                      <a:pt x="3424" y="85"/>
                    </a:lnTo>
                    <a:lnTo>
                      <a:pt x="3425" y="85"/>
                    </a:lnTo>
                    <a:lnTo>
                      <a:pt x="3425" y="86"/>
                    </a:lnTo>
                    <a:lnTo>
                      <a:pt x="3426" y="86"/>
                    </a:lnTo>
                    <a:lnTo>
                      <a:pt x="3427" y="86"/>
                    </a:lnTo>
                    <a:lnTo>
                      <a:pt x="3429" y="87"/>
                    </a:lnTo>
                    <a:lnTo>
                      <a:pt x="3430" y="88"/>
                    </a:lnTo>
                    <a:lnTo>
                      <a:pt x="3431" y="88"/>
                    </a:lnTo>
                    <a:lnTo>
                      <a:pt x="3432" y="89"/>
                    </a:lnTo>
                    <a:lnTo>
                      <a:pt x="3433" y="89"/>
                    </a:lnTo>
                    <a:lnTo>
                      <a:pt x="3434" y="89"/>
                    </a:lnTo>
                    <a:lnTo>
                      <a:pt x="3435" y="89"/>
                    </a:lnTo>
                    <a:lnTo>
                      <a:pt x="3436" y="90"/>
                    </a:lnTo>
                    <a:lnTo>
                      <a:pt x="3437" y="90"/>
                    </a:lnTo>
                    <a:lnTo>
                      <a:pt x="3438" y="90"/>
                    </a:lnTo>
                    <a:lnTo>
                      <a:pt x="3440" y="91"/>
                    </a:lnTo>
                    <a:lnTo>
                      <a:pt x="3442" y="91"/>
                    </a:lnTo>
                    <a:lnTo>
                      <a:pt x="3443" y="92"/>
                    </a:lnTo>
                    <a:lnTo>
                      <a:pt x="3444" y="92"/>
                    </a:lnTo>
                    <a:lnTo>
                      <a:pt x="3445" y="92"/>
                    </a:lnTo>
                    <a:lnTo>
                      <a:pt x="3446" y="92"/>
                    </a:lnTo>
                    <a:lnTo>
                      <a:pt x="3446" y="93"/>
                    </a:lnTo>
                    <a:lnTo>
                      <a:pt x="3447" y="93"/>
                    </a:lnTo>
                    <a:lnTo>
                      <a:pt x="3448" y="93"/>
                    </a:lnTo>
                    <a:lnTo>
                      <a:pt x="3450" y="93"/>
                    </a:lnTo>
                    <a:lnTo>
                      <a:pt x="3451" y="93"/>
                    </a:lnTo>
                    <a:lnTo>
                      <a:pt x="3452" y="93"/>
                    </a:lnTo>
                    <a:lnTo>
                      <a:pt x="3453" y="93"/>
                    </a:lnTo>
                    <a:lnTo>
                      <a:pt x="3454" y="93"/>
                    </a:lnTo>
                    <a:lnTo>
                      <a:pt x="3455" y="93"/>
                    </a:lnTo>
                    <a:lnTo>
                      <a:pt x="3456" y="93"/>
                    </a:lnTo>
                    <a:lnTo>
                      <a:pt x="3457" y="93"/>
                    </a:lnTo>
                    <a:lnTo>
                      <a:pt x="3457" y="93"/>
                    </a:lnTo>
                    <a:lnTo>
                      <a:pt x="3458" y="93"/>
                    </a:lnTo>
                    <a:lnTo>
                      <a:pt x="3459" y="93"/>
                    </a:lnTo>
                    <a:lnTo>
                      <a:pt x="3460" y="93"/>
                    </a:lnTo>
                    <a:lnTo>
                      <a:pt x="3461" y="93"/>
                    </a:lnTo>
                    <a:lnTo>
                      <a:pt x="3462" y="93"/>
                    </a:lnTo>
                    <a:lnTo>
                      <a:pt x="3462" y="92"/>
                    </a:lnTo>
                    <a:lnTo>
                      <a:pt x="3463" y="92"/>
                    </a:lnTo>
                    <a:lnTo>
                      <a:pt x="3464" y="93"/>
                    </a:lnTo>
                    <a:lnTo>
                      <a:pt x="3465" y="93"/>
                    </a:lnTo>
                    <a:lnTo>
                      <a:pt x="3465" y="92"/>
                    </a:lnTo>
                    <a:lnTo>
                      <a:pt x="3466" y="92"/>
                    </a:lnTo>
                    <a:lnTo>
                      <a:pt x="3467" y="92"/>
                    </a:lnTo>
                    <a:lnTo>
                      <a:pt x="3468" y="92"/>
                    </a:lnTo>
                    <a:lnTo>
                      <a:pt x="3469" y="92"/>
                    </a:lnTo>
                    <a:lnTo>
                      <a:pt x="3470" y="92"/>
                    </a:lnTo>
                    <a:lnTo>
                      <a:pt x="3471" y="92"/>
                    </a:lnTo>
                    <a:lnTo>
                      <a:pt x="3472" y="92"/>
                    </a:lnTo>
                    <a:lnTo>
                      <a:pt x="3473" y="91"/>
                    </a:lnTo>
                    <a:lnTo>
                      <a:pt x="3474" y="91"/>
                    </a:lnTo>
                    <a:lnTo>
                      <a:pt x="3475" y="91"/>
                    </a:lnTo>
                    <a:lnTo>
                      <a:pt x="3476" y="90"/>
                    </a:lnTo>
                    <a:lnTo>
                      <a:pt x="3477" y="90"/>
                    </a:lnTo>
                    <a:lnTo>
                      <a:pt x="3478" y="89"/>
                    </a:lnTo>
                    <a:lnTo>
                      <a:pt x="3479" y="89"/>
                    </a:lnTo>
                    <a:lnTo>
                      <a:pt x="3480" y="90"/>
                    </a:lnTo>
                    <a:lnTo>
                      <a:pt x="3481" y="90"/>
                    </a:lnTo>
                    <a:lnTo>
                      <a:pt x="3482" y="90"/>
                    </a:lnTo>
                    <a:lnTo>
                      <a:pt x="3483" y="90"/>
                    </a:lnTo>
                    <a:lnTo>
                      <a:pt x="3484" y="90"/>
                    </a:lnTo>
                    <a:lnTo>
                      <a:pt x="3485" y="90"/>
                    </a:lnTo>
                    <a:lnTo>
                      <a:pt x="3485" y="90"/>
                    </a:lnTo>
                    <a:lnTo>
                      <a:pt x="3486" y="89"/>
                    </a:lnTo>
                    <a:lnTo>
                      <a:pt x="3487" y="89"/>
                    </a:lnTo>
                    <a:lnTo>
                      <a:pt x="3488" y="89"/>
                    </a:lnTo>
                    <a:lnTo>
                      <a:pt x="3489" y="89"/>
                    </a:lnTo>
                    <a:lnTo>
                      <a:pt x="3490" y="89"/>
                    </a:lnTo>
                    <a:lnTo>
                      <a:pt x="3491" y="89"/>
                    </a:lnTo>
                    <a:lnTo>
                      <a:pt x="3492" y="89"/>
                    </a:lnTo>
                    <a:lnTo>
                      <a:pt x="3493" y="89"/>
                    </a:lnTo>
                    <a:lnTo>
                      <a:pt x="3493" y="88"/>
                    </a:lnTo>
                    <a:lnTo>
                      <a:pt x="3494" y="88"/>
                    </a:lnTo>
                    <a:lnTo>
                      <a:pt x="3495" y="88"/>
                    </a:lnTo>
                    <a:lnTo>
                      <a:pt x="3496" y="88"/>
                    </a:lnTo>
                    <a:lnTo>
                      <a:pt x="3497" y="88"/>
                    </a:lnTo>
                    <a:lnTo>
                      <a:pt x="3498" y="88"/>
                    </a:lnTo>
                    <a:lnTo>
                      <a:pt x="3499" y="87"/>
                    </a:lnTo>
                    <a:lnTo>
                      <a:pt x="3500" y="87"/>
                    </a:lnTo>
                    <a:lnTo>
                      <a:pt x="3500" y="88"/>
                    </a:lnTo>
                    <a:lnTo>
                      <a:pt x="3501" y="88"/>
                    </a:lnTo>
                    <a:lnTo>
                      <a:pt x="3501" y="87"/>
                    </a:lnTo>
                    <a:lnTo>
                      <a:pt x="3502" y="87"/>
                    </a:lnTo>
                    <a:lnTo>
                      <a:pt x="3503" y="87"/>
                    </a:lnTo>
                    <a:lnTo>
                      <a:pt x="3504" y="87"/>
                    </a:lnTo>
                    <a:lnTo>
                      <a:pt x="3505" y="87"/>
                    </a:lnTo>
                    <a:lnTo>
                      <a:pt x="3506" y="87"/>
                    </a:lnTo>
                    <a:lnTo>
                      <a:pt x="3507" y="87"/>
                    </a:lnTo>
                    <a:lnTo>
                      <a:pt x="3508" y="86"/>
                    </a:lnTo>
                    <a:lnTo>
                      <a:pt x="3509" y="86"/>
                    </a:lnTo>
                    <a:lnTo>
                      <a:pt x="3510" y="86"/>
                    </a:lnTo>
                    <a:lnTo>
                      <a:pt x="3511" y="85"/>
                    </a:lnTo>
                    <a:lnTo>
                      <a:pt x="3512" y="85"/>
                    </a:lnTo>
                    <a:lnTo>
                      <a:pt x="3513" y="84"/>
                    </a:lnTo>
                    <a:lnTo>
                      <a:pt x="3513" y="83"/>
                    </a:lnTo>
                    <a:lnTo>
                      <a:pt x="3513" y="82"/>
                    </a:lnTo>
                    <a:lnTo>
                      <a:pt x="3513" y="81"/>
                    </a:lnTo>
                    <a:lnTo>
                      <a:pt x="3512" y="81"/>
                    </a:lnTo>
                    <a:lnTo>
                      <a:pt x="3512" y="80"/>
                    </a:lnTo>
                    <a:lnTo>
                      <a:pt x="3513" y="80"/>
                    </a:lnTo>
                    <a:lnTo>
                      <a:pt x="3513" y="81"/>
                    </a:lnTo>
                    <a:lnTo>
                      <a:pt x="3513" y="82"/>
                    </a:lnTo>
                    <a:lnTo>
                      <a:pt x="3514" y="82"/>
                    </a:lnTo>
                    <a:lnTo>
                      <a:pt x="3514" y="83"/>
                    </a:lnTo>
                    <a:lnTo>
                      <a:pt x="3514" y="83"/>
                    </a:lnTo>
                    <a:lnTo>
                      <a:pt x="3515" y="82"/>
                    </a:lnTo>
                    <a:lnTo>
                      <a:pt x="3516" y="82"/>
                    </a:lnTo>
                    <a:lnTo>
                      <a:pt x="3516" y="81"/>
                    </a:lnTo>
                    <a:lnTo>
                      <a:pt x="3515" y="80"/>
                    </a:lnTo>
                    <a:lnTo>
                      <a:pt x="3514" y="79"/>
                    </a:lnTo>
                    <a:lnTo>
                      <a:pt x="3514" y="78"/>
                    </a:lnTo>
                    <a:lnTo>
                      <a:pt x="3515" y="79"/>
                    </a:lnTo>
                    <a:lnTo>
                      <a:pt x="3516" y="80"/>
                    </a:lnTo>
                    <a:lnTo>
                      <a:pt x="3516" y="81"/>
                    </a:lnTo>
                    <a:lnTo>
                      <a:pt x="3517" y="81"/>
                    </a:lnTo>
                    <a:lnTo>
                      <a:pt x="3518" y="80"/>
                    </a:lnTo>
                    <a:lnTo>
                      <a:pt x="3519" y="79"/>
                    </a:lnTo>
                    <a:lnTo>
                      <a:pt x="3520" y="79"/>
                    </a:lnTo>
                    <a:lnTo>
                      <a:pt x="3521" y="78"/>
                    </a:lnTo>
                    <a:lnTo>
                      <a:pt x="3521" y="77"/>
                    </a:lnTo>
                    <a:lnTo>
                      <a:pt x="3522" y="77"/>
                    </a:lnTo>
                    <a:lnTo>
                      <a:pt x="3522" y="76"/>
                    </a:lnTo>
                    <a:lnTo>
                      <a:pt x="3522" y="75"/>
                    </a:lnTo>
                    <a:lnTo>
                      <a:pt x="3522" y="74"/>
                    </a:lnTo>
                    <a:lnTo>
                      <a:pt x="3521" y="74"/>
                    </a:lnTo>
                    <a:lnTo>
                      <a:pt x="3521" y="73"/>
                    </a:lnTo>
                    <a:lnTo>
                      <a:pt x="3521" y="72"/>
                    </a:lnTo>
                    <a:lnTo>
                      <a:pt x="3521" y="73"/>
                    </a:lnTo>
                    <a:lnTo>
                      <a:pt x="3522" y="73"/>
                    </a:lnTo>
                    <a:lnTo>
                      <a:pt x="3522" y="74"/>
                    </a:lnTo>
                    <a:lnTo>
                      <a:pt x="3523" y="74"/>
                    </a:lnTo>
                    <a:lnTo>
                      <a:pt x="3523" y="75"/>
                    </a:lnTo>
                    <a:lnTo>
                      <a:pt x="3524" y="75"/>
                    </a:lnTo>
                    <a:lnTo>
                      <a:pt x="3524" y="74"/>
                    </a:lnTo>
                    <a:lnTo>
                      <a:pt x="3525" y="73"/>
                    </a:lnTo>
                    <a:lnTo>
                      <a:pt x="3525" y="72"/>
                    </a:lnTo>
                    <a:lnTo>
                      <a:pt x="3525" y="71"/>
                    </a:lnTo>
                    <a:lnTo>
                      <a:pt x="3525" y="70"/>
                    </a:lnTo>
                    <a:lnTo>
                      <a:pt x="3523" y="70"/>
                    </a:lnTo>
                    <a:lnTo>
                      <a:pt x="3522" y="70"/>
                    </a:lnTo>
                    <a:lnTo>
                      <a:pt x="3521" y="70"/>
                    </a:lnTo>
                    <a:lnTo>
                      <a:pt x="3521" y="70"/>
                    </a:lnTo>
                    <a:lnTo>
                      <a:pt x="3522" y="70"/>
                    </a:lnTo>
                    <a:lnTo>
                      <a:pt x="3523" y="70"/>
                    </a:lnTo>
                    <a:lnTo>
                      <a:pt x="3522" y="70"/>
                    </a:lnTo>
                    <a:lnTo>
                      <a:pt x="3522" y="69"/>
                    </a:lnTo>
                    <a:lnTo>
                      <a:pt x="3522" y="68"/>
                    </a:lnTo>
                    <a:lnTo>
                      <a:pt x="3522" y="67"/>
                    </a:lnTo>
                    <a:lnTo>
                      <a:pt x="3522" y="68"/>
                    </a:lnTo>
                    <a:lnTo>
                      <a:pt x="3522" y="69"/>
                    </a:lnTo>
                    <a:lnTo>
                      <a:pt x="3523" y="69"/>
                    </a:lnTo>
                    <a:lnTo>
                      <a:pt x="3523" y="70"/>
                    </a:lnTo>
                    <a:lnTo>
                      <a:pt x="3524" y="70"/>
                    </a:lnTo>
                    <a:lnTo>
                      <a:pt x="3525" y="70"/>
                    </a:lnTo>
                    <a:lnTo>
                      <a:pt x="3526" y="70"/>
                    </a:lnTo>
                    <a:lnTo>
                      <a:pt x="3527" y="70"/>
                    </a:lnTo>
                    <a:lnTo>
                      <a:pt x="3528" y="70"/>
                    </a:lnTo>
                    <a:lnTo>
                      <a:pt x="3528" y="69"/>
                    </a:lnTo>
                    <a:lnTo>
                      <a:pt x="3529" y="69"/>
                    </a:lnTo>
                    <a:lnTo>
                      <a:pt x="3530" y="68"/>
                    </a:lnTo>
                    <a:lnTo>
                      <a:pt x="3530" y="67"/>
                    </a:lnTo>
                    <a:lnTo>
                      <a:pt x="3531" y="67"/>
                    </a:lnTo>
                    <a:lnTo>
                      <a:pt x="3531" y="66"/>
                    </a:lnTo>
                    <a:lnTo>
                      <a:pt x="3532" y="65"/>
                    </a:lnTo>
                    <a:lnTo>
                      <a:pt x="3532" y="64"/>
                    </a:lnTo>
                    <a:lnTo>
                      <a:pt x="3532" y="63"/>
                    </a:lnTo>
                    <a:lnTo>
                      <a:pt x="3533" y="62"/>
                    </a:lnTo>
                    <a:lnTo>
                      <a:pt x="3533" y="61"/>
                    </a:lnTo>
                    <a:lnTo>
                      <a:pt x="3533" y="60"/>
                    </a:lnTo>
                    <a:lnTo>
                      <a:pt x="3533" y="59"/>
                    </a:lnTo>
                    <a:lnTo>
                      <a:pt x="3533" y="58"/>
                    </a:lnTo>
                    <a:lnTo>
                      <a:pt x="3532" y="58"/>
                    </a:lnTo>
                    <a:lnTo>
                      <a:pt x="3532" y="55"/>
                    </a:lnTo>
                    <a:lnTo>
                      <a:pt x="3528" y="55"/>
                    </a:lnTo>
                    <a:lnTo>
                      <a:pt x="3528" y="54"/>
                    </a:lnTo>
                    <a:lnTo>
                      <a:pt x="3527" y="54"/>
                    </a:lnTo>
                    <a:lnTo>
                      <a:pt x="3526" y="54"/>
                    </a:lnTo>
                    <a:lnTo>
                      <a:pt x="3525" y="54"/>
                    </a:lnTo>
                    <a:lnTo>
                      <a:pt x="3526" y="53"/>
                    </a:lnTo>
                    <a:lnTo>
                      <a:pt x="3524" y="52"/>
                    </a:lnTo>
                    <a:lnTo>
                      <a:pt x="3523" y="51"/>
                    </a:lnTo>
                    <a:lnTo>
                      <a:pt x="3522" y="51"/>
                    </a:lnTo>
                    <a:lnTo>
                      <a:pt x="3522" y="52"/>
                    </a:lnTo>
                    <a:lnTo>
                      <a:pt x="3521" y="53"/>
                    </a:lnTo>
                    <a:lnTo>
                      <a:pt x="3522" y="54"/>
                    </a:lnTo>
                    <a:lnTo>
                      <a:pt x="3524" y="57"/>
                    </a:lnTo>
                    <a:lnTo>
                      <a:pt x="3524" y="56"/>
                    </a:lnTo>
                    <a:lnTo>
                      <a:pt x="3525" y="56"/>
                    </a:lnTo>
                    <a:lnTo>
                      <a:pt x="3524" y="57"/>
                    </a:lnTo>
                    <a:lnTo>
                      <a:pt x="3522" y="54"/>
                    </a:lnTo>
                    <a:lnTo>
                      <a:pt x="3521" y="54"/>
                    </a:lnTo>
                    <a:lnTo>
                      <a:pt x="3521" y="53"/>
                    </a:lnTo>
                    <a:lnTo>
                      <a:pt x="3519" y="54"/>
                    </a:lnTo>
                    <a:lnTo>
                      <a:pt x="3519" y="55"/>
                    </a:lnTo>
                    <a:lnTo>
                      <a:pt x="3522" y="58"/>
                    </a:lnTo>
                    <a:lnTo>
                      <a:pt x="3522" y="57"/>
                    </a:lnTo>
                    <a:lnTo>
                      <a:pt x="3522" y="58"/>
                    </a:lnTo>
                    <a:lnTo>
                      <a:pt x="3521" y="58"/>
                    </a:lnTo>
                    <a:lnTo>
                      <a:pt x="3522" y="58"/>
                    </a:lnTo>
                    <a:lnTo>
                      <a:pt x="3519" y="55"/>
                    </a:lnTo>
                    <a:lnTo>
                      <a:pt x="3517" y="57"/>
                    </a:lnTo>
                    <a:lnTo>
                      <a:pt x="3520" y="60"/>
                    </a:lnTo>
                    <a:lnTo>
                      <a:pt x="3520" y="59"/>
                    </a:lnTo>
                    <a:lnTo>
                      <a:pt x="3521" y="59"/>
                    </a:lnTo>
                    <a:lnTo>
                      <a:pt x="3520" y="59"/>
                    </a:lnTo>
                    <a:lnTo>
                      <a:pt x="3519" y="61"/>
                    </a:lnTo>
                    <a:lnTo>
                      <a:pt x="3519" y="60"/>
                    </a:lnTo>
                    <a:lnTo>
                      <a:pt x="3520" y="60"/>
                    </a:lnTo>
                    <a:lnTo>
                      <a:pt x="3519" y="58"/>
                    </a:lnTo>
                    <a:lnTo>
                      <a:pt x="3517" y="57"/>
                    </a:lnTo>
                    <a:lnTo>
                      <a:pt x="3516" y="57"/>
                    </a:lnTo>
                    <a:lnTo>
                      <a:pt x="3516" y="58"/>
                    </a:lnTo>
                    <a:lnTo>
                      <a:pt x="3515" y="59"/>
                    </a:lnTo>
                    <a:lnTo>
                      <a:pt x="3515" y="60"/>
                    </a:lnTo>
                    <a:lnTo>
                      <a:pt x="3517" y="62"/>
                    </a:lnTo>
                    <a:lnTo>
                      <a:pt x="3518" y="62"/>
                    </a:lnTo>
                    <a:lnTo>
                      <a:pt x="3517" y="62"/>
                    </a:lnTo>
                    <a:lnTo>
                      <a:pt x="3515" y="60"/>
                    </a:lnTo>
                    <a:lnTo>
                      <a:pt x="3514" y="60"/>
                    </a:lnTo>
                    <a:lnTo>
                      <a:pt x="3514" y="61"/>
                    </a:lnTo>
                    <a:lnTo>
                      <a:pt x="3514" y="61"/>
                    </a:lnTo>
                    <a:lnTo>
                      <a:pt x="3513" y="61"/>
                    </a:lnTo>
                    <a:lnTo>
                      <a:pt x="3512" y="60"/>
                    </a:lnTo>
                    <a:lnTo>
                      <a:pt x="3512" y="59"/>
                    </a:lnTo>
                    <a:lnTo>
                      <a:pt x="3513" y="59"/>
                    </a:lnTo>
                    <a:lnTo>
                      <a:pt x="3513" y="58"/>
                    </a:lnTo>
                    <a:lnTo>
                      <a:pt x="3514" y="58"/>
                    </a:lnTo>
                    <a:lnTo>
                      <a:pt x="3514" y="57"/>
                    </a:lnTo>
                    <a:lnTo>
                      <a:pt x="3514" y="57"/>
                    </a:lnTo>
                    <a:lnTo>
                      <a:pt x="3514" y="56"/>
                    </a:lnTo>
                    <a:lnTo>
                      <a:pt x="3515" y="56"/>
                    </a:lnTo>
                    <a:lnTo>
                      <a:pt x="3515" y="55"/>
                    </a:lnTo>
                    <a:lnTo>
                      <a:pt x="3516" y="55"/>
                    </a:lnTo>
                    <a:lnTo>
                      <a:pt x="3516" y="54"/>
                    </a:lnTo>
                    <a:lnTo>
                      <a:pt x="3517" y="54"/>
                    </a:lnTo>
                    <a:lnTo>
                      <a:pt x="3518" y="53"/>
                    </a:lnTo>
                    <a:lnTo>
                      <a:pt x="3519" y="52"/>
                    </a:lnTo>
                    <a:lnTo>
                      <a:pt x="3520" y="51"/>
                    </a:lnTo>
                    <a:lnTo>
                      <a:pt x="3521" y="50"/>
                    </a:lnTo>
                    <a:lnTo>
                      <a:pt x="3522" y="49"/>
                    </a:lnTo>
                    <a:lnTo>
                      <a:pt x="3522" y="48"/>
                    </a:lnTo>
                    <a:lnTo>
                      <a:pt x="3523" y="48"/>
                    </a:lnTo>
                    <a:lnTo>
                      <a:pt x="3523" y="47"/>
                    </a:lnTo>
                    <a:lnTo>
                      <a:pt x="3524" y="47"/>
                    </a:lnTo>
                    <a:lnTo>
                      <a:pt x="3525" y="47"/>
                    </a:lnTo>
                    <a:lnTo>
                      <a:pt x="3525" y="46"/>
                    </a:lnTo>
                    <a:lnTo>
                      <a:pt x="3526" y="46"/>
                    </a:lnTo>
                    <a:lnTo>
                      <a:pt x="3526" y="47"/>
                    </a:lnTo>
                    <a:lnTo>
                      <a:pt x="3526" y="48"/>
                    </a:lnTo>
                    <a:lnTo>
                      <a:pt x="3525" y="48"/>
                    </a:lnTo>
                    <a:lnTo>
                      <a:pt x="3526" y="49"/>
                    </a:lnTo>
                    <a:lnTo>
                      <a:pt x="3527" y="50"/>
                    </a:lnTo>
                    <a:lnTo>
                      <a:pt x="3528" y="51"/>
                    </a:lnTo>
                    <a:lnTo>
                      <a:pt x="3529" y="51"/>
                    </a:lnTo>
                    <a:lnTo>
                      <a:pt x="3530" y="51"/>
                    </a:lnTo>
                    <a:lnTo>
                      <a:pt x="3531" y="51"/>
                    </a:lnTo>
                    <a:lnTo>
                      <a:pt x="3532" y="52"/>
                    </a:lnTo>
                    <a:lnTo>
                      <a:pt x="3533" y="52"/>
                    </a:lnTo>
                    <a:lnTo>
                      <a:pt x="3534" y="52"/>
                    </a:lnTo>
                    <a:lnTo>
                      <a:pt x="3535" y="52"/>
                    </a:lnTo>
                    <a:lnTo>
                      <a:pt x="3536" y="52"/>
                    </a:lnTo>
                    <a:lnTo>
                      <a:pt x="3537" y="52"/>
                    </a:lnTo>
                    <a:lnTo>
                      <a:pt x="3538" y="52"/>
                    </a:lnTo>
                    <a:lnTo>
                      <a:pt x="3539" y="52"/>
                    </a:lnTo>
                    <a:lnTo>
                      <a:pt x="3539" y="51"/>
                    </a:lnTo>
                    <a:lnTo>
                      <a:pt x="3539" y="50"/>
                    </a:lnTo>
                    <a:lnTo>
                      <a:pt x="3540" y="50"/>
                    </a:lnTo>
                    <a:lnTo>
                      <a:pt x="3540" y="49"/>
                    </a:lnTo>
                    <a:lnTo>
                      <a:pt x="3540" y="48"/>
                    </a:lnTo>
                    <a:lnTo>
                      <a:pt x="3541" y="48"/>
                    </a:lnTo>
                    <a:lnTo>
                      <a:pt x="3541" y="47"/>
                    </a:lnTo>
                    <a:lnTo>
                      <a:pt x="3542" y="47"/>
                    </a:lnTo>
                    <a:lnTo>
                      <a:pt x="3542" y="47"/>
                    </a:lnTo>
                    <a:lnTo>
                      <a:pt x="3542" y="45"/>
                    </a:lnTo>
                    <a:lnTo>
                      <a:pt x="3542" y="44"/>
                    </a:lnTo>
                    <a:lnTo>
                      <a:pt x="3543" y="44"/>
                    </a:lnTo>
                    <a:lnTo>
                      <a:pt x="3544" y="44"/>
                    </a:lnTo>
                    <a:lnTo>
                      <a:pt x="3545" y="44"/>
                    </a:lnTo>
                    <a:lnTo>
                      <a:pt x="3546" y="44"/>
                    </a:lnTo>
                    <a:lnTo>
                      <a:pt x="3546" y="43"/>
                    </a:lnTo>
                    <a:lnTo>
                      <a:pt x="3547" y="43"/>
                    </a:lnTo>
                    <a:lnTo>
                      <a:pt x="3547" y="42"/>
                    </a:lnTo>
                    <a:lnTo>
                      <a:pt x="3548" y="42"/>
                    </a:lnTo>
                    <a:lnTo>
                      <a:pt x="3549" y="42"/>
                    </a:lnTo>
                    <a:lnTo>
                      <a:pt x="3550" y="41"/>
                    </a:lnTo>
                    <a:lnTo>
                      <a:pt x="3551" y="41"/>
                    </a:lnTo>
                    <a:lnTo>
                      <a:pt x="3552" y="41"/>
                    </a:lnTo>
                    <a:lnTo>
                      <a:pt x="3553" y="41"/>
                    </a:lnTo>
                    <a:lnTo>
                      <a:pt x="3554" y="41"/>
                    </a:lnTo>
                    <a:lnTo>
                      <a:pt x="3556" y="41"/>
                    </a:lnTo>
                    <a:lnTo>
                      <a:pt x="3557" y="41"/>
                    </a:lnTo>
                    <a:lnTo>
                      <a:pt x="3558" y="41"/>
                    </a:lnTo>
                    <a:lnTo>
                      <a:pt x="3559" y="41"/>
                    </a:lnTo>
                    <a:lnTo>
                      <a:pt x="3560" y="41"/>
                    </a:lnTo>
                    <a:lnTo>
                      <a:pt x="3561" y="41"/>
                    </a:lnTo>
                    <a:lnTo>
                      <a:pt x="3562" y="41"/>
                    </a:lnTo>
                    <a:lnTo>
                      <a:pt x="3562" y="40"/>
                    </a:lnTo>
                    <a:lnTo>
                      <a:pt x="3563" y="40"/>
                    </a:lnTo>
                    <a:lnTo>
                      <a:pt x="3563" y="39"/>
                    </a:lnTo>
                    <a:lnTo>
                      <a:pt x="3564" y="39"/>
                    </a:lnTo>
                    <a:lnTo>
                      <a:pt x="3564" y="38"/>
                    </a:lnTo>
                    <a:lnTo>
                      <a:pt x="3565" y="38"/>
                    </a:lnTo>
                    <a:lnTo>
                      <a:pt x="3566" y="38"/>
                    </a:lnTo>
                    <a:lnTo>
                      <a:pt x="3566" y="37"/>
                    </a:lnTo>
                    <a:lnTo>
                      <a:pt x="3567" y="37"/>
                    </a:lnTo>
                    <a:lnTo>
                      <a:pt x="3567" y="38"/>
                    </a:lnTo>
                    <a:lnTo>
                      <a:pt x="3568" y="38"/>
                    </a:lnTo>
                    <a:lnTo>
                      <a:pt x="3567" y="38"/>
                    </a:lnTo>
                    <a:lnTo>
                      <a:pt x="3566" y="38"/>
                    </a:lnTo>
                    <a:lnTo>
                      <a:pt x="3565" y="38"/>
                    </a:lnTo>
                    <a:lnTo>
                      <a:pt x="3565" y="39"/>
                    </a:lnTo>
                    <a:lnTo>
                      <a:pt x="3564" y="39"/>
                    </a:lnTo>
                    <a:lnTo>
                      <a:pt x="3564" y="40"/>
                    </a:lnTo>
                    <a:lnTo>
                      <a:pt x="3564" y="41"/>
                    </a:lnTo>
                    <a:lnTo>
                      <a:pt x="3564" y="41"/>
                    </a:lnTo>
                    <a:lnTo>
                      <a:pt x="3565" y="41"/>
                    </a:lnTo>
                    <a:lnTo>
                      <a:pt x="3565" y="42"/>
                    </a:lnTo>
                    <a:lnTo>
                      <a:pt x="3566" y="42"/>
                    </a:lnTo>
                    <a:lnTo>
                      <a:pt x="3567" y="42"/>
                    </a:lnTo>
                    <a:lnTo>
                      <a:pt x="3567" y="43"/>
                    </a:lnTo>
                    <a:lnTo>
                      <a:pt x="3568" y="43"/>
                    </a:lnTo>
                    <a:lnTo>
                      <a:pt x="3568" y="44"/>
                    </a:lnTo>
                    <a:lnTo>
                      <a:pt x="3569" y="44"/>
                    </a:lnTo>
                    <a:lnTo>
                      <a:pt x="3569" y="45"/>
                    </a:lnTo>
                    <a:lnTo>
                      <a:pt x="3570" y="45"/>
                    </a:lnTo>
                    <a:lnTo>
                      <a:pt x="3570" y="45"/>
                    </a:lnTo>
                    <a:lnTo>
                      <a:pt x="3571" y="45"/>
                    </a:lnTo>
                    <a:lnTo>
                      <a:pt x="3572" y="45"/>
                    </a:lnTo>
                    <a:lnTo>
                      <a:pt x="3572" y="44"/>
                    </a:lnTo>
                    <a:lnTo>
                      <a:pt x="3573" y="44"/>
                    </a:lnTo>
                    <a:lnTo>
                      <a:pt x="3573" y="43"/>
                    </a:lnTo>
                    <a:lnTo>
                      <a:pt x="3572" y="41"/>
                    </a:lnTo>
                    <a:lnTo>
                      <a:pt x="3572" y="41"/>
                    </a:lnTo>
                    <a:lnTo>
                      <a:pt x="3573" y="41"/>
                    </a:lnTo>
                    <a:lnTo>
                      <a:pt x="3573" y="41"/>
                    </a:lnTo>
                    <a:lnTo>
                      <a:pt x="3573" y="42"/>
                    </a:lnTo>
                    <a:lnTo>
                      <a:pt x="3574" y="42"/>
                    </a:lnTo>
                    <a:lnTo>
                      <a:pt x="3574" y="43"/>
                    </a:lnTo>
                    <a:lnTo>
                      <a:pt x="3575" y="43"/>
                    </a:lnTo>
                    <a:lnTo>
                      <a:pt x="3576" y="43"/>
                    </a:lnTo>
                    <a:lnTo>
                      <a:pt x="3577" y="42"/>
                    </a:lnTo>
                    <a:lnTo>
                      <a:pt x="3578" y="42"/>
                    </a:lnTo>
                    <a:lnTo>
                      <a:pt x="3578" y="43"/>
                    </a:lnTo>
                    <a:lnTo>
                      <a:pt x="3579" y="43"/>
                    </a:lnTo>
                    <a:lnTo>
                      <a:pt x="3580" y="43"/>
                    </a:lnTo>
                    <a:lnTo>
                      <a:pt x="3581" y="43"/>
                    </a:lnTo>
                    <a:lnTo>
                      <a:pt x="3581" y="44"/>
                    </a:lnTo>
                    <a:lnTo>
                      <a:pt x="3580" y="44"/>
                    </a:lnTo>
                    <a:lnTo>
                      <a:pt x="3579" y="43"/>
                    </a:lnTo>
                    <a:lnTo>
                      <a:pt x="3578" y="43"/>
                    </a:lnTo>
                    <a:lnTo>
                      <a:pt x="3577" y="43"/>
                    </a:lnTo>
                    <a:lnTo>
                      <a:pt x="3576" y="43"/>
                    </a:lnTo>
                    <a:lnTo>
                      <a:pt x="3575" y="43"/>
                    </a:lnTo>
                    <a:lnTo>
                      <a:pt x="3575" y="44"/>
                    </a:lnTo>
                    <a:lnTo>
                      <a:pt x="3574" y="44"/>
                    </a:lnTo>
                    <a:lnTo>
                      <a:pt x="3574" y="45"/>
                    </a:lnTo>
                    <a:lnTo>
                      <a:pt x="3574" y="46"/>
                    </a:lnTo>
                    <a:lnTo>
                      <a:pt x="3574" y="47"/>
                    </a:lnTo>
                    <a:lnTo>
                      <a:pt x="3574" y="48"/>
                    </a:lnTo>
                    <a:lnTo>
                      <a:pt x="3575" y="49"/>
                    </a:lnTo>
                    <a:lnTo>
                      <a:pt x="3575" y="50"/>
                    </a:lnTo>
                    <a:lnTo>
                      <a:pt x="3576" y="51"/>
                    </a:lnTo>
                    <a:lnTo>
                      <a:pt x="3577" y="51"/>
                    </a:lnTo>
                    <a:lnTo>
                      <a:pt x="3577" y="52"/>
                    </a:lnTo>
                    <a:lnTo>
                      <a:pt x="3578" y="52"/>
                    </a:lnTo>
                    <a:lnTo>
                      <a:pt x="3579" y="53"/>
                    </a:lnTo>
                    <a:lnTo>
                      <a:pt x="3580" y="53"/>
                    </a:lnTo>
                    <a:lnTo>
                      <a:pt x="3581" y="53"/>
                    </a:lnTo>
                    <a:lnTo>
                      <a:pt x="3581" y="52"/>
                    </a:lnTo>
                    <a:lnTo>
                      <a:pt x="3582" y="51"/>
                    </a:lnTo>
                    <a:lnTo>
                      <a:pt x="3582" y="50"/>
                    </a:lnTo>
                    <a:lnTo>
                      <a:pt x="3583" y="50"/>
                    </a:lnTo>
                    <a:lnTo>
                      <a:pt x="3582" y="49"/>
                    </a:lnTo>
                    <a:lnTo>
                      <a:pt x="3582" y="48"/>
                    </a:lnTo>
                    <a:lnTo>
                      <a:pt x="3582" y="47"/>
                    </a:lnTo>
                    <a:lnTo>
                      <a:pt x="3583" y="47"/>
                    </a:lnTo>
                    <a:lnTo>
                      <a:pt x="3583" y="48"/>
                    </a:lnTo>
                    <a:lnTo>
                      <a:pt x="3583" y="49"/>
                    </a:lnTo>
                    <a:lnTo>
                      <a:pt x="3583" y="50"/>
                    </a:lnTo>
                    <a:lnTo>
                      <a:pt x="3583" y="51"/>
                    </a:lnTo>
                    <a:lnTo>
                      <a:pt x="3582" y="52"/>
                    </a:lnTo>
                    <a:lnTo>
                      <a:pt x="3582" y="53"/>
                    </a:lnTo>
                    <a:lnTo>
                      <a:pt x="3582" y="54"/>
                    </a:lnTo>
                    <a:lnTo>
                      <a:pt x="3583" y="54"/>
                    </a:lnTo>
                    <a:lnTo>
                      <a:pt x="3583" y="55"/>
                    </a:lnTo>
                    <a:lnTo>
                      <a:pt x="3584" y="55"/>
                    </a:lnTo>
                    <a:lnTo>
                      <a:pt x="3585" y="55"/>
                    </a:lnTo>
                    <a:lnTo>
                      <a:pt x="3585" y="54"/>
                    </a:lnTo>
                    <a:lnTo>
                      <a:pt x="3586" y="54"/>
                    </a:lnTo>
                    <a:lnTo>
                      <a:pt x="3587" y="54"/>
                    </a:lnTo>
                    <a:lnTo>
                      <a:pt x="3588" y="54"/>
                    </a:lnTo>
                    <a:lnTo>
                      <a:pt x="3589" y="53"/>
                    </a:lnTo>
                    <a:lnTo>
                      <a:pt x="3590" y="53"/>
                    </a:lnTo>
                    <a:lnTo>
                      <a:pt x="3590" y="52"/>
                    </a:lnTo>
                    <a:lnTo>
                      <a:pt x="3590" y="51"/>
                    </a:lnTo>
                    <a:lnTo>
                      <a:pt x="3589" y="50"/>
                    </a:lnTo>
                    <a:lnTo>
                      <a:pt x="3589" y="49"/>
                    </a:lnTo>
                    <a:lnTo>
                      <a:pt x="3588" y="48"/>
                    </a:lnTo>
                    <a:lnTo>
                      <a:pt x="3587" y="47"/>
                    </a:lnTo>
                    <a:lnTo>
                      <a:pt x="3586" y="47"/>
                    </a:lnTo>
                    <a:lnTo>
                      <a:pt x="3586" y="46"/>
                    </a:lnTo>
                    <a:lnTo>
                      <a:pt x="3587" y="46"/>
                    </a:lnTo>
                    <a:lnTo>
                      <a:pt x="3588" y="46"/>
                    </a:lnTo>
                    <a:lnTo>
                      <a:pt x="3589" y="48"/>
                    </a:lnTo>
                    <a:lnTo>
                      <a:pt x="3590" y="49"/>
                    </a:lnTo>
                    <a:lnTo>
                      <a:pt x="3591" y="50"/>
                    </a:lnTo>
                    <a:lnTo>
                      <a:pt x="3591" y="51"/>
                    </a:lnTo>
                    <a:lnTo>
                      <a:pt x="3591" y="52"/>
                    </a:lnTo>
                    <a:lnTo>
                      <a:pt x="3591" y="53"/>
                    </a:lnTo>
                    <a:lnTo>
                      <a:pt x="3591" y="54"/>
                    </a:lnTo>
                    <a:lnTo>
                      <a:pt x="3591" y="55"/>
                    </a:lnTo>
                    <a:lnTo>
                      <a:pt x="3592" y="55"/>
                    </a:lnTo>
                    <a:lnTo>
                      <a:pt x="3593" y="55"/>
                    </a:lnTo>
                    <a:lnTo>
                      <a:pt x="3594" y="55"/>
                    </a:lnTo>
                    <a:lnTo>
                      <a:pt x="3595" y="55"/>
                    </a:lnTo>
                    <a:lnTo>
                      <a:pt x="3595" y="56"/>
                    </a:lnTo>
                    <a:lnTo>
                      <a:pt x="3596" y="56"/>
                    </a:lnTo>
                    <a:lnTo>
                      <a:pt x="3597" y="56"/>
                    </a:lnTo>
                    <a:lnTo>
                      <a:pt x="3597" y="57"/>
                    </a:lnTo>
                    <a:lnTo>
                      <a:pt x="3598" y="57"/>
                    </a:lnTo>
                    <a:lnTo>
                      <a:pt x="3598" y="57"/>
                    </a:lnTo>
                    <a:lnTo>
                      <a:pt x="3598" y="59"/>
                    </a:lnTo>
                    <a:lnTo>
                      <a:pt x="3599" y="60"/>
                    </a:lnTo>
                    <a:lnTo>
                      <a:pt x="3600" y="60"/>
                    </a:lnTo>
                    <a:lnTo>
                      <a:pt x="3602" y="61"/>
                    </a:lnTo>
                    <a:lnTo>
                      <a:pt x="3603" y="61"/>
                    </a:lnTo>
                    <a:lnTo>
                      <a:pt x="3604" y="61"/>
                    </a:lnTo>
                    <a:lnTo>
                      <a:pt x="3605" y="61"/>
                    </a:lnTo>
                    <a:lnTo>
                      <a:pt x="3606" y="62"/>
                    </a:lnTo>
                    <a:lnTo>
                      <a:pt x="3607" y="62"/>
                    </a:lnTo>
                    <a:lnTo>
                      <a:pt x="3608" y="62"/>
                    </a:lnTo>
                    <a:lnTo>
                      <a:pt x="3608" y="63"/>
                    </a:lnTo>
                    <a:lnTo>
                      <a:pt x="3609" y="63"/>
                    </a:lnTo>
                    <a:lnTo>
                      <a:pt x="3610" y="63"/>
                    </a:lnTo>
                    <a:lnTo>
                      <a:pt x="3610" y="64"/>
                    </a:lnTo>
                    <a:lnTo>
                      <a:pt x="3611" y="64"/>
                    </a:lnTo>
                    <a:lnTo>
                      <a:pt x="3612" y="64"/>
                    </a:lnTo>
                    <a:lnTo>
                      <a:pt x="3613" y="65"/>
                    </a:lnTo>
                    <a:lnTo>
                      <a:pt x="3614" y="65"/>
                    </a:lnTo>
                    <a:lnTo>
                      <a:pt x="3615" y="65"/>
                    </a:lnTo>
                    <a:lnTo>
                      <a:pt x="3616" y="66"/>
                    </a:lnTo>
                    <a:lnTo>
                      <a:pt x="3617" y="66"/>
                    </a:lnTo>
                    <a:lnTo>
                      <a:pt x="3618" y="66"/>
                    </a:lnTo>
                    <a:lnTo>
                      <a:pt x="3618" y="67"/>
                    </a:lnTo>
                    <a:lnTo>
                      <a:pt x="3619" y="67"/>
                    </a:lnTo>
                    <a:lnTo>
                      <a:pt x="3620" y="67"/>
                    </a:lnTo>
                    <a:lnTo>
                      <a:pt x="3621" y="68"/>
                    </a:lnTo>
                    <a:lnTo>
                      <a:pt x="3622" y="68"/>
                    </a:lnTo>
                    <a:lnTo>
                      <a:pt x="3623" y="68"/>
                    </a:lnTo>
                    <a:lnTo>
                      <a:pt x="3624" y="68"/>
                    </a:lnTo>
                    <a:lnTo>
                      <a:pt x="3625" y="68"/>
                    </a:lnTo>
                    <a:lnTo>
                      <a:pt x="3626" y="69"/>
                    </a:lnTo>
                    <a:lnTo>
                      <a:pt x="3626" y="69"/>
                    </a:lnTo>
                    <a:lnTo>
                      <a:pt x="3627" y="69"/>
                    </a:lnTo>
                    <a:lnTo>
                      <a:pt x="3628" y="69"/>
                    </a:lnTo>
                    <a:lnTo>
                      <a:pt x="3628" y="70"/>
                    </a:lnTo>
                    <a:lnTo>
                      <a:pt x="3629" y="70"/>
                    </a:lnTo>
                    <a:lnTo>
                      <a:pt x="3630" y="70"/>
                    </a:lnTo>
                    <a:lnTo>
                      <a:pt x="3631" y="70"/>
                    </a:lnTo>
                    <a:lnTo>
                      <a:pt x="3632" y="70"/>
                    </a:lnTo>
                    <a:lnTo>
                      <a:pt x="3633" y="70"/>
                    </a:lnTo>
                    <a:lnTo>
                      <a:pt x="3633" y="70"/>
                    </a:lnTo>
                    <a:lnTo>
                      <a:pt x="3634" y="70"/>
                    </a:lnTo>
                    <a:lnTo>
                      <a:pt x="3635" y="70"/>
                    </a:lnTo>
                    <a:lnTo>
                      <a:pt x="3636" y="70"/>
                    </a:lnTo>
                    <a:lnTo>
                      <a:pt x="3637" y="70"/>
                    </a:lnTo>
                    <a:lnTo>
                      <a:pt x="3637" y="70"/>
                    </a:lnTo>
                    <a:lnTo>
                      <a:pt x="3638" y="70"/>
                    </a:lnTo>
                    <a:lnTo>
                      <a:pt x="3639" y="70"/>
                    </a:lnTo>
                    <a:lnTo>
                      <a:pt x="3640" y="70"/>
                    </a:lnTo>
                    <a:lnTo>
                      <a:pt x="3641" y="70"/>
                    </a:lnTo>
                    <a:lnTo>
                      <a:pt x="3642" y="70"/>
                    </a:lnTo>
                    <a:lnTo>
                      <a:pt x="3644" y="70"/>
                    </a:lnTo>
                    <a:lnTo>
                      <a:pt x="3645" y="70"/>
                    </a:lnTo>
                    <a:lnTo>
                      <a:pt x="3645" y="69"/>
                    </a:lnTo>
                    <a:lnTo>
                      <a:pt x="3645" y="68"/>
                    </a:lnTo>
                    <a:lnTo>
                      <a:pt x="3645" y="67"/>
                    </a:lnTo>
                    <a:lnTo>
                      <a:pt x="3645" y="66"/>
                    </a:lnTo>
                    <a:lnTo>
                      <a:pt x="3645" y="65"/>
                    </a:lnTo>
                    <a:lnTo>
                      <a:pt x="3645" y="64"/>
                    </a:lnTo>
                    <a:lnTo>
                      <a:pt x="3646" y="65"/>
                    </a:lnTo>
                    <a:lnTo>
                      <a:pt x="3646" y="66"/>
                    </a:lnTo>
                    <a:lnTo>
                      <a:pt x="3646" y="67"/>
                    </a:lnTo>
                    <a:lnTo>
                      <a:pt x="3646" y="68"/>
                    </a:lnTo>
                    <a:lnTo>
                      <a:pt x="3647" y="68"/>
                    </a:lnTo>
                    <a:lnTo>
                      <a:pt x="3648" y="68"/>
                    </a:lnTo>
                    <a:lnTo>
                      <a:pt x="3649" y="68"/>
                    </a:lnTo>
                    <a:lnTo>
                      <a:pt x="3651" y="68"/>
                    </a:lnTo>
                    <a:lnTo>
                      <a:pt x="3652" y="68"/>
                    </a:lnTo>
                    <a:lnTo>
                      <a:pt x="3653" y="68"/>
                    </a:lnTo>
                    <a:lnTo>
                      <a:pt x="3653" y="67"/>
                    </a:lnTo>
                    <a:lnTo>
                      <a:pt x="3654" y="67"/>
                    </a:lnTo>
                    <a:lnTo>
                      <a:pt x="3654" y="66"/>
                    </a:lnTo>
                    <a:lnTo>
                      <a:pt x="3654" y="65"/>
                    </a:lnTo>
                    <a:lnTo>
                      <a:pt x="3655" y="65"/>
                    </a:lnTo>
                    <a:lnTo>
                      <a:pt x="3655" y="66"/>
                    </a:lnTo>
                    <a:lnTo>
                      <a:pt x="3655" y="66"/>
                    </a:lnTo>
                    <a:lnTo>
                      <a:pt x="3656" y="66"/>
                    </a:lnTo>
                    <a:lnTo>
                      <a:pt x="3657" y="66"/>
                    </a:lnTo>
                    <a:lnTo>
                      <a:pt x="3658" y="65"/>
                    </a:lnTo>
                    <a:lnTo>
                      <a:pt x="3659" y="65"/>
                    </a:lnTo>
                    <a:lnTo>
                      <a:pt x="3659" y="64"/>
                    </a:lnTo>
                    <a:lnTo>
                      <a:pt x="3660" y="64"/>
                    </a:lnTo>
                    <a:lnTo>
                      <a:pt x="3660" y="63"/>
                    </a:lnTo>
                    <a:lnTo>
                      <a:pt x="3660" y="62"/>
                    </a:lnTo>
                    <a:lnTo>
                      <a:pt x="3660" y="61"/>
                    </a:lnTo>
                    <a:lnTo>
                      <a:pt x="3660" y="62"/>
                    </a:lnTo>
                    <a:lnTo>
                      <a:pt x="3661" y="62"/>
                    </a:lnTo>
                    <a:lnTo>
                      <a:pt x="3661" y="63"/>
                    </a:lnTo>
                    <a:lnTo>
                      <a:pt x="3662" y="62"/>
                    </a:lnTo>
                    <a:lnTo>
                      <a:pt x="3663" y="62"/>
                    </a:lnTo>
                    <a:lnTo>
                      <a:pt x="3664" y="62"/>
                    </a:lnTo>
                    <a:lnTo>
                      <a:pt x="3664" y="61"/>
                    </a:lnTo>
                    <a:lnTo>
                      <a:pt x="3666" y="61"/>
                    </a:lnTo>
                    <a:lnTo>
                      <a:pt x="3667" y="60"/>
                    </a:lnTo>
                    <a:lnTo>
                      <a:pt x="3667" y="59"/>
                    </a:lnTo>
                    <a:lnTo>
                      <a:pt x="3668" y="59"/>
                    </a:lnTo>
                    <a:lnTo>
                      <a:pt x="3668" y="58"/>
                    </a:lnTo>
                    <a:lnTo>
                      <a:pt x="3669" y="58"/>
                    </a:lnTo>
                    <a:lnTo>
                      <a:pt x="3669" y="57"/>
                    </a:lnTo>
                    <a:lnTo>
                      <a:pt x="3670" y="56"/>
                    </a:lnTo>
                    <a:lnTo>
                      <a:pt x="3670" y="55"/>
                    </a:lnTo>
                    <a:lnTo>
                      <a:pt x="3671" y="54"/>
                    </a:lnTo>
                    <a:lnTo>
                      <a:pt x="3671" y="53"/>
                    </a:lnTo>
                    <a:lnTo>
                      <a:pt x="3671" y="52"/>
                    </a:lnTo>
                    <a:lnTo>
                      <a:pt x="3671" y="50"/>
                    </a:lnTo>
                    <a:lnTo>
                      <a:pt x="3671" y="49"/>
                    </a:lnTo>
                    <a:lnTo>
                      <a:pt x="3670" y="48"/>
                    </a:lnTo>
                    <a:lnTo>
                      <a:pt x="3670" y="47"/>
                    </a:lnTo>
                    <a:lnTo>
                      <a:pt x="3669" y="46"/>
                    </a:lnTo>
                    <a:lnTo>
                      <a:pt x="3668" y="45"/>
                    </a:lnTo>
                    <a:lnTo>
                      <a:pt x="3667" y="44"/>
                    </a:lnTo>
                    <a:lnTo>
                      <a:pt x="3666" y="44"/>
                    </a:lnTo>
                    <a:lnTo>
                      <a:pt x="3665" y="44"/>
                    </a:lnTo>
                    <a:lnTo>
                      <a:pt x="3664" y="44"/>
                    </a:lnTo>
                    <a:lnTo>
                      <a:pt x="3664" y="45"/>
                    </a:lnTo>
                    <a:lnTo>
                      <a:pt x="3664" y="46"/>
                    </a:lnTo>
                    <a:lnTo>
                      <a:pt x="3663" y="46"/>
                    </a:lnTo>
                    <a:lnTo>
                      <a:pt x="3663" y="45"/>
                    </a:lnTo>
                    <a:lnTo>
                      <a:pt x="3663" y="44"/>
                    </a:lnTo>
                    <a:lnTo>
                      <a:pt x="3663" y="43"/>
                    </a:lnTo>
                    <a:lnTo>
                      <a:pt x="3663" y="42"/>
                    </a:lnTo>
                    <a:lnTo>
                      <a:pt x="3663" y="41"/>
                    </a:lnTo>
                    <a:lnTo>
                      <a:pt x="3664" y="41"/>
                    </a:lnTo>
                    <a:lnTo>
                      <a:pt x="3665" y="41"/>
                    </a:lnTo>
                    <a:lnTo>
                      <a:pt x="3666" y="41"/>
                    </a:lnTo>
                    <a:lnTo>
                      <a:pt x="3668" y="41"/>
                    </a:lnTo>
                    <a:lnTo>
                      <a:pt x="3669" y="41"/>
                    </a:lnTo>
                    <a:lnTo>
                      <a:pt x="3670" y="41"/>
                    </a:lnTo>
                    <a:lnTo>
                      <a:pt x="3673" y="41"/>
                    </a:lnTo>
                    <a:lnTo>
                      <a:pt x="3673" y="40"/>
                    </a:lnTo>
                    <a:lnTo>
                      <a:pt x="3674" y="39"/>
                    </a:lnTo>
                    <a:lnTo>
                      <a:pt x="3675" y="38"/>
                    </a:lnTo>
                    <a:lnTo>
                      <a:pt x="3676" y="38"/>
                    </a:lnTo>
                    <a:lnTo>
                      <a:pt x="3676" y="39"/>
                    </a:lnTo>
                    <a:lnTo>
                      <a:pt x="3675" y="39"/>
                    </a:lnTo>
                    <a:lnTo>
                      <a:pt x="3675" y="40"/>
                    </a:lnTo>
                    <a:lnTo>
                      <a:pt x="3674" y="40"/>
                    </a:lnTo>
                    <a:lnTo>
                      <a:pt x="3674" y="41"/>
                    </a:lnTo>
                    <a:lnTo>
                      <a:pt x="3674" y="41"/>
                    </a:lnTo>
                    <a:lnTo>
                      <a:pt x="3675" y="42"/>
                    </a:lnTo>
                    <a:lnTo>
                      <a:pt x="3677" y="43"/>
                    </a:lnTo>
                    <a:lnTo>
                      <a:pt x="3678" y="43"/>
                    </a:lnTo>
                    <a:lnTo>
                      <a:pt x="3679" y="43"/>
                    </a:lnTo>
                    <a:lnTo>
                      <a:pt x="3679" y="44"/>
                    </a:lnTo>
                    <a:lnTo>
                      <a:pt x="3680" y="44"/>
                    </a:lnTo>
                    <a:lnTo>
                      <a:pt x="3680" y="43"/>
                    </a:lnTo>
                    <a:lnTo>
                      <a:pt x="3680" y="42"/>
                    </a:lnTo>
                    <a:lnTo>
                      <a:pt x="3681" y="42"/>
                    </a:lnTo>
                    <a:lnTo>
                      <a:pt x="3682" y="42"/>
                    </a:lnTo>
                    <a:lnTo>
                      <a:pt x="3682" y="43"/>
                    </a:lnTo>
                    <a:lnTo>
                      <a:pt x="3682" y="44"/>
                    </a:lnTo>
                    <a:lnTo>
                      <a:pt x="3683" y="44"/>
                    </a:lnTo>
                    <a:lnTo>
                      <a:pt x="3683" y="44"/>
                    </a:lnTo>
                    <a:lnTo>
                      <a:pt x="3684" y="44"/>
                    </a:lnTo>
                    <a:lnTo>
                      <a:pt x="3685" y="44"/>
                    </a:lnTo>
                    <a:lnTo>
                      <a:pt x="3686" y="44"/>
                    </a:lnTo>
                    <a:lnTo>
                      <a:pt x="3686" y="43"/>
                    </a:lnTo>
                    <a:lnTo>
                      <a:pt x="3686" y="42"/>
                    </a:lnTo>
                    <a:lnTo>
                      <a:pt x="3686" y="41"/>
                    </a:lnTo>
                    <a:lnTo>
                      <a:pt x="3686" y="42"/>
                    </a:lnTo>
                    <a:lnTo>
                      <a:pt x="3687" y="42"/>
                    </a:lnTo>
                    <a:lnTo>
                      <a:pt x="3687" y="43"/>
                    </a:lnTo>
                    <a:lnTo>
                      <a:pt x="3687" y="44"/>
                    </a:lnTo>
                    <a:lnTo>
                      <a:pt x="3688" y="44"/>
                    </a:lnTo>
                    <a:lnTo>
                      <a:pt x="3689" y="44"/>
                    </a:lnTo>
                    <a:lnTo>
                      <a:pt x="3690" y="44"/>
                    </a:lnTo>
                    <a:lnTo>
                      <a:pt x="3691" y="44"/>
                    </a:lnTo>
                    <a:lnTo>
                      <a:pt x="3692" y="44"/>
                    </a:lnTo>
                    <a:lnTo>
                      <a:pt x="3693" y="44"/>
                    </a:lnTo>
                    <a:lnTo>
                      <a:pt x="3693" y="43"/>
                    </a:lnTo>
                    <a:lnTo>
                      <a:pt x="3694" y="43"/>
                    </a:lnTo>
                    <a:lnTo>
                      <a:pt x="3695" y="43"/>
                    </a:lnTo>
                    <a:lnTo>
                      <a:pt x="3696" y="43"/>
                    </a:lnTo>
                    <a:lnTo>
                      <a:pt x="3696" y="42"/>
                    </a:lnTo>
                    <a:lnTo>
                      <a:pt x="3697" y="42"/>
                    </a:lnTo>
                    <a:lnTo>
                      <a:pt x="3697" y="41"/>
                    </a:lnTo>
                    <a:lnTo>
                      <a:pt x="3696" y="41"/>
                    </a:lnTo>
                    <a:lnTo>
                      <a:pt x="3697" y="41"/>
                    </a:lnTo>
                    <a:lnTo>
                      <a:pt x="3697" y="42"/>
                    </a:lnTo>
                    <a:lnTo>
                      <a:pt x="3698" y="42"/>
                    </a:lnTo>
                    <a:lnTo>
                      <a:pt x="3698" y="43"/>
                    </a:lnTo>
                    <a:lnTo>
                      <a:pt x="3699" y="43"/>
                    </a:lnTo>
                    <a:lnTo>
                      <a:pt x="3699" y="44"/>
                    </a:lnTo>
                    <a:lnTo>
                      <a:pt x="3700" y="45"/>
                    </a:lnTo>
                    <a:lnTo>
                      <a:pt x="3701" y="45"/>
                    </a:lnTo>
                    <a:lnTo>
                      <a:pt x="3700" y="45"/>
                    </a:lnTo>
                    <a:lnTo>
                      <a:pt x="3701" y="45"/>
                    </a:lnTo>
                    <a:lnTo>
                      <a:pt x="3701" y="46"/>
                    </a:lnTo>
                    <a:lnTo>
                      <a:pt x="3702" y="46"/>
                    </a:lnTo>
                    <a:lnTo>
                      <a:pt x="3703" y="46"/>
                    </a:lnTo>
                    <a:lnTo>
                      <a:pt x="3704" y="45"/>
                    </a:lnTo>
                    <a:lnTo>
                      <a:pt x="3705" y="45"/>
                    </a:lnTo>
                    <a:lnTo>
                      <a:pt x="3705" y="44"/>
                    </a:lnTo>
                    <a:lnTo>
                      <a:pt x="3705" y="43"/>
                    </a:lnTo>
                    <a:lnTo>
                      <a:pt x="3705" y="42"/>
                    </a:lnTo>
                    <a:lnTo>
                      <a:pt x="3706" y="42"/>
                    </a:lnTo>
                    <a:lnTo>
                      <a:pt x="3706" y="43"/>
                    </a:lnTo>
                    <a:lnTo>
                      <a:pt x="3706" y="44"/>
                    </a:lnTo>
                    <a:lnTo>
                      <a:pt x="3706" y="45"/>
                    </a:lnTo>
                    <a:lnTo>
                      <a:pt x="3705" y="45"/>
                    </a:lnTo>
                    <a:lnTo>
                      <a:pt x="3705" y="46"/>
                    </a:lnTo>
                    <a:lnTo>
                      <a:pt x="3704" y="46"/>
                    </a:lnTo>
                    <a:lnTo>
                      <a:pt x="3704" y="47"/>
                    </a:lnTo>
                    <a:lnTo>
                      <a:pt x="3705" y="47"/>
                    </a:lnTo>
                    <a:lnTo>
                      <a:pt x="3705" y="48"/>
                    </a:lnTo>
                    <a:lnTo>
                      <a:pt x="3706" y="48"/>
                    </a:lnTo>
                    <a:lnTo>
                      <a:pt x="3706" y="49"/>
                    </a:lnTo>
                    <a:lnTo>
                      <a:pt x="3707" y="49"/>
                    </a:lnTo>
                    <a:lnTo>
                      <a:pt x="3708" y="49"/>
                    </a:lnTo>
                    <a:lnTo>
                      <a:pt x="3709" y="50"/>
                    </a:lnTo>
                    <a:lnTo>
                      <a:pt x="3710" y="50"/>
                    </a:lnTo>
                    <a:lnTo>
                      <a:pt x="3710" y="51"/>
                    </a:lnTo>
                    <a:lnTo>
                      <a:pt x="3711" y="51"/>
                    </a:lnTo>
                    <a:lnTo>
                      <a:pt x="3711" y="52"/>
                    </a:lnTo>
                    <a:lnTo>
                      <a:pt x="3711" y="52"/>
                    </a:lnTo>
                    <a:lnTo>
                      <a:pt x="3712" y="53"/>
                    </a:lnTo>
                    <a:lnTo>
                      <a:pt x="3713" y="53"/>
                    </a:lnTo>
                    <a:lnTo>
                      <a:pt x="3714" y="54"/>
                    </a:lnTo>
                    <a:lnTo>
                      <a:pt x="3715" y="54"/>
                    </a:lnTo>
                    <a:lnTo>
                      <a:pt x="3715" y="55"/>
                    </a:lnTo>
                    <a:lnTo>
                      <a:pt x="3716" y="55"/>
                    </a:lnTo>
                    <a:lnTo>
                      <a:pt x="3717" y="55"/>
                    </a:lnTo>
                    <a:lnTo>
                      <a:pt x="3717" y="56"/>
                    </a:lnTo>
                    <a:lnTo>
                      <a:pt x="3718" y="56"/>
                    </a:lnTo>
                    <a:lnTo>
                      <a:pt x="3719" y="56"/>
                    </a:lnTo>
                    <a:lnTo>
                      <a:pt x="3720" y="57"/>
                    </a:lnTo>
                    <a:lnTo>
                      <a:pt x="3721" y="57"/>
                    </a:lnTo>
                    <a:lnTo>
                      <a:pt x="3722" y="57"/>
                    </a:lnTo>
                    <a:lnTo>
                      <a:pt x="3723" y="56"/>
                    </a:lnTo>
                    <a:lnTo>
                      <a:pt x="3724" y="56"/>
                    </a:lnTo>
                    <a:lnTo>
                      <a:pt x="3724" y="57"/>
                    </a:lnTo>
                    <a:lnTo>
                      <a:pt x="3725" y="57"/>
                    </a:lnTo>
                    <a:lnTo>
                      <a:pt x="3726" y="57"/>
                    </a:lnTo>
                    <a:lnTo>
                      <a:pt x="3726" y="58"/>
                    </a:lnTo>
                    <a:lnTo>
                      <a:pt x="3727" y="58"/>
                    </a:lnTo>
                    <a:lnTo>
                      <a:pt x="3728" y="58"/>
                    </a:lnTo>
                    <a:lnTo>
                      <a:pt x="3729" y="58"/>
                    </a:lnTo>
                    <a:lnTo>
                      <a:pt x="3730" y="58"/>
                    </a:lnTo>
                    <a:lnTo>
                      <a:pt x="3730" y="57"/>
                    </a:lnTo>
                    <a:lnTo>
                      <a:pt x="3731" y="57"/>
                    </a:lnTo>
                    <a:lnTo>
                      <a:pt x="3731" y="58"/>
                    </a:lnTo>
                    <a:lnTo>
                      <a:pt x="3732" y="58"/>
                    </a:lnTo>
                    <a:lnTo>
                      <a:pt x="3733" y="58"/>
                    </a:lnTo>
                    <a:lnTo>
                      <a:pt x="3734" y="58"/>
                    </a:lnTo>
                    <a:lnTo>
                      <a:pt x="3735" y="58"/>
                    </a:lnTo>
                    <a:lnTo>
                      <a:pt x="3736" y="58"/>
                    </a:lnTo>
                    <a:lnTo>
                      <a:pt x="3736" y="57"/>
                    </a:lnTo>
                    <a:lnTo>
                      <a:pt x="3737" y="56"/>
                    </a:lnTo>
                    <a:lnTo>
                      <a:pt x="3738" y="56"/>
                    </a:lnTo>
                    <a:lnTo>
                      <a:pt x="3739" y="56"/>
                    </a:lnTo>
                    <a:lnTo>
                      <a:pt x="3739" y="55"/>
                    </a:lnTo>
                    <a:lnTo>
                      <a:pt x="3739" y="55"/>
                    </a:lnTo>
                    <a:lnTo>
                      <a:pt x="3740" y="55"/>
                    </a:lnTo>
                    <a:lnTo>
                      <a:pt x="3741" y="55"/>
                    </a:lnTo>
                    <a:lnTo>
                      <a:pt x="3742" y="55"/>
                    </a:lnTo>
                    <a:lnTo>
                      <a:pt x="3742" y="54"/>
                    </a:lnTo>
                    <a:lnTo>
                      <a:pt x="3743" y="54"/>
                    </a:lnTo>
                    <a:lnTo>
                      <a:pt x="3743" y="55"/>
                    </a:lnTo>
                    <a:lnTo>
                      <a:pt x="3744" y="55"/>
                    </a:lnTo>
                    <a:lnTo>
                      <a:pt x="3745" y="55"/>
                    </a:lnTo>
                    <a:lnTo>
                      <a:pt x="3746" y="55"/>
                    </a:lnTo>
                    <a:lnTo>
                      <a:pt x="3747" y="55"/>
                    </a:lnTo>
                    <a:lnTo>
                      <a:pt x="3749" y="55"/>
                    </a:lnTo>
                    <a:lnTo>
                      <a:pt x="3750" y="55"/>
                    </a:lnTo>
                    <a:lnTo>
                      <a:pt x="3751" y="56"/>
                    </a:lnTo>
                    <a:lnTo>
                      <a:pt x="3752" y="56"/>
                    </a:lnTo>
                    <a:lnTo>
                      <a:pt x="3753" y="56"/>
                    </a:lnTo>
                    <a:lnTo>
                      <a:pt x="3754" y="56"/>
                    </a:lnTo>
                    <a:lnTo>
                      <a:pt x="3755" y="56"/>
                    </a:lnTo>
                    <a:lnTo>
                      <a:pt x="3756" y="56"/>
                    </a:lnTo>
                    <a:lnTo>
                      <a:pt x="3757" y="56"/>
                    </a:lnTo>
                    <a:lnTo>
                      <a:pt x="3758" y="56"/>
                    </a:lnTo>
                    <a:lnTo>
                      <a:pt x="3759" y="56"/>
                    </a:lnTo>
                    <a:lnTo>
                      <a:pt x="3759" y="57"/>
                    </a:lnTo>
                    <a:lnTo>
                      <a:pt x="3760" y="57"/>
                    </a:lnTo>
                    <a:lnTo>
                      <a:pt x="3761" y="57"/>
                    </a:lnTo>
                    <a:lnTo>
                      <a:pt x="3762" y="57"/>
                    </a:lnTo>
                    <a:lnTo>
                      <a:pt x="3763" y="57"/>
                    </a:lnTo>
                    <a:lnTo>
                      <a:pt x="3764" y="56"/>
                    </a:lnTo>
                    <a:lnTo>
                      <a:pt x="3765" y="56"/>
                    </a:lnTo>
                    <a:lnTo>
                      <a:pt x="3765" y="57"/>
                    </a:lnTo>
                    <a:lnTo>
                      <a:pt x="3765" y="56"/>
                    </a:lnTo>
                    <a:lnTo>
                      <a:pt x="3766" y="56"/>
                    </a:lnTo>
                    <a:lnTo>
                      <a:pt x="3767" y="56"/>
                    </a:lnTo>
                    <a:lnTo>
                      <a:pt x="3768" y="56"/>
                    </a:lnTo>
                    <a:lnTo>
                      <a:pt x="3768" y="55"/>
                    </a:lnTo>
                    <a:lnTo>
                      <a:pt x="3768" y="54"/>
                    </a:lnTo>
                    <a:lnTo>
                      <a:pt x="3768" y="54"/>
                    </a:lnTo>
                    <a:lnTo>
                      <a:pt x="3768" y="55"/>
                    </a:lnTo>
                    <a:lnTo>
                      <a:pt x="3769" y="55"/>
                    </a:lnTo>
                    <a:lnTo>
                      <a:pt x="3770" y="54"/>
                    </a:lnTo>
                    <a:lnTo>
                      <a:pt x="3771" y="54"/>
                    </a:lnTo>
                    <a:lnTo>
                      <a:pt x="3771" y="53"/>
                    </a:lnTo>
                    <a:lnTo>
                      <a:pt x="3772" y="54"/>
                    </a:lnTo>
                    <a:lnTo>
                      <a:pt x="3773" y="54"/>
                    </a:lnTo>
                    <a:lnTo>
                      <a:pt x="3774" y="55"/>
                    </a:lnTo>
                    <a:lnTo>
                      <a:pt x="3786" y="51"/>
                    </a:lnTo>
                    <a:lnTo>
                      <a:pt x="3788" y="51"/>
                    </a:lnTo>
                    <a:lnTo>
                      <a:pt x="3793" y="49"/>
                    </a:lnTo>
                    <a:lnTo>
                      <a:pt x="3797" y="47"/>
                    </a:lnTo>
                    <a:lnTo>
                      <a:pt x="3800" y="45"/>
                    </a:lnTo>
                    <a:lnTo>
                      <a:pt x="3805" y="45"/>
                    </a:lnTo>
                    <a:lnTo>
                      <a:pt x="3811" y="47"/>
                    </a:lnTo>
                    <a:lnTo>
                      <a:pt x="3815" y="46"/>
                    </a:lnTo>
                    <a:lnTo>
                      <a:pt x="3822" y="46"/>
                    </a:lnTo>
                    <a:lnTo>
                      <a:pt x="3827" y="49"/>
                    </a:lnTo>
                    <a:lnTo>
                      <a:pt x="3832" y="50"/>
                    </a:lnTo>
                    <a:lnTo>
                      <a:pt x="3835" y="50"/>
                    </a:lnTo>
                    <a:lnTo>
                      <a:pt x="3843" y="48"/>
                    </a:lnTo>
                    <a:lnTo>
                      <a:pt x="3846" y="47"/>
                    </a:lnTo>
                    <a:lnTo>
                      <a:pt x="3853" y="45"/>
                    </a:lnTo>
                    <a:lnTo>
                      <a:pt x="3861" y="43"/>
                    </a:lnTo>
                    <a:lnTo>
                      <a:pt x="3867" y="44"/>
                    </a:lnTo>
                    <a:lnTo>
                      <a:pt x="3870" y="45"/>
                    </a:lnTo>
                    <a:lnTo>
                      <a:pt x="3875" y="47"/>
                    </a:lnTo>
                    <a:lnTo>
                      <a:pt x="3880" y="48"/>
                    </a:lnTo>
                    <a:lnTo>
                      <a:pt x="3888" y="48"/>
                    </a:lnTo>
                    <a:lnTo>
                      <a:pt x="3893" y="48"/>
                    </a:lnTo>
                    <a:lnTo>
                      <a:pt x="3901" y="48"/>
                    </a:lnTo>
                    <a:lnTo>
                      <a:pt x="3908" y="50"/>
                    </a:lnTo>
                    <a:lnTo>
                      <a:pt x="3914" y="51"/>
                    </a:lnTo>
                    <a:lnTo>
                      <a:pt x="3921" y="51"/>
                    </a:lnTo>
                    <a:lnTo>
                      <a:pt x="3929" y="53"/>
                    </a:lnTo>
                    <a:lnTo>
                      <a:pt x="3935" y="54"/>
                    </a:lnTo>
                    <a:lnTo>
                      <a:pt x="3942" y="55"/>
                    </a:lnTo>
                    <a:lnTo>
                      <a:pt x="3948" y="53"/>
                    </a:lnTo>
                    <a:lnTo>
                      <a:pt x="3955" y="51"/>
                    </a:lnTo>
                    <a:lnTo>
                      <a:pt x="3958" y="52"/>
                    </a:lnTo>
                    <a:lnTo>
                      <a:pt x="3962" y="52"/>
                    </a:lnTo>
                    <a:lnTo>
                      <a:pt x="3966" y="52"/>
                    </a:lnTo>
                    <a:lnTo>
                      <a:pt x="3974" y="50"/>
                    </a:lnTo>
                    <a:lnTo>
                      <a:pt x="3979" y="51"/>
                    </a:lnTo>
                    <a:lnTo>
                      <a:pt x="3988" y="53"/>
                    </a:lnTo>
                    <a:lnTo>
                      <a:pt x="3992" y="49"/>
                    </a:lnTo>
                    <a:lnTo>
                      <a:pt x="3996" y="47"/>
                    </a:lnTo>
                    <a:lnTo>
                      <a:pt x="3999" y="46"/>
                    </a:lnTo>
                    <a:lnTo>
                      <a:pt x="4003" y="43"/>
                    </a:lnTo>
                    <a:lnTo>
                      <a:pt x="4008" y="43"/>
                    </a:lnTo>
                    <a:lnTo>
                      <a:pt x="4010" y="42"/>
                    </a:lnTo>
                    <a:lnTo>
                      <a:pt x="4016" y="41"/>
                    </a:lnTo>
                    <a:lnTo>
                      <a:pt x="4021" y="42"/>
                    </a:lnTo>
                    <a:lnTo>
                      <a:pt x="4024" y="43"/>
                    </a:lnTo>
                    <a:lnTo>
                      <a:pt x="4027" y="45"/>
                    </a:lnTo>
                    <a:lnTo>
                      <a:pt x="4031" y="47"/>
                    </a:lnTo>
                    <a:lnTo>
                      <a:pt x="4037" y="47"/>
                    </a:lnTo>
                    <a:lnTo>
                      <a:pt x="4041" y="46"/>
                    </a:lnTo>
                    <a:lnTo>
                      <a:pt x="4048" y="44"/>
                    </a:lnTo>
                    <a:lnTo>
                      <a:pt x="4054" y="43"/>
                    </a:lnTo>
                    <a:lnTo>
                      <a:pt x="4060" y="41"/>
                    </a:lnTo>
                    <a:lnTo>
                      <a:pt x="4063" y="41"/>
                    </a:lnTo>
                    <a:lnTo>
                      <a:pt x="4068" y="40"/>
                    </a:lnTo>
                    <a:lnTo>
                      <a:pt x="4073" y="39"/>
                    </a:lnTo>
                    <a:lnTo>
                      <a:pt x="4078" y="38"/>
                    </a:lnTo>
                    <a:lnTo>
                      <a:pt x="4085" y="37"/>
                    </a:lnTo>
                    <a:lnTo>
                      <a:pt x="4089" y="35"/>
                    </a:lnTo>
                    <a:lnTo>
                      <a:pt x="4095" y="33"/>
                    </a:lnTo>
                    <a:lnTo>
                      <a:pt x="4103" y="33"/>
                    </a:lnTo>
                    <a:lnTo>
                      <a:pt x="4111" y="34"/>
                    </a:lnTo>
                    <a:lnTo>
                      <a:pt x="4118" y="35"/>
                    </a:lnTo>
                    <a:lnTo>
                      <a:pt x="4127" y="36"/>
                    </a:lnTo>
                    <a:lnTo>
                      <a:pt x="4134" y="35"/>
                    </a:lnTo>
                    <a:lnTo>
                      <a:pt x="4146" y="30"/>
                    </a:lnTo>
                    <a:lnTo>
                      <a:pt x="4156" y="28"/>
                    </a:lnTo>
                    <a:lnTo>
                      <a:pt x="4166" y="29"/>
                    </a:lnTo>
                    <a:lnTo>
                      <a:pt x="4172" y="29"/>
                    </a:lnTo>
                    <a:lnTo>
                      <a:pt x="4180" y="31"/>
                    </a:lnTo>
                    <a:lnTo>
                      <a:pt x="4191" y="31"/>
                    </a:lnTo>
                    <a:lnTo>
                      <a:pt x="4200" y="29"/>
                    </a:lnTo>
                    <a:lnTo>
                      <a:pt x="4206" y="27"/>
                    </a:lnTo>
                    <a:lnTo>
                      <a:pt x="4211" y="28"/>
                    </a:lnTo>
                    <a:lnTo>
                      <a:pt x="4216" y="31"/>
                    </a:lnTo>
                    <a:lnTo>
                      <a:pt x="4222" y="34"/>
                    </a:lnTo>
                    <a:lnTo>
                      <a:pt x="4229" y="35"/>
                    </a:lnTo>
                    <a:lnTo>
                      <a:pt x="4234" y="35"/>
                    </a:lnTo>
                    <a:lnTo>
                      <a:pt x="4241" y="35"/>
                    </a:lnTo>
                    <a:lnTo>
                      <a:pt x="4251" y="35"/>
                    </a:lnTo>
                    <a:lnTo>
                      <a:pt x="4258" y="34"/>
                    </a:lnTo>
                    <a:lnTo>
                      <a:pt x="4266" y="31"/>
                    </a:lnTo>
                    <a:lnTo>
                      <a:pt x="4271" y="31"/>
                    </a:lnTo>
                    <a:lnTo>
                      <a:pt x="4276" y="29"/>
                    </a:lnTo>
                    <a:lnTo>
                      <a:pt x="4282" y="27"/>
                    </a:lnTo>
                    <a:lnTo>
                      <a:pt x="4288" y="26"/>
                    </a:lnTo>
                    <a:lnTo>
                      <a:pt x="4294" y="26"/>
                    </a:lnTo>
                    <a:lnTo>
                      <a:pt x="4304" y="24"/>
                    </a:lnTo>
                    <a:lnTo>
                      <a:pt x="4311" y="24"/>
                    </a:lnTo>
                    <a:lnTo>
                      <a:pt x="4316" y="26"/>
                    </a:lnTo>
                    <a:lnTo>
                      <a:pt x="4323" y="27"/>
                    </a:lnTo>
                    <a:lnTo>
                      <a:pt x="4333" y="25"/>
                    </a:lnTo>
                    <a:lnTo>
                      <a:pt x="4339" y="23"/>
                    </a:lnTo>
                    <a:lnTo>
                      <a:pt x="4341" y="20"/>
                    </a:lnTo>
                    <a:lnTo>
                      <a:pt x="4347" y="18"/>
                    </a:lnTo>
                    <a:lnTo>
                      <a:pt x="4353" y="20"/>
                    </a:lnTo>
                    <a:lnTo>
                      <a:pt x="4358" y="21"/>
                    </a:lnTo>
                    <a:lnTo>
                      <a:pt x="4363" y="23"/>
                    </a:lnTo>
                    <a:lnTo>
                      <a:pt x="4368" y="24"/>
                    </a:lnTo>
                    <a:lnTo>
                      <a:pt x="4373" y="25"/>
                    </a:lnTo>
                    <a:lnTo>
                      <a:pt x="4380" y="25"/>
                    </a:lnTo>
                    <a:lnTo>
                      <a:pt x="4386" y="26"/>
                    </a:lnTo>
                    <a:lnTo>
                      <a:pt x="4392" y="24"/>
                    </a:lnTo>
                    <a:lnTo>
                      <a:pt x="4399" y="25"/>
                    </a:lnTo>
                    <a:lnTo>
                      <a:pt x="4409" y="25"/>
                    </a:lnTo>
                    <a:lnTo>
                      <a:pt x="4415" y="25"/>
                    </a:lnTo>
                    <a:lnTo>
                      <a:pt x="4419" y="25"/>
                    </a:lnTo>
                    <a:lnTo>
                      <a:pt x="4421" y="24"/>
                    </a:lnTo>
                    <a:lnTo>
                      <a:pt x="4424" y="22"/>
                    </a:lnTo>
                    <a:lnTo>
                      <a:pt x="4427" y="20"/>
                    </a:lnTo>
                    <a:lnTo>
                      <a:pt x="4432" y="18"/>
                    </a:lnTo>
                    <a:lnTo>
                      <a:pt x="4435" y="18"/>
                    </a:lnTo>
                    <a:lnTo>
                      <a:pt x="4439" y="20"/>
                    </a:lnTo>
                    <a:lnTo>
                      <a:pt x="4442" y="21"/>
                    </a:lnTo>
                    <a:lnTo>
                      <a:pt x="4446" y="20"/>
                    </a:lnTo>
                    <a:lnTo>
                      <a:pt x="4451" y="17"/>
                    </a:lnTo>
                    <a:lnTo>
                      <a:pt x="4455" y="15"/>
                    </a:lnTo>
                    <a:lnTo>
                      <a:pt x="4459" y="13"/>
                    </a:lnTo>
                    <a:lnTo>
                      <a:pt x="4461" y="17"/>
                    </a:lnTo>
                    <a:lnTo>
                      <a:pt x="4466" y="20"/>
                    </a:lnTo>
                    <a:lnTo>
                      <a:pt x="4469" y="21"/>
                    </a:lnTo>
                    <a:lnTo>
                      <a:pt x="4476" y="22"/>
                    </a:lnTo>
                    <a:lnTo>
                      <a:pt x="4483" y="24"/>
                    </a:lnTo>
                    <a:lnTo>
                      <a:pt x="4487" y="25"/>
                    </a:lnTo>
                    <a:lnTo>
                      <a:pt x="4493" y="27"/>
                    </a:lnTo>
                    <a:lnTo>
                      <a:pt x="4497" y="28"/>
                    </a:lnTo>
                    <a:lnTo>
                      <a:pt x="4501" y="26"/>
                    </a:lnTo>
                    <a:lnTo>
                      <a:pt x="4505" y="24"/>
                    </a:lnTo>
                    <a:lnTo>
                      <a:pt x="4509" y="24"/>
                    </a:lnTo>
                    <a:lnTo>
                      <a:pt x="4514" y="25"/>
                    </a:lnTo>
                    <a:lnTo>
                      <a:pt x="4521" y="26"/>
                    </a:lnTo>
                    <a:lnTo>
                      <a:pt x="4530" y="25"/>
                    </a:lnTo>
                    <a:lnTo>
                      <a:pt x="4535" y="23"/>
                    </a:lnTo>
                    <a:lnTo>
                      <a:pt x="4543" y="23"/>
                    </a:lnTo>
                    <a:lnTo>
                      <a:pt x="4548" y="22"/>
                    </a:lnTo>
                    <a:lnTo>
                      <a:pt x="4563" y="19"/>
                    </a:lnTo>
                    <a:lnTo>
                      <a:pt x="4568" y="19"/>
                    </a:lnTo>
                    <a:lnTo>
                      <a:pt x="4573" y="20"/>
                    </a:lnTo>
                    <a:lnTo>
                      <a:pt x="4580" y="19"/>
                    </a:lnTo>
                    <a:lnTo>
                      <a:pt x="4587" y="18"/>
                    </a:lnTo>
                    <a:lnTo>
                      <a:pt x="4596" y="17"/>
                    </a:lnTo>
                    <a:lnTo>
                      <a:pt x="4602" y="16"/>
                    </a:lnTo>
                    <a:lnTo>
                      <a:pt x="4607" y="16"/>
                    </a:lnTo>
                    <a:lnTo>
                      <a:pt x="4613" y="14"/>
                    </a:lnTo>
                    <a:lnTo>
                      <a:pt x="4616" y="14"/>
                    </a:lnTo>
                    <a:lnTo>
                      <a:pt x="4624" y="12"/>
                    </a:lnTo>
                    <a:lnTo>
                      <a:pt x="4628" y="15"/>
                    </a:lnTo>
                    <a:lnTo>
                      <a:pt x="4632" y="16"/>
                    </a:lnTo>
                    <a:lnTo>
                      <a:pt x="4637" y="16"/>
                    </a:lnTo>
                    <a:lnTo>
                      <a:pt x="4642" y="16"/>
                    </a:lnTo>
                    <a:lnTo>
                      <a:pt x="4645" y="16"/>
                    </a:lnTo>
                    <a:lnTo>
                      <a:pt x="4650" y="15"/>
                    </a:lnTo>
                    <a:lnTo>
                      <a:pt x="4653" y="15"/>
                    </a:lnTo>
                    <a:lnTo>
                      <a:pt x="4658" y="14"/>
                    </a:lnTo>
                    <a:lnTo>
                      <a:pt x="4668" y="14"/>
                    </a:lnTo>
                    <a:lnTo>
                      <a:pt x="4683" y="17"/>
                    </a:lnTo>
                    <a:lnTo>
                      <a:pt x="4686" y="16"/>
                    </a:lnTo>
                    <a:lnTo>
                      <a:pt x="4691" y="16"/>
                    </a:lnTo>
                    <a:lnTo>
                      <a:pt x="4697" y="13"/>
                    </a:lnTo>
                    <a:lnTo>
                      <a:pt x="4702" y="12"/>
                    </a:lnTo>
                    <a:lnTo>
                      <a:pt x="4710" y="9"/>
                    </a:lnTo>
                    <a:lnTo>
                      <a:pt x="4716" y="7"/>
                    </a:lnTo>
                    <a:lnTo>
                      <a:pt x="4721" y="6"/>
                    </a:lnTo>
                    <a:lnTo>
                      <a:pt x="4728" y="7"/>
                    </a:lnTo>
                    <a:lnTo>
                      <a:pt x="4733" y="8"/>
                    </a:lnTo>
                    <a:lnTo>
                      <a:pt x="4738" y="8"/>
                    </a:lnTo>
                    <a:lnTo>
                      <a:pt x="4743" y="6"/>
                    </a:lnTo>
                    <a:lnTo>
                      <a:pt x="4749" y="6"/>
                    </a:lnTo>
                    <a:lnTo>
                      <a:pt x="4755" y="8"/>
                    </a:lnTo>
                    <a:lnTo>
                      <a:pt x="4758" y="7"/>
                    </a:lnTo>
                    <a:lnTo>
                      <a:pt x="4763" y="11"/>
                    </a:lnTo>
                    <a:lnTo>
                      <a:pt x="4768" y="12"/>
                    </a:lnTo>
                    <a:lnTo>
                      <a:pt x="4774" y="11"/>
                    </a:lnTo>
                    <a:lnTo>
                      <a:pt x="4783" y="9"/>
                    </a:lnTo>
                    <a:lnTo>
                      <a:pt x="4788" y="7"/>
                    </a:lnTo>
                    <a:lnTo>
                      <a:pt x="4793" y="4"/>
                    </a:lnTo>
                    <a:lnTo>
                      <a:pt x="4798" y="2"/>
                    </a:lnTo>
                    <a:lnTo>
                      <a:pt x="4804" y="7"/>
                    </a:lnTo>
                    <a:lnTo>
                      <a:pt x="4809" y="9"/>
                    </a:lnTo>
                    <a:lnTo>
                      <a:pt x="4816" y="7"/>
                    </a:lnTo>
                    <a:lnTo>
                      <a:pt x="4826" y="7"/>
                    </a:lnTo>
                    <a:lnTo>
                      <a:pt x="4838" y="7"/>
                    </a:lnTo>
                    <a:lnTo>
                      <a:pt x="4847" y="1"/>
                    </a:lnTo>
                    <a:lnTo>
                      <a:pt x="4852" y="0"/>
                    </a:lnTo>
                    <a:lnTo>
                      <a:pt x="4857" y="2"/>
                    </a:lnTo>
                    <a:lnTo>
                      <a:pt x="4862" y="3"/>
                    </a:lnTo>
                    <a:lnTo>
                      <a:pt x="4870" y="4"/>
                    </a:lnTo>
                    <a:lnTo>
                      <a:pt x="4878" y="5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TextBox 25">
                <a:extLst>
                  <a:ext uri="{FF2B5EF4-FFF2-40B4-BE49-F238E27FC236}">
                    <a16:creationId xmlns:a16="http://schemas.microsoft.com/office/drawing/2014/main" id="{304D795E-BCBF-FED3-6403-ABE5BA0CCD37}"/>
                  </a:ext>
                </a:extLst>
              </p:cNvPr>
              <p:cNvSpPr txBox="1"/>
              <p:nvPr/>
            </p:nvSpPr>
            <p:spPr>
              <a:xfrm>
                <a:off x="170331" y="2191517"/>
                <a:ext cx="18516600" cy="4308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1789"/>
                    </a:solidFill>
                    <a:effectLst/>
                    <a:uLnTx/>
                    <a:uFillTx/>
                    <a:latin typeface="Helvetica World Bold" panose="020B0800040000020004" charset="-122"/>
                    <a:ea typeface="Helvetica World Bold" panose="020B0800040000020004" charset="-122"/>
                    <a:cs typeface="Helvetica World Bold" panose="020B0800040000020004" charset="-122"/>
                    <a:sym typeface="Helvetica World Bold" panose="020B0800040000020004" charset="-122"/>
                  </a:rPr>
                  <a:t>ACUMULATIVO DE RESCATES DE PERSONAS, CUERPOS RECUPERADOS Y MASCOTAS RESCATADAS</a:t>
                </a:r>
              </a:p>
            </p:txBody>
          </p: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6FA11FCA-2B97-D3F4-6E59-F3136348D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4736" y="-200986"/>
                <a:ext cx="2798244" cy="217803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C836F8FA-B4CA-DF3D-FF82-06E6BE6940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999" t="30800" r="18000" b="26000"/>
              <a:stretch/>
            </p:blipFill>
            <p:spPr>
              <a:xfrm>
                <a:off x="170331" y="254555"/>
                <a:ext cx="1704405" cy="1314827"/>
              </a:xfrm>
              <a:prstGeom prst="rect">
                <a:avLst/>
              </a:prstGeom>
            </p:spPr>
          </p:pic>
          <p:sp>
            <p:nvSpPr>
              <p:cNvPr id="20" name="Rectangle 75">
                <a:extLst>
                  <a:ext uri="{FF2B5EF4-FFF2-40B4-BE49-F238E27FC236}">
                    <a16:creationId xmlns:a16="http://schemas.microsoft.com/office/drawing/2014/main" id="{FA957AE8-F1E1-D55F-B096-BEC73C57B6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980" y="8588259"/>
                <a:ext cx="449558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s-CO" altLang="es-CO" sz="1600" b="1" i="1" dirty="0">
                    <a:solidFill>
                      <a:srgbClr val="000000"/>
                    </a:solidFill>
                  </a:rPr>
                  <a:t>LA GUAIRA</a:t>
                </a:r>
                <a:endParaRPr kumimoji="0" lang="es-CO" altLang="es-CO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93C5D7D1-C25B-6F4A-3D24-BE194EE13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38500" y="2777437"/>
              <a:ext cx="12860716" cy="4640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86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7568" y="4969438"/>
            <a:ext cx="11981018" cy="337406"/>
            <a:chOff x="0" y="0"/>
            <a:chExt cx="3155494" cy="8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55494" cy="88864"/>
            </a:xfrm>
            <a:custGeom>
              <a:avLst/>
              <a:gdLst/>
              <a:ahLst/>
              <a:cxnLst/>
              <a:rect l="l" t="t" r="r" b="b"/>
              <a:pathLst>
                <a:path w="3155494" h="88864">
                  <a:moveTo>
                    <a:pt x="0" y="0"/>
                  </a:moveTo>
                  <a:lnTo>
                    <a:pt x="3155494" y="0"/>
                  </a:lnTo>
                  <a:lnTo>
                    <a:pt x="3155494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55494" cy="126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53492" y="4004039"/>
            <a:ext cx="12029170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60"/>
              </a:lnSpc>
            </a:pPr>
            <a:r>
              <a:rPr lang="en-US" sz="6910" b="1" dirty="0">
                <a:solidFill>
                  <a:srgbClr val="FFFEF7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2026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4808139" y="-127862"/>
            <a:ext cx="1266178" cy="3579303"/>
          </a:xfrm>
          <a:custGeom>
            <a:avLst/>
            <a:gdLst/>
            <a:ahLst/>
            <a:cxnLst/>
            <a:rect l="l" t="t" r="r" b="b"/>
            <a:pathLst>
              <a:path w="1266178" h="3579303">
                <a:moveTo>
                  <a:pt x="0" y="0"/>
                </a:moveTo>
                <a:lnTo>
                  <a:pt x="1266179" y="0"/>
                </a:lnTo>
                <a:lnTo>
                  <a:pt x="1266179" y="3579303"/>
                </a:lnTo>
                <a:lnTo>
                  <a:pt x="0" y="3579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2185262" y="7069400"/>
            <a:ext cx="1266178" cy="3579303"/>
          </a:xfrm>
          <a:custGeom>
            <a:avLst/>
            <a:gdLst/>
            <a:ahLst/>
            <a:cxnLst/>
            <a:rect l="l" t="t" r="r" b="b"/>
            <a:pathLst>
              <a:path w="1266178" h="3579303">
                <a:moveTo>
                  <a:pt x="0" y="0"/>
                </a:moveTo>
                <a:lnTo>
                  <a:pt x="1266179" y="0"/>
                </a:lnTo>
                <a:lnTo>
                  <a:pt x="1266179" y="3579303"/>
                </a:lnTo>
                <a:lnTo>
                  <a:pt x="0" y="3579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28295</TotalTime>
  <Words>84</Words>
  <Application>Microsoft Office PowerPoint</Application>
  <PresentationFormat>Personalizado</PresentationFormat>
  <Paragraphs>19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Anton</vt:lpstr>
      <vt:lpstr>Hortensia</vt:lpstr>
      <vt:lpstr>Calibri</vt:lpstr>
      <vt:lpstr>Helvetica World Bold</vt:lpstr>
      <vt:lpstr>Times New Roman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Nuestra Empresa Tecnología Moderno Azul</dc:title>
  <dc:creator>Cesprad Coordinacion</dc:creator>
  <cp:lastModifiedBy>USUARIO</cp:lastModifiedBy>
  <cp:revision>128</cp:revision>
  <dcterms:created xsi:type="dcterms:W3CDTF">2006-08-16T00:00:00Z</dcterms:created>
  <dcterms:modified xsi:type="dcterms:W3CDTF">2026-08-26T00:41:11Z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ED1FFFAA4111410AAAD94EFB863EFDF9_12</vt:lpwstr>
  </property>
  <property fmtid="{D5CDD505-2E9C-101B-9397-08002B2CF9AE}" pid="3" name="KSOProductBuildVer">
    <vt:lpwstr>1033-12.2.0.23155</vt:lpwstr>
  </property>
</Properties>
</file>